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cion1" id="{BA0FEEC5-34D2-4B0E-8F8E-2B60BBC17D90}">
          <p14:sldIdLst>
            <p14:sldId id="256"/>
            <p14:sldId id="257"/>
            <p14:sldId id="258"/>
            <p14:sldId id="259"/>
            <p14:sldId id="260"/>
          </p14:sldIdLst>
        </p14:section>
        <p14:section name="Leccion2" id="{183787BA-7DDA-431E-9A46-4131A263FD91}">
          <p14:sldIdLst>
            <p14:sldId id="261"/>
            <p14:sldId id="262"/>
            <p14:sldId id="263"/>
          </p14:sldIdLst>
        </p14:section>
        <p14:section name="Leccion3" id="{9614A303-E87A-4122-8F13-3C52E34CF7C3}">
          <p14:sldIdLst>
            <p14:sldId id="264"/>
            <p14:sldId id="265"/>
            <p14:sldId id="266"/>
            <p14:sldId id="267"/>
            <p14:sldId id="268"/>
          </p14:sldIdLst>
        </p14:section>
        <p14:section name="Leccion4" id="{2BEFECC2-FAF5-47BD-B381-D817B4084B98}">
          <p14:sldIdLst>
            <p14:sldId id="269"/>
            <p14:sldId id="270"/>
          </p14:sldIdLst>
        </p14:section>
        <p14:section name="Leccion5" id="{458697F9-E169-4553-9262-7471FCB0069B}">
          <p14:sldIdLst>
            <p14:sldId id="271"/>
            <p14:sldId id="272"/>
          </p14:sldIdLst>
        </p14:section>
        <p14:section name="Leccion6" id="{F32E21C1-3472-4751-A00C-A3C5DB0874ED}">
          <p14:sldIdLst>
            <p14:sldId id="273"/>
            <p14:sldId id="274"/>
          </p14:sldIdLst>
        </p14:section>
        <p14:section name="Leccion7" id="{5A96D8DC-91CF-498F-9F81-42D6788C234C}">
          <p14:sldIdLst>
            <p14:sldId id="275"/>
          </p14:sldIdLst>
        </p14:section>
        <p14:section name="Leccion8" id="{50E970B7-A719-4F43-B171-8B2BABF7CD81}">
          <p14:sldIdLst>
            <p14:sldId id="276"/>
          </p14:sldIdLst>
        </p14:section>
        <p14:section name="Leccion9" id="{77B7212C-35F3-4DC9-AC96-E4AD9EDE4FA8}">
          <p14:sldIdLst>
            <p14:sldId id="277"/>
          </p14:sldIdLst>
        </p14:section>
        <p14:section name="Leccion10" id="{87BFF197-F672-41E3-95AD-00D2C4E9B7D7}">
          <p14:sldIdLst>
            <p14:sldId id="278"/>
          </p14:sldIdLst>
        </p14:section>
        <p14:section name="Leccion11" id="{6CEE2D3F-8CF2-4027-88C7-D426ACFAA504}">
          <p14:sldIdLst>
            <p14:sldId id="279"/>
            <p14:sldId id="280"/>
          </p14:sldIdLst>
        </p14:section>
        <p14:section name="Leccion12" id="{C3E3867F-FABA-4B05-B620-667539926465}">
          <p14:sldIdLst>
            <p14:sldId id="281"/>
          </p14:sldIdLst>
        </p14:section>
        <p14:section name="Leccion14" id="{FF8DD3AC-F405-4145-ADE6-13D3DE671495}">
          <p14:sldIdLst>
            <p14:sldId id="282"/>
            <p14:sldId id="283"/>
          </p14:sldIdLst>
        </p14:section>
        <p14:section name="Leccion15" id="{A0CAD252-668D-4DCA-9743-BF45791299ED}">
          <p14:sldIdLst>
            <p14:sldId id="284"/>
          </p14:sldIdLst>
        </p14:section>
        <p14:section name="Leccion17" id="{7700B4D7-6804-4B52-9C2D-86FAD013D542}">
          <p14:sldIdLst>
            <p14:sldId id="285"/>
            <p14:sldId id="286"/>
          </p14:sldIdLst>
        </p14:section>
        <p14:section name="Leccion18" id="{1DB625FE-EDF6-4A2B-968D-4207D588C8E6}">
          <p14:sldIdLst>
            <p14:sldId id="287"/>
          </p14:sldIdLst>
        </p14:section>
        <p14:section name="Leccion20" id="{8CAFE827-72AF-4311-96C0-F220E12E7B0B}">
          <p14:sldIdLst>
            <p14:sldId id="288"/>
            <p14:sldId id="289"/>
            <p14:sldId id="290"/>
          </p14:sldIdLst>
        </p14:section>
        <p14:section name="Leccion21" id="{18E1EC80-4B0D-44CA-A033-85DAF32C95F7}">
          <p14:sldIdLst>
            <p14:sldId id="292"/>
            <p14:sldId id="293"/>
          </p14:sldIdLst>
        </p14:section>
        <p14:section name="Leccion22" id="{34C1FBEA-F93C-4611-A914-AB1BB465AF70}">
          <p14:sldIdLst>
            <p14:sldId id="294"/>
            <p14:sldId id="295"/>
            <p14:sldId id="296"/>
            <p14:sldId id="297"/>
            <p14:sldId id="298"/>
          </p14:sldIdLst>
        </p14:section>
        <p14:section name="Leccion23" id="{1CCFA746-0006-46BF-BB58-13CB33C6D60E}">
          <p14:sldIdLst>
            <p14:sldId id="299"/>
            <p14:sldId id="300"/>
          </p14:sldIdLst>
        </p14:section>
        <p14:section name="Leccion24" id="{D658B499-DE53-4A04-A0E1-20F900D868A2}">
          <p14:sldIdLst>
            <p14:sldId id="301"/>
            <p14:sldId id="302"/>
          </p14:sldIdLst>
        </p14:section>
        <p14:section name="Sección sin título" id="{7849A703-46BC-468C-A9AD-221C229D5B6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00FF"/>
    <a:srgbClr val="FF66FF"/>
    <a:srgbClr val="C55A11"/>
    <a:srgbClr val="CC66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10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288511-0E67-4C34-ACB7-822D59E6F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39C0FA-F549-4C32-9ED1-0850AF10B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701377-380B-42BF-B6C3-FD059B2F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611C-E9C8-4183-A9B4-10FD9935537D}" type="datetimeFigureOut">
              <a:rPr lang="es-CL" smtClean="0"/>
              <a:t>03-08-2022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C74097-813E-4C57-B3B0-BD5317E7F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A2B1C0-8EAF-407F-A4A9-3C43B757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ADB2-F9EC-40EF-B5FE-49CE69F466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9902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E92C2-5E27-411C-95B6-52AEB02FA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D1682D-56AA-46E4-B964-48CBC2288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5F4BCD-2026-4D7A-81E5-A29358666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611C-E9C8-4183-A9B4-10FD9935537D}" type="datetimeFigureOut">
              <a:rPr lang="es-CL" smtClean="0"/>
              <a:t>03-08-2022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1C99AC-AA17-4AF6-A0FF-81D38FB9A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6CD42C-9D13-4E3B-9032-595E5D13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ADB2-F9EC-40EF-B5FE-49CE69F466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8112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6DFAB-16F0-49CF-B2AB-6707F239B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F95137-30DE-443B-82C5-0865CB3C0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811285-5229-416F-869F-E18F13B45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611C-E9C8-4183-A9B4-10FD9935537D}" type="datetimeFigureOut">
              <a:rPr lang="es-CL" smtClean="0"/>
              <a:t>03-08-2022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54DCCB-7189-4D90-A2C5-7E009887B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278BE2-46E6-4C2E-8095-C6EFF2415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ADB2-F9EC-40EF-B5FE-49CE69F466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813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DC0E2-3E26-453E-905A-9811FC88C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35FDA6-1B97-4D1B-AA6D-66E23DC10C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F13955-44FB-4E13-9E1E-20F4F3DA6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E01D60-8B45-4E3F-99BA-5AC49BEA6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611C-E9C8-4183-A9B4-10FD9935537D}" type="datetimeFigureOut">
              <a:rPr lang="es-CL" smtClean="0"/>
              <a:t>03-08-2022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4D0377-CC90-4877-9F74-8F0D39FAC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93D0B1-2386-4922-B2BC-3EC6A5200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ADB2-F9EC-40EF-B5FE-49CE69F466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79388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6AE970-EAE9-41C8-AA1C-21F7AFA02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53BE55-2016-4C34-8048-F53B10C80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4608F8-9163-4171-A4E3-8BDBAB691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84EAB6-9ADC-4242-B023-BF25D7364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C84C33E-FCF6-4208-85EB-822159CD4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49B66BE-CAD4-4AE2-960A-5C3175307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611C-E9C8-4183-A9B4-10FD9935537D}" type="datetimeFigureOut">
              <a:rPr lang="es-CL" smtClean="0"/>
              <a:t>03-08-2022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7C3F92A-AE58-4237-AF32-95AEBFA6A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263211-BF8D-4318-8F0B-94B1246E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ADB2-F9EC-40EF-B5FE-49CE69F466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5800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FBF00-3BEC-402B-8843-16211976D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F5CF7AE-0861-4F35-A07B-CAB603865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611C-E9C8-4183-A9B4-10FD9935537D}" type="datetimeFigureOut">
              <a:rPr lang="es-CL" smtClean="0"/>
              <a:t>03-08-2022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C0C881-B0A4-49E3-9E08-DEEA32852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C4993C-5BA0-48C9-AC69-4FE6DB3B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ADB2-F9EC-40EF-B5FE-49CE69F466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7968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4D5CB3-322C-4B42-8CF7-A6EFB4118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611C-E9C8-4183-A9B4-10FD9935537D}" type="datetimeFigureOut">
              <a:rPr lang="es-CL" smtClean="0"/>
              <a:t>03-08-2022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E5D31B-92BC-4D96-B105-F6B30B130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1BDFD2-4C2D-4077-90F7-344312CCE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ADB2-F9EC-40EF-B5FE-49CE69F466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5410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702971-EB11-48F3-B982-6F2F15D00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DF74A0-80F2-4275-8109-271D3C919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66512A-88C0-42E4-9DBA-755CBE468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4BFD0D-842A-4A83-BB09-66AE8BA0D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611C-E9C8-4183-A9B4-10FD9935537D}" type="datetimeFigureOut">
              <a:rPr lang="es-CL" smtClean="0"/>
              <a:t>03-08-2022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F4C5E7-F138-423C-9BFF-3235C4A1E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E6049E-D38D-4710-A384-1B8D20B3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ADB2-F9EC-40EF-B5FE-49CE69F466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0547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EAAC20-F2F0-4880-9AEB-0E18AEB4B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94947C4-2C91-46A2-8A0C-033AA5FF3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F7734D-E39A-45CC-8CD9-C2F45A1C2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20EE35-E8C2-4349-97C2-4967A4C93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611C-E9C8-4183-A9B4-10FD9935537D}" type="datetimeFigureOut">
              <a:rPr lang="es-CL" smtClean="0"/>
              <a:t>03-08-2022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7CBB6F-707E-4BB8-A0C0-BA9DDC67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35B620-68CD-4759-88EC-B304E4D03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ADB2-F9EC-40EF-B5FE-49CE69F466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441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C7C9F-61F4-45CC-BBF8-6C6F9DDF7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5B684A1-2127-4D0D-8393-BCB7C2B49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59CD47-12A0-4887-A3B4-A73849160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611C-E9C8-4183-A9B4-10FD9935537D}" type="datetimeFigureOut">
              <a:rPr lang="es-CL" smtClean="0"/>
              <a:t>03-08-2022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D090DC-9073-43C1-B3E4-38BE449EC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A5EE0C-F72D-4492-A119-F3D83ED44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ADB2-F9EC-40EF-B5FE-49CE69F466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49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D73218-77EB-4114-BABE-D913A26A03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29FE93-55C8-45BB-AE33-33AB2D5AD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26D207-FC12-4DAB-93AE-F7D1E48D8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F611C-E9C8-4183-A9B4-10FD9935537D}" type="datetimeFigureOut">
              <a:rPr lang="es-CL" smtClean="0"/>
              <a:t>03-08-2022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86333A-A00E-4C12-882C-37C8D9569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34064A-CCC5-4021-8D76-82C4634AA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ADB2-F9EC-40EF-B5FE-49CE69F466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8757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1261E6F-D613-45DE-9CBA-3A98C9C94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5A024D-4238-408B-AFEC-F5BFAA06A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62DF02-3054-49F3-B54C-DA8252F3E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F611C-E9C8-4183-A9B4-10FD9935537D}" type="datetimeFigureOut">
              <a:rPr lang="es-CL" smtClean="0"/>
              <a:t>03-08-2022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38F661-56F3-495D-9BCC-294BD428FF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ABE716-4072-4FE9-9CE7-961497570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AADB2-F9EC-40EF-B5FE-49CE69F466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5522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.emf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image" Target="../media/image17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65.png"/><Relationship Id="rId21" Type="http://schemas.openxmlformats.org/officeDocument/2006/relationships/image" Target="../media/image83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" Type="http://schemas.openxmlformats.org/officeDocument/2006/relationships/image" Target="../media/image85.png"/><Relationship Id="rId21" Type="http://schemas.openxmlformats.org/officeDocument/2006/relationships/image" Target="../media/image103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" Type="http://schemas.openxmlformats.org/officeDocument/2006/relationships/image" Target="../media/image84.png"/><Relationship Id="rId16" Type="http://schemas.openxmlformats.org/officeDocument/2006/relationships/image" Target="../media/image98.png"/><Relationship Id="rId20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19" Type="http://schemas.openxmlformats.org/officeDocument/2006/relationships/image" Target="../media/image101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2" Type="http://schemas.openxmlformats.org/officeDocument/2006/relationships/image" Target="../media/image104.png"/><Relationship Id="rId16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5" Type="http://schemas.openxmlformats.org/officeDocument/2006/relationships/image" Target="../media/image11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30.png"/><Relationship Id="rId18" Type="http://schemas.openxmlformats.org/officeDocument/2006/relationships/image" Target="../media/image135.png"/><Relationship Id="rId3" Type="http://schemas.openxmlformats.org/officeDocument/2006/relationships/image" Target="../media/image120.png"/><Relationship Id="rId21" Type="http://schemas.openxmlformats.org/officeDocument/2006/relationships/image" Target="../media/image138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17" Type="http://schemas.openxmlformats.org/officeDocument/2006/relationships/image" Target="../media/image134.png"/><Relationship Id="rId2" Type="http://schemas.openxmlformats.org/officeDocument/2006/relationships/image" Target="../media/image119.png"/><Relationship Id="rId16" Type="http://schemas.openxmlformats.org/officeDocument/2006/relationships/image" Target="../media/image133.png"/><Relationship Id="rId20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24" Type="http://schemas.openxmlformats.org/officeDocument/2006/relationships/image" Target="../media/image141.png"/><Relationship Id="rId5" Type="http://schemas.openxmlformats.org/officeDocument/2006/relationships/image" Target="../media/image122.png"/><Relationship Id="rId15" Type="http://schemas.openxmlformats.org/officeDocument/2006/relationships/image" Target="../media/image132.png"/><Relationship Id="rId23" Type="http://schemas.openxmlformats.org/officeDocument/2006/relationships/image" Target="../media/image140.png"/><Relationship Id="rId10" Type="http://schemas.openxmlformats.org/officeDocument/2006/relationships/image" Target="../media/image127.png"/><Relationship Id="rId19" Type="http://schemas.openxmlformats.org/officeDocument/2006/relationships/image" Target="../media/image136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Relationship Id="rId14" Type="http://schemas.openxmlformats.org/officeDocument/2006/relationships/image" Target="../media/image131.png"/><Relationship Id="rId22" Type="http://schemas.openxmlformats.org/officeDocument/2006/relationships/image" Target="../media/image139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5.png"/><Relationship Id="rId8" Type="http://schemas.openxmlformats.org/officeDocument/2006/relationships/image" Target="../media/image7.png"/><Relationship Id="rId18" Type="http://schemas.openxmlformats.org/officeDocument/2006/relationships/image" Target="../media/image146.png"/><Relationship Id="rId12" Type="http://schemas.openxmlformats.org/officeDocument/2006/relationships/image" Target="../media/image114.png"/><Relationship Id="rId7" Type="http://schemas.openxmlformats.org/officeDocument/2006/relationships/image" Target="../media/image6.png"/><Relationship Id="rId17" Type="http://schemas.openxmlformats.org/officeDocument/2006/relationships/image" Target="../media/image145.png"/><Relationship Id="rId16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15" Type="http://schemas.openxmlformats.org/officeDocument/2006/relationships/image" Target="../media/image143.png"/><Relationship Id="rId14" Type="http://schemas.openxmlformats.org/officeDocument/2006/relationships/image" Target="../media/image1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5" Type="http://schemas.openxmlformats.org/officeDocument/2006/relationships/image" Target="../media/image160.png"/><Relationship Id="rId10" Type="http://schemas.openxmlformats.org/officeDocument/2006/relationships/image" Target="../media/image155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12" Type="http://schemas.openxmlformats.org/officeDocument/2006/relationships/image" Target="../media/image170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11" Type="http://schemas.openxmlformats.org/officeDocument/2006/relationships/image" Target="../media/image169.png"/><Relationship Id="rId5" Type="http://schemas.openxmlformats.org/officeDocument/2006/relationships/image" Target="../media/image163.png"/><Relationship Id="rId10" Type="http://schemas.openxmlformats.org/officeDocument/2006/relationships/image" Target="../media/image168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185.png"/><Relationship Id="rId3" Type="http://schemas.openxmlformats.org/officeDocument/2006/relationships/image" Target="../media/image175.png"/><Relationship Id="rId7" Type="http://schemas.openxmlformats.org/officeDocument/2006/relationships/image" Target="../media/image179.png"/><Relationship Id="rId12" Type="http://schemas.openxmlformats.org/officeDocument/2006/relationships/image" Target="../media/image184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png"/><Relationship Id="rId11" Type="http://schemas.openxmlformats.org/officeDocument/2006/relationships/image" Target="../media/image183.png"/><Relationship Id="rId5" Type="http://schemas.openxmlformats.org/officeDocument/2006/relationships/image" Target="../media/image177.png"/><Relationship Id="rId15" Type="http://schemas.openxmlformats.org/officeDocument/2006/relationships/image" Target="../media/image187.png"/><Relationship Id="rId10" Type="http://schemas.openxmlformats.org/officeDocument/2006/relationships/image" Target="../media/image182.png"/><Relationship Id="rId4" Type="http://schemas.openxmlformats.org/officeDocument/2006/relationships/image" Target="../media/image176.png"/><Relationship Id="rId9" Type="http://schemas.openxmlformats.org/officeDocument/2006/relationships/image" Target="../media/image181.png"/><Relationship Id="rId14" Type="http://schemas.openxmlformats.org/officeDocument/2006/relationships/image" Target="../media/image18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13" Type="http://schemas.openxmlformats.org/officeDocument/2006/relationships/image" Target="../media/image199.png"/><Relationship Id="rId18" Type="http://schemas.openxmlformats.org/officeDocument/2006/relationships/image" Target="../media/image204.png"/><Relationship Id="rId26" Type="http://schemas.openxmlformats.org/officeDocument/2006/relationships/image" Target="../media/image212.png"/><Relationship Id="rId3" Type="http://schemas.openxmlformats.org/officeDocument/2006/relationships/image" Target="../media/image189.png"/><Relationship Id="rId21" Type="http://schemas.openxmlformats.org/officeDocument/2006/relationships/image" Target="../media/image207.png"/><Relationship Id="rId7" Type="http://schemas.openxmlformats.org/officeDocument/2006/relationships/image" Target="../media/image193.png"/><Relationship Id="rId12" Type="http://schemas.openxmlformats.org/officeDocument/2006/relationships/image" Target="../media/image198.png"/><Relationship Id="rId17" Type="http://schemas.openxmlformats.org/officeDocument/2006/relationships/image" Target="../media/image203.png"/><Relationship Id="rId25" Type="http://schemas.openxmlformats.org/officeDocument/2006/relationships/image" Target="../media/image211.png"/><Relationship Id="rId2" Type="http://schemas.openxmlformats.org/officeDocument/2006/relationships/image" Target="../media/image188.png"/><Relationship Id="rId16" Type="http://schemas.openxmlformats.org/officeDocument/2006/relationships/image" Target="../media/image202.png"/><Relationship Id="rId20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2.png"/><Relationship Id="rId11" Type="http://schemas.openxmlformats.org/officeDocument/2006/relationships/image" Target="../media/image197.png"/><Relationship Id="rId24" Type="http://schemas.openxmlformats.org/officeDocument/2006/relationships/image" Target="../media/image210.png"/><Relationship Id="rId5" Type="http://schemas.openxmlformats.org/officeDocument/2006/relationships/image" Target="../media/image191.png"/><Relationship Id="rId15" Type="http://schemas.openxmlformats.org/officeDocument/2006/relationships/image" Target="../media/image201.png"/><Relationship Id="rId23" Type="http://schemas.openxmlformats.org/officeDocument/2006/relationships/image" Target="../media/image209.png"/><Relationship Id="rId28" Type="http://schemas.openxmlformats.org/officeDocument/2006/relationships/image" Target="../media/image214.png"/><Relationship Id="rId10" Type="http://schemas.openxmlformats.org/officeDocument/2006/relationships/image" Target="../media/image196.png"/><Relationship Id="rId19" Type="http://schemas.openxmlformats.org/officeDocument/2006/relationships/image" Target="../media/image205.png"/><Relationship Id="rId4" Type="http://schemas.openxmlformats.org/officeDocument/2006/relationships/image" Target="../media/image190.png"/><Relationship Id="rId9" Type="http://schemas.openxmlformats.org/officeDocument/2006/relationships/image" Target="../media/image195.png"/><Relationship Id="rId14" Type="http://schemas.openxmlformats.org/officeDocument/2006/relationships/image" Target="../media/image200.png"/><Relationship Id="rId22" Type="http://schemas.openxmlformats.org/officeDocument/2006/relationships/image" Target="../media/image208.png"/><Relationship Id="rId27" Type="http://schemas.openxmlformats.org/officeDocument/2006/relationships/image" Target="../media/image2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3" Type="http://schemas.openxmlformats.org/officeDocument/2006/relationships/image" Target="../media/image216.png"/><Relationship Id="rId7" Type="http://schemas.openxmlformats.org/officeDocument/2006/relationships/image" Target="../media/image220.pn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9.png"/><Relationship Id="rId5" Type="http://schemas.openxmlformats.org/officeDocument/2006/relationships/image" Target="../media/image218.png"/><Relationship Id="rId4" Type="http://schemas.openxmlformats.org/officeDocument/2006/relationships/image" Target="../media/image2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png"/><Relationship Id="rId13" Type="http://schemas.openxmlformats.org/officeDocument/2006/relationships/image" Target="../media/image233.png"/><Relationship Id="rId18" Type="http://schemas.openxmlformats.org/officeDocument/2006/relationships/image" Target="../media/image238.png"/><Relationship Id="rId26" Type="http://schemas.openxmlformats.org/officeDocument/2006/relationships/image" Target="../media/image246.png"/><Relationship Id="rId3" Type="http://schemas.openxmlformats.org/officeDocument/2006/relationships/image" Target="../media/image223.png"/><Relationship Id="rId21" Type="http://schemas.openxmlformats.org/officeDocument/2006/relationships/image" Target="../media/image241.png"/><Relationship Id="rId7" Type="http://schemas.openxmlformats.org/officeDocument/2006/relationships/image" Target="../media/image227.png"/><Relationship Id="rId12" Type="http://schemas.openxmlformats.org/officeDocument/2006/relationships/image" Target="../media/image232.png"/><Relationship Id="rId17" Type="http://schemas.openxmlformats.org/officeDocument/2006/relationships/image" Target="../media/image237.png"/><Relationship Id="rId25" Type="http://schemas.openxmlformats.org/officeDocument/2006/relationships/image" Target="../media/image245.png"/><Relationship Id="rId2" Type="http://schemas.openxmlformats.org/officeDocument/2006/relationships/image" Target="../media/image222.png"/><Relationship Id="rId16" Type="http://schemas.openxmlformats.org/officeDocument/2006/relationships/image" Target="../media/image236.png"/><Relationship Id="rId20" Type="http://schemas.openxmlformats.org/officeDocument/2006/relationships/image" Target="../media/image240.png"/><Relationship Id="rId29" Type="http://schemas.openxmlformats.org/officeDocument/2006/relationships/image" Target="../media/image2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6.png"/><Relationship Id="rId11" Type="http://schemas.openxmlformats.org/officeDocument/2006/relationships/image" Target="../media/image231.png"/><Relationship Id="rId24" Type="http://schemas.openxmlformats.org/officeDocument/2006/relationships/image" Target="../media/image244.png"/><Relationship Id="rId32" Type="http://schemas.openxmlformats.org/officeDocument/2006/relationships/image" Target="../media/image252.png"/><Relationship Id="rId5" Type="http://schemas.openxmlformats.org/officeDocument/2006/relationships/image" Target="../media/image225.png"/><Relationship Id="rId15" Type="http://schemas.openxmlformats.org/officeDocument/2006/relationships/image" Target="../media/image235.png"/><Relationship Id="rId23" Type="http://schemas.openxmlformats.org/officeDocument/2006/relationships/image" Target="../media/image243.png"/><Relationship Id="rId28" Type="http://schemas.openxmlformats.org/officeDocument/2006/relationships/image" Target="../media/image248.png"/><Relationship Id="rId10" Type="http://schemas.openxmlformats.org/officeDocument/2006/relationships/image" Target="../media/image230.png"/><Relationship Id="rId19" Type="http://schemas.openxmlformats.org/officeDocument/2006/relationships/image" Target="../media/image239.png"/><Relationship Id="rId31" Type="http://schemas.openxmlformats.org/officeDocument/2006/relationships/image" Target="../media/image251.png"/><Relationship Id="rId4" Type="http://schemas.openxmlformats.org/officeDocument/2006/relationships/image" Target="../media/image224.png"/><Relationship Id="rId9" Type="http://schemas.openxmlformats.org/officeDocument/2006/relationships/image" Target="../media/image229.png"/><Relationship Id="rId14" Type="http://schemas.openxmlformats.org/officeDocument/2006/relationships/image" Target="../media/image234.png"/><Relationship Id="rId22" Type="http://schemas.openxmlformats.org/officeDocument/2006/relationships/image" Target="../media/image242.png"/><Relationship Id="rId27" Type="http://schemas.openxmlformats.org/officeDocument/2006/relationships/image" Target="../media/image247.png"/><Relationship Id="rId30" Type="http://schemas.openxmlformats.org/officeDocument/2006/relationships/image" Target="../media/image25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13" Type="http://schemas.openxmlformats.org/officeDocument/2006/relationships/image" Target="../media/image264.png"/><Relationship Id="rId18" Type="http://schemas.openxmlformats.org/officeDocument/2006/relationships/image" Target="../media/image269.png"/><Relationship Id="rId3" Type="http://schemas.openxmlformats.org/officeDocument/2006/relationships/image" Target="../media/image254.png"/><Relationship Id="rId7" Type="http://schemas.openxmlformats.org/officeDocument/2006/relationships/image" Target="../media/image258.png"/><Relationship Id="rId12" Type="http://schemas.openxmlformats.org/officeDocument/2006/relationships/image" Target="../media/image263.png"/><Relationship Id="rId17" Type="http://schemas.openxmlformats.org/officeDocument/2006/relationships/image" Target="../media/image268.png"/><Relationship Id="rId2" Type="http://schemas.openxmlformats.org/officeDocument/2006/relationships/image" Target="../media/image253.png"/><Relationship Id="rId16" Type="http://schemas.openxmlformats.org/officeDocument/2006/relationships/image" Target="../media/image2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.png"/><Relationship Id="rId11" Type="http://schemas.openxmlformats.org/officeDocument/2006/relationships/image" Target="../media/image262.png"/><Relationship Id="rId5" Type="http://schemas.openxmlformats.org/officeDocument/2006/relationships/image" Target="../media/image256.png"/><Relationship Id="rId15" Type="http://schemas.openxmlformats.org/officeDocument/2006/relationships/image" Target="../media/image266.png"/><Relationship Id="rId10" Type="http://schemas.openxmlformats.org/officeDocument/2006/relationships/image" Target="../media/image261.png"/><Relationship Id="rId4" Type="http://schemas.openxmlformats.org/officeDocument/2006/relationships/image" Target="../media/image255.png"/><Relationship Id="rId9" Type="http://schemas.openxmlformats.org/officeDocument/2006/relationships/image" Target="../media/image260.png"/><Relationship Id="rId14" Type="http://schemas.openxmlformats.org/officeDocument/2006/relationships/image" Target="../media/image26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png"/><Relationship Id="rId13" Type="http://schemas.openxmlformats.org/officeDocument/2006/relationships/image" Target="../media/image280.png"/><Relationship Id="rId26" Type="http://schemas.openxmlformats.org/officeDocument/2006/relationships/image" Target="../media/image246.png"/><Relationship Id="rId3" Type="http://schemas.openxmlformats.org/officeDocument/2006/relationships/image" Target="../media/image271.png"/><Relationship Id="rId21" Type="http://schemas.openxmlformats.org/officeDocument/2006/relationships/image" Target="../media/image241.png"/><Relationship Id="rId7" Type="http://schemas.openxmlformats.org/officeDocument/2006/relationships/image" Target="../media/image274.png"/><Relationship Id="rId12" Type="http://schemas.openxmlformats.org/officeDocument/2006/relationships/image" Target="../media/image279.png"/><Relationship Id="rId25" Type="http://schemas.openxmlformats.org/officeDocument/2006/relationships/image" Target="../media/image245.png"/><Relationship Id="rId33" Type="http://schemas.openxmlformats.org/officeDocument/2006/relationships/image" Target="../media/image287.png"/><Relationship Id="rId2" Type="http://schemas.openxmlformats.org/officeDocument/2006/relationships/image" Target="../media/image270.png"/><Relationship Id="rId29" Type="http://schemas.openxmlformats.org/officeDocument/2006/relationships/image" Target="../media/image2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3.png"/><Relationship Id="rId11" Type="http://schemas.openxmlformats.org/officeDocument/2006/relationships/image" Target="../media/image278.png"/><Relationship Id="rId24" Type="http://schemas.openxmlformats.org/officeDocument/2006/relationships/image" Target="../media/image244.png"/><Relationship Id="rId32" Type="http://schemas.openxmlformats.org/officeDocument/2006/relationships/image" Target="../media/image286.png"/><Relationship Id="rId5" Type="http://schemas.openxmlformats.org/officeDocument/2006/relationships/image" Target="../media/image272.png"/><Relationship Id="rId23" Type="http://schemas.openxmlformats.org/officeDocument/2006/relationships/image" Target="../media/image243.png"/><Relationship Id="rId28" Type="http://schemas.openxmlformats.org/officeDocument/2006/relationships/image" Target="../media/image282.png"/><Relationship Id="rId10" Type="http://schemas.openxmlformats.org/officeDocument/2006/relationships/image" Target="../media/image277.png"/><Relationship Id="rId31" Type="http://schemas.openxmlformats.org/officeDocument/2006/relationships/image" Target="../media/image285.png"/><Relationship Id="rId4" Type="http://schemas.openxmlformats.org/officeDocument/2006/relationships/image" Target="../media/image255.png"/><Relationship Id="rId9" Type="http://schemas.openxmlformats.org/officeDocument/2006/relationships/image" Target="../media/image276.png"/><Relationship Id="rId14" Type="http://schemas.openxmlformats.org/officeDocument/2006/relationships/image" Target="../media/image281.png"/><Relationship Id="rId22" Type="http://schemas.openxmlformats.org/officeDocument/2006/relationships/image" Target="../media/image242.png"/><Relationship Id="rId27" Type="http://schemas.openxmlformats.org/officeDocument/2006/relationships/image" Target="../media/image247.png"/><Relationship Id="rId30" Type="http://schemas.openxmlformats.org/officeDocument/2006/relationships/image" Target="../media/image28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png"/><Relationship Id="rId7" Type="http://schemas.openxmlformats.org/officeDocument/2006/relationships/image" Target="../media/image293.png"/><Relationship Id="rId2" Type="http://schemas.openxmlformats.org/officeDocument/2006/relationships/image" Target="../media/image2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png"/><Relationship Id="rId5" Type="http://schemas.openxmlformats.org/officeDocument/2006/relationships/image" Target="../media/image291.png"/><Relationship Id="rId4" Type="http://schemas.openxmlformats.org/officeDocument/2006/relationships/image" Target="../media/image29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13" Type="http://schemas.openxmlformats.org/officeDocument/2006/relationships/image" Target="../media/image305.png"/><Relationship Id="rId18" Type="http://schemas.openxmlformats.org/officeDocument/2006/relationships/image" Target="../media/image310.png"/><Relationship Id="rId3" Type="http://schemas.openxmlformats.org/officeDocument/2006/relationships/image" Target="../media/image295.png"/><Relationship Id="rId21" Type="http://schemas.openxmlformats.org/officeDocument/2006/relationships/image" Target="../media/image313.png"/><Relationship Id="rId7" Type="http://schemas.openxmlformats.org/officeDocument/2006/relationships/image" Target="../media/image299.png"/><Relationship Id="rId12" Type="http://schemas.openxmlformats.org/officeDocument/2006/relationships/image" Target="../media/image304.png"/><Relationship Id="rId17" Type="http://schemas.openxmlformats.org/officeDocument/2006/relationships/image" Target="../media/image309.png"/><Relationship Id="rId2" Type="http://schemas.openxmlformats.org/officeDocument/2006/relationships/image" Target="../media/image294.png"/><Relationship Id="rId16" Type="http://schemas.openxmlformats.org/officeDocument/2006/relationships/image" Target="../media/image308.png"/><Relationship Id="rId20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8.png"/><Relationship Id="rId11" Type="http://schemas.openxmlformats.org/officeDocument/2006/relationships/image" Target="../media/image303.png"/><Relationship Id="rId5" Type="http://schemas.openxmlformats.org/officeDocument/2006/relationships/image" Target="../media/image297.png"/><Relationship Id="rId15" Type="http://schemas.openxmlformats.org/officeDocument/2006/relationships/image" Target="../media/image307.png"/><Relationship Id="rId10" Type="http://schemas.openxmlformats.org/officeDocument/2006/relationships/image" Target="../media/image302.png"/><Relationship Id="rId19" Type="http://schemas.openxmlformats.org/officeDocument/2006/relationships/image" Target="../media/image311.png"/><Relationship Id="rId4" Type="http://schemas.openxmlformats.org/officeDocument/2006/relationships/image" Target="../media/image296.png"/><Relationship Id="rId9" Type="http://schemas.openxmlformats.org/officeDocument/2006/relationships/image" Target="../media/image301.png"/><Relationship Id="rId14" Type="http://schemas.openxmlformats.org/officeDocument/2006/relationships/image" Target="../media/image30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315.png"/><Relationship Id="rId7" Type="http://schemas.openxmlformats.org/officeDocument/2006/relationships/image" Target="../media/image319.png"/><Relationship Id="rId2" Type="http://schemas.openxmlformats.org/officeDocument/2006/relationships/image" Target="../media/image3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8.png"/><Relationship Id="rId5" Type="http://schemas.openxmlformats.org/officeDocument/2006/relationships/image" Target="../media/image317.png"/><Relationship Id="rId4" Type="http://schemas.openxmlformats.org/officeDocument/2006/relationships/image" Target="../media/image31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png"/><Relationship Id="rId3" Type="http://schemas.openxmlformats.org/officeDocument/2006/relationships/image" Target="../media/image322.png"/><Relationship Id="rId7" Type="http://schemas.openxmlformats.org/officeDocument/2006/relationships/image" Target="../media/image326.pn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5.png"/><Relationship Id="rId5" Type="http://schemas.openxmlformats.org/officeDocument/2006/relationships/image" Target="../media/image324.png"/><Relationship Id="rId4" Type="http://schemas.openxmlformats.org/officeDocument/2006/relationships/image" Target="../media/image3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9.png"/><Relationship Id="rId7" Type="http://schemas.openxmlformats.org/officeDocument/2006/relationships/image" Target="../media/image333.png"/><Relationship Id="rId2" Type="http://schemas.openxmlformats.org/officeDocument/2006/relationships/image" Target="../media/image3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2.png"/><Relationship Id="rId5" Type="http://schemas.openxmlformats.org/officeDocument/2006/relationships/image" Target="../media/image331.png"/><Relationship Id="rId4" Type="http://schemas.openxmlformats.org/officeDocument/2006/relationships/image" Target="../media/image33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13" Type="http://schemas.openxmlformats.org/officeDocument/2006/relationships/image" Target="../media/image345.png"/><Relationship Id="rId18" Type="http://schemas.openxmlformats.org/officeDocument/2006/relationships/image" Target="../media/image350.png"/><Relationship Id="rId3" Type="http://schemas.openxmlformats.org/officeDocument/2006/relationships/image" Target="../media/image335.png"/><Relationship Id="rId21" Type="http://schemas.openxmlformats.org/officeDocument/2006/relationships/image" Target="../media/image353.png"/><Relationship Id="rId7" Type="http://schemas.openxmlformats.org/officeDocument/2006/relationships/image" Target="../media/image339.png"/><Relationship Id="rId12" Type="http://schemas.openxmlformats.org/officeDocument/2006/relationships/image" Target="../media/image344.png"/><Relationship Id="rId17" Type="http://schemas.openxmlformats.org/officeDocument/2006/relationships/image" Target="../media/image349.png"/><Relationship Id="rId2" Type="http://schemas.openxmlformats.org/officeDocument/2006/relationships/image" Target="../media/image334.png"/><Relationship Id="rId16" Type="http://schemas.openxmlformats.org/officeDocument/2006/relationships/image" Target="../media/image348.png"/><Relationship Id="rId20" Type="http://schemas.openxmlformats.org/officeDocument/2006/relationships/image" Target="../media/image3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8.png"/><Relationship Id="rId11" Type="http://schemas.openxmlformats.org/officeDocument/2006/relationships/image" Target="../media/image343.png"/><Relationship Id="rId24" Type="http://schemas.openxmlformats.org/officeDocument/2006/relationships/image" Target="../media/image356.png"/><Relationship Id="rId5" Type="http://schemas.openxmlformats.org/officeDocument/2006/relationships/image" Target="../media/image337.png"/><Relationship Id="rId15" Type="http://schemas.openxmlformats.org/officeDocument/2006/relationships/image" Target="../media/image347.png"/><Relationship Id="rId23" Type="http://schemas.openxmlformats.org/officeDocument/2006/relationships/image" Target="../media/image355.png"/><Relationship Id="rId10" Type="http://schemas.openxmlformats.org/officeDocument/2006/relationships/image" Target="../media/image342.png"/><Relationship Id="rId19" Type="http://schemas.openxmlformats.org/officeDocument/2006/relationships/image" Target="../media/image351.png"/><Relationship Id="rId4" Type="http://schemas.openxmlformats.org/officeDocument/2006/relationships/image" Target="../media/image336.png"/><Relationship Id="rId9" Type="http://schemas.openxmlformats.org/officeDocument/2006/relationships/image" Target="../media/image341.png"/><Relationship Id="rId14" Type="http://schemas.openxmlformats.org/officeDocument/2006/relationships/image" Target="../media/image346.png"/><Relationship Id="rId22" Type="http://schemas.openxmlformats.org/officeDocument/2006/relationships/image" Target="../media/image3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8.png"/><Relationship Id="rId2" Type="http://schemas.openxmlformats.org/officeDocument/2006/relationships/image" Target="../media/image35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png"/><Relationship Id="rId13" Type="http://schemas.openxmlformats.org/officeDocument/2006/relationships/image" Target="../media/image370.png"/><Relationship Id="rId18" Type="http://schemas.openxmlformats.org/officeDocument/2006/relationships/image" Target="../media/image375.png"/><Relationship Id="rId26" Type="http://schemas.openxmlformats.org/officeDocument/2006/relationships/image" Target="../media/image383.png"/><Relationship Id="rId3" Type="http://schemas.openxmlformats.org/officeDocument/2006/relationships/image" Target="../media/image360.png"/><Relationship Id="rId21" Type="http://schemas.openxmlformats.org/officeDocument/2006/relationships/image" Target="../media/image378.png"/><Relationship Id="rId7" Type="http://schemas.openxmlformats.org/officeDocument/2006/relationships/image" Target="../media/image364.png"/><Relationship Id="rId12" Type="http://schemas.openxmlformats.org/officeDocument/2006/relationships/image" Target="../media/image369.png"/><Relationship Id="rId17" Type="http://schemas.openxmlformats.org/officeDocument/2006/relationships/image" Target="../media/image374.png"/><Relationship Id="rId25" Type="http://schemas.openxmlformats.org/officeDocument/2006/relationships/image" Target="../media/image382.png"/><Relationship Id="rId2" Type="http://schemas.openxmlformats.org/officeDocument/2006/relationships/image" Target="../media/image359.png"/><Relationship Id="rId16" Type="http://schemas.openxmlformats.org/officeDocument/2006/relationships/image" Target="../media/image373.png"/><Relationship Id="rId20" Type="http://schemas.openxmlformats.org/officeDocument/2006/relationships/image" Target="../media/image3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3.png"/><Relationship Id="rId11" Type="http://schemas.openxmlformats.org/officeDocument/2006/relationships/image" Target="../media/image368.png"/><Relationship Id="rId24" Type="http://schemas.openxmlformats.org/officeDocument/2006/relationships/image" Target="../media/image381.png"/><Relationship Id="rId5" Type="http://schemas.openxmlformats.org/officeDocument/2006/relationships/image" Target="../media/image362.png"/><Relationship Id="rId15" Type="http://schemas.openxmlformats.org/officeDocument/2006/relationships/image" Target="../media/image372.png"/><Relationship Id="rId23" Type="http://schemas.openxmlformats.org/officeDocument/2006/relationships/image" Target="../media/image380.png"/><Relationship Id="rId10" Type="http://schemas.openxmlformats.org/officeDocument/2006/relationships/image" Target="../media/image367.png"/><Relationship Id="rId19" Type="http://schemas.openxmlformats.org/officeDocument/2006/relationships/image" Target="../media/image376.png"/><Relationship Id="rId4" Type="http://schemas.openxmlformats.org/officeDocument/2006/relationships/image" Target="../media/image361.png"/><Relationship Id="rId9" Type="http://schemas.openxmlformats.org/officeDocument/2006/relationships/image" Target="../media/image366.png"/><Relationship Id="rId14" Type="http://schemas.openxmlformats.org/officeDocument/2006/relationships/image" Target="../media/image371.png"/><Relationship Id="rId22" Type="http://schemas.openxmlformats.org/officeDocument/2006/relationships/image" Target="../media/image37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13" Type="http://schemas.openxmlformats.org/officeDocument/2006/relationships/image" Target="../media/image395.png"/><Relationship Id="rId3" Type="http://schemas.openxmlformats.org/officeDocument/2006/relationships/image" Target="../media/image385.png"/><Relationship Id="rId7" Type="http://schemas.openxmlformats.org/officeDocument/2006/relationships/image" Target="../media/image389.png"/><Relationship Id="rId12" Type="http://schemas.openxmlformats.org/officeDocument/2006/relationships/image" Target="../media/image394.png"/><Relationship Id="rId2" Type="http://schemas.openxmlformats.org/officeDocument/2006/relationships/image" Target="../media/image3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8.png"/><Relationship Id="rId11" Type="http://schemas.openxmlformats.org/officeDocument/2006/relationships/image" Target="../media/image393.png"/><Relationship Id="rId5" Type="http://schemas.openxmlformats.org/officeDocument/2006/relationships/image" Target="../media/image387.png"/><Relationship Id="rId10" Type="http://schemas.openxmlformats.org/officeDocument/2006/relationships/image" Target="../media/image392.png"/><Relationship Id="rId4" Type="http://schemas.openxmlformats.org/officeDocument/2006/relationships/image" Target="../media/image386.png"/><Relationship Id="rId9" Type="http://schemas.openxmlformats.org/officeDocument/2006/relationships/image" Target="../media/image39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2.png"/><Relationship Id="rId13" Type="http://schemas.openxmlformats.org/officeDocument/2006/relationships/image" Target="../media/image407.png"/><Relationship Id="rId18" Type="http://schemas.openxmlformats.org/officeDocument/2006/relationships/image" Target="../media/image412.png"/><Relationship Id="rId26" Type="http://schemas.openxmlformats.org/officeDocument/2006/relationships/image" Target="../media/image420.png"/><Relationship Id="rId3" Type="http://schemas.openxmlformats.org/officeDocument/2006/relationships/image" Target="../media/image397.png"/><Relationship Id="rId21" Type="http://schemas.openxmlformats.org/officeDocument/2006/relationships/image" Target="../media/image415.png"/><Relationship Id="rId7" Type="http://schemas.openxmlformats.org/officeDocument/2006/relationships/image" Target="../media/image401.png"/><Relationship Id="rId12" Type="http://schemas.openxmlformats.org/officeDocument/2006/relationships/image" Target="../media/image406.png"/><Relationship Id="rId17" Type="http://schemas.openxmlformats.org/officeDocument/2006/relationships/image" Target="../media/image411.png"/><Relationship Id="rId25" Type="http://schemas.openxmlformats.org/officeDocument/2006/relationships/image" Target="../media/image419.png"/><Relationship Id="rId2" Type="http://schemas.openxmlformats.org/officeDocument/2006/relationships/image" Target="../media/image396.png"/><Relationship Id="rId16" Type="http://schemas.openxmlformats.org/officeDocument/2006/relationships/image" Target="../media/image410.png"/><Relationship Id="rId20" Type="http://schemas.openxmlformats.org/officeDocument/2006/relationships/image" Target="../media/image414.png"/><Relationship Id="rId29" Type="http://schemas.openxmlformats.org/officeDocument/2006/relationships/image" Target="../media/image4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11" Type="http://schemas.openxmlformats.org/officeDocument/2006/relationships/image" Target="../media/image405.png"/><Relationship Id="rId24" Type="http://schemas.openxmlformats.org/officeDocument/2006/relationships/image" Target="../media/image418.png"/><Relationship Id="rId5" Type="http://schemas.openxmlformats.org/officeDocument/2006/relationships/image" Target="../media/image399.png"/><Relationship Id="rId15" Type="http://schemas.openxmlformats.org/officeDocument/2006/relationships/image" Target="../media/image409.png"/><Relationship Id="rId23" Type="http://schemas.openxmlformats.org/officeDocument/2006/relationships/image" Target="../media/image417.png"/><Relationship Id="rId28" Type="http://schemas.openxmlformats.org/officeDocument/2006/relationships/image" Target="../media/image422.png"/><Relationship Id="rId10" Type="http://schemas.openxmlformats.org/officeDocument/2006/relationships/image" Target="../media/image404.png"/><Relationship Id="rId19" Type="http://schemas.openxmlformats.org/officeDocument/2006/relationships/image" Target="../media/image413.png"/><Relationship Id="rId4" Type="http://schemas.openxmlformats.org/officeDocument/2006/relationships/image" Target="../media/image398.png"/><Relationship Id="rId9" Type="http://schemas.openxmlformats.org/officeDocument/2006/relationships/image" Target="../media/image403.png"/><Relationship Id="rId14" Type="http://schemas.openxmlformats.org/officeDocument/2006/relationships/image" Target="../media/image408.png"/><Relationship Id="rId22" Type="http://schemas.openxmlformats.org/officeDocument/2006/relationships/image" Target="../media/image416.png"/><Relationship Id="rId27" Type="http://schemas.openxmlformats.org/officeDocument/2006/relationships/image" Target="../media/image42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8.png"/><Relationship Id="rId3" Type="http://schemas.openxmlformats.org/officeDocument/2006/relationships/image" Target="../media/image398.png"/><Relationship Id="rId7" Type="http://schemas.openxmlformats.org/officeDocument/2006/relationships/image" Target="../media/image427.png"/><Relationship Id="rId2" Type="http://schemas.openxmlformats.org/officeDocument/2006/relationships/image" Target="../media/image4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6.png"/><Relationship Id="rId5" Type="http://schemas.openxmlformats.org/officeDocument/2006/relationships/image" Target="../media/image425.png"/><Relationship Id="rId10" Type="http://schemas.openxmlformats.org/officeDocument/2006/relationships/image" Target="../media/image430.png"/><Relationship Id="rId4" Type="http://schemas.openxmlformats.org/officeDocument/2006/relationships/image" Target="../media/image399.png"/><Relationship Id="rId9" Type="http://schemas.openxmlformats.org/officeDocument/2006/relationships/image" Target="../media/image42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7.png"/><Relationship Id="rId13" Type="http://schemas.openxmlformats.org/officeDocument/2006/relationships/image" Target="../media/image442.png"/><Relationship Id="rId18" Type="http://schemas.openxmlformats.org/officeDocument/2006/relationships/image" Target="../media/image447.png"/><Relationship Id="rId3" Type="http://schemas.openxmlformats.org/officeDocument/2006/relationships/image" Target="../media/image432.png"/><Relationship Id="rId21" Type="http://schemas.openxmlformats.org/officeDocument/2006/relationships/image" Target="../media/image450.png"/><Relationship Id="rId7" Type="http://schemas.openxmlformats.org/officeDocument/2006/relationships/image" Target="../media/image436.png"/><Relationship Id="rId12" Type="http://schemas.openxmlformats.org/officeDocument/2006/relationships/image" Target="../media/image441.png"/><Relationship Id="rId17" Type="http://schemas.openxmlformats.org/officeDocument/2006/relationships/image" Target="../media/image446.png"/><Relationship Id="rId2" Type="http://schemas.openxmlformats.org/officeDocument/2006/relationships/image" Target="../media/image431.png"/><Relationship Id="rId16" Type="http://schemas.openxmlformats.org/officeDocument/2006/relationships/image" Target="../media/image445.png"/><Relationship Id="rId20" Type="http://schemas.openxmlformats.org/officeDocument/2006/relationships/image" Target="../media/image4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5.png"/><Relationship Id="rId11" Type="http://schemas.openxmlformats.org/officeDocument/2006/relationships/image" Target="../media/image440.png"/><Relationship Id="rId5" Type="http://schemas.openxmlformats.org/officeDocument/2006/relationships/image" Target="../media/image434.png"/><Relationship Id="rId15" Type="http://schemas.openxmlformats.org/officeDocument/2006/relationships/image" Target="../media/image444.png"/><Relationship Id="rId23" Type="http://schemas.openxmlformats.org/officeDocument/2006/relationships/image" Target="../media/image452.png"/><Relationship Id="rId10" Type="http://schemas.openxmlformats.org/officeDocument/2006/relationships/image" Target="../media/image439.png"/><Relationship Id="rId19" Type="http://schemas.openxmlformats.org/officeDocument/2006/relationships/image" Target="../media/image448.png"/><Relationship Id="rId4" Type="http://schemas.openxmlformats.org/officeDocument/2006/relationships/image" Target="../media/image433.png"/><Relationship Id="rId9" Type="http://schemas.openxmlformats.org/officeDocument/2006/relationships/image" Target="../media/image438.png"/><Relationship Id="rId14" Type="http://schemas.openxmlformats.org/officeDocument/2006/relationships/image" Target="../media/image443.png"/><Relationship Id="rId22" Type="http://schemas.openxmlformats.org/officeDocument/2006/relationships/image" Target="../media/image45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9.png"/><Relationship Id="rId13" Type="http://schemas.openxmlformats.org/officeDocument/2006/relationships/image" Target="../media/image464.png"/><Relationship Id="rId18" Type="http://schemas.openxmlformats.org/officeDocument/2006/relationships/image" Target="../media/image469.png"/><Relationship Id="rId3" Type="http://schemas.openxmlformats.org/officeDocument/2006/relationships/image" Target="../media/image454.png"/><Relationship Id="rId7" Type="http://schemas.openxmlformats.org/officeDocument/2006/relationships/image" Target="../media/image458.png"/><Relationship Id="rId12" Type="http://schemas.openxmlformats.org/officeDocument/2006/relationships/image" Target="../media/image463.png"/><Relationship Id="rId17" Type="http://schemas.openxmlformats.org/officeDocument/2006/relationships/image" Target="../media/image468.png"/><Relationship Id="rId2" Type="http://schemas.openxmlformats.org/officeDocument/2006/relationships/image" Target="../media/image453.png"/><Relationship Id="rId16" Type="http://schemas.openxmlformats.org/officeDocument/2006/relationships/image" Target="../media/image4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7.png"/><Relationship Id="rId11" Type="http://schemas.openxmlformats.org/officeDocument/2006/relationships/image" Target="../media/image462.png"/><Relationship Id="rId5" Type="http://schemas.openxmlformats.org/officeDocument/2006/relationships/image" Target="../media/image456.png"/><Relationship Id="rId15" Type="http://schemas.openxmlformats.org/officeDocument/2006/relationships/image" Target="../media/image466.png"/><Relationship Id="rId10" Type="http://schemas.openxmlformats.org/officeDocument/2006/relationships/image" Target="../media/image461.png"/><Relationship Id="rId19" Type="http://schemas.openxmlformats.org/officeDocument/2006/relationships/image" Target="../media/image470.png"/><Relationship Id="rId4" Type="http://schemas.openxmlformats.org/officeDocument/2006/relationships/image" Target="../media/image455.png"/><Relationship Id="rId9" Type="http://schemas.openxmlformats.org/officeDocument/2006/relationships/image" Target="../media/image460.png"/><Relationship Id="rId14" Type="http://schemas.openxmlformats.org/officeDocument/2006/relationships/image" Target="../media/image46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7.png"/><Relationship Id="rId13" Type="http://schemas.openxmlformats.org/officeDocument/2006/relationships/image" Target="../media/image482.png"/><Relationship Id="rId3" Type="http://schemas.openxmlformats.org/officeDocument/2006/relationships/image" Target="../media/image472.png"/><Relationship Id="rId7" Type="http://schemas.openxmlformats.org/officeDocument/2006/relationships/image" Target="../media/image476.png"/><Relationship Id="rId12" Type="http://schemas.openxmlformats.org/officeDocument/2006/relationships/image" Target="../media/image481.png"/><Relationship Id="rId2" Type="http://schemas.openxmlformats.org/officeDocument/2006/relationships/image" Target="../media/image4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5.png"/><Relationship Id="rId11" Type="http://schemas.openxmlformats.org/officeDocument/2006/relationships/image" Target="../media/image480.png"/><Relationship Id="rId5" Type="http://schemas.openxmlformats.org/officeDocument/2006/relationships/image" Target="../media/image474.png"/><Relationship Id="rId10" Type="http://schemas.openxmlformats.org/officeDocument/2006/relationships/image" Target="../media/image479.png"/><Relationship Id="rId4" Type="http://schemas.openxmlformats.org/officeDocument/2006/relationships/image" Target="../media/image473.png"/><Relationship Id="rId9" Type="http://schemas.openxmlformats.org/officeDocument/2006/relationships/image" Target="../media/image478.png"/><Relationship Id="rId14" Type="http://schemas.openxmlformats.org/officeDocument/2006/relationships/image" Target="../media/image48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8.png"/><Relationship Id="rId3" Type="http://schemas.openxmlformats.org/officeDocument/2006/relationships/image" Target="../media/image399.png"/><Relationship Id="rId7" Type="http://schemas.openxmlformats.org/officeDocument/2006/relationships/image" Target="../media/image487.png"/><Relationship Id="rId2" Type="http://schemas.openxmlformats.org/officeDocument/2006/relationships/image" Target="../media/image3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6.png"/><Relationship Id="rId5" Type="http://schemas.openxmlformats.org/officeDocument/2006/relationships/image" Target="../media/image485.png"/><Relationship Id="rId4" Type="http://schemas.openxmlformats.org/officeDocument/2006/relationships/image" Target="../media/image48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1.png"/><Relationship Id="rId13" Type="http://schemas.openxmlformats.org/officeDocument/2006/relationships/image" Target="../media/image496.png"/><Relationship Id="rId18" Type="http://schemas.openxmlformats.org/officeDocument/2006/relationships/image" Target="../media/image501.png"/><Relationship Id="rId3" Type="http://schemas.openxmlformats.org/officeDocument/2006/relationships/image" Target="NULL"/><Relationship Id="rId21" Type="http://schemas.openxmlformats.org/officeDocument/2006/relationships/image" Target="../media/image504.png"/><Relationship Id="rId7" Type="http://schemas.openxmlformats.org/officeDocument/2006/relationships/image" Target="../media/image490.png"/><Relationship Id="rId12" Type="http://schemas.openxmlformats.org/officeDocument/2006/relationships/image" Target="../media/image495.png"/><Relationship Id="rId17" Type="http://schemas.openxmlformats.org/officeDocument/2006/relationships/image" Target="../media/image500.png"/><Relationship Id="rId2" Type="http://schemas.openxmlformats.org/officeDocument/2006/relationships/image" Target="NULL"/><Relationship Id="rId16" Type="http://schemas.openxmlformats.org/officeDocument/2006/relationships/image" Target="../media/image499.png"/><Relationship Id="rId20" Type="http://schemas.openxmlformats.org/officeDocument/2006/relationships/image" Target="../media/image5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9.png"/><Relationship Id="rId11" Type="http://schemas.openxmlformats.org/officeDocument/2006/relationships/image" Target="../media/image494.png"/><Relationship Id="rId5" Type="http://schemas.openxmlformats.org/officeDocument/2006/relationships/image" Target="NULL"/><Relationship Id="rId15" Type="http://schemas.openxmlformats.org/officeDocument/2006/relationships/image" Target="../media/image498.png"/><Relationship Id="rId10" Type="http://schemas.openxmlformats.org/officeDocument/2006/relationships/image" Target="../media/image493.png"/><Relationship Id="rId19" Type="http://schemas.openxmlformats.org/officeDocument/2006/relationships/image" Target="../media/image502.png"/><Relationship Id="rId4" Type="http://schemas.openxmlformats.org/officeDocument/2006/relationships/image" Target="NULL"/><Relationship Id="rId9" Type="http://schemas.openxmlformats.org/officeDocument/2006/relationships/image" Target="../media/image492.png"/><Relationship Id="rId14" Type="http://schemas.openxmlformats.org/officeDocument/2006/relationships/image" Target="../media/image49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9.png"/><Relationship Id="rId3" Type="http://schemas.openxmlformats.org/officeDocument/2006/relationships/image" Target="../media/image505.png"/><Relationship Id="rId7" Type="http://schemas.openxmlformats.org/officeDocument/2006/relationships/image" Target="../media/image508.png"/><Relationship Id="rId2" Type="http://schemas.openxmlformats.org/officeDocument/2006/relationships/image" Target="../media/image4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7.png"/><Relationship Id="rId5" Type="http://schemas.openxmlformats.org/officeDocument/2006/relationships/image" Target="../media/image506.png"/><Relationship Id="rId4" Type="http://schemas.openxmlformats.org/officeDocument/2006/relationships/image" Target="../media/image50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1.png"/><Relationship Id="rId13" Type="http://schemas.openxmlformats.org/officeDocument/2006/relationships/image" Target="../media/image515.png"/><Relationship Id="rId3" Type="http://schemas.openxmlformats.org/officeDocument/2006/relationships/image" Target="NULL"/><Relationship Id="rId7" Type="http://schemas.openxmlformats.org/officeDocument/2006/relationships/image" Target="../media/image510.png"/><Relationship Id="rId12" Type="http://schemas.openxmlformats.org/officeDocument/2006/relationships/image" Target="../media/image5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2.png"/><Relationship Id="rId11" Type="http://schemas.openxmlformats.org/officeDocument/2006/relationships/image" Target="../media/image513.png"/><Relationship Id="rId5" Type="http://schemas.openxmlformats.org/officeDocument/2006/relationships/image" Target="NULL"/><Relationship Id="rId15" Type="http://schemas.openxmlformats.org/officeDocument/2006/relationships/image" Target="../media/image517.png"/><Relationship Id="rId10" Type="http://schemas.openxmlformats.org/officeDocument/2006/relationships/image" Target="../media/image499.png"/><Relationship Id="rId4" Type="http://schemas.openxmlformats.org/officeDocument/2006/relationships/image" Target="NULL"/><Relationship Id="rId9" Type="http://schemas.openxmlformats.org/officeDocument/2006/relationships/image" Target="../media/image512.png"/><Relationship Id="rId14" Type="http://schemas.openxmlformats.org/officeDocument/2006/relationships/image" Target="../media/image51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4.png"/><Relationship Id="rId3" Type="http://schemas.openxmlformats.org/officeDocument/2006/relationships/image" Target="../media/image519.png"/><Relationship Id="rId7" Type="http://schemas.openxmlformats.org/officeDocument/2006/relationships/image" Target="../media/image523.png"/><Relationship Id="rId2" Type="http://schemas.openxmlformats.org/officeDocument/2006/relationships/image" Target="../media/image5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2.png"/><Relationship Id="rId5" Type="http://schemas.openxmlformats.org/officeDocument/2006/relationships/image" Target="../media/image521.png"/><Relationship Id="rId10" Type="http://schemas.openxmlformats.org/officeDocument/2006/relationships/image" Target="../media/image526.png"/><Relationship Id="rId4" Type="http://schemas.openxmlformats.org/officeDocument/2006/relationships/image" Target="../media/image520.png"/><Relationship Id="rId9" Type="http://schemas.openxmlformats.org/officeDocument/2006/relationships/image" Target="../media/image52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3.png"/><Relationship Id="rId3" Type="http://schemas.openxmlformats.org/officeDocument/2006/relationships/image" Target="../media/image528.png"/><Relationship Id="rId7" Type="http://schemas.openxmlformats.org/officeDocument/2006/relationships/image" Target="../media/image532.png"/><Relationship Id="rId2" Type="http://schemas.openxmlformats.org/officeDocument/2006/relationships/image" Target="../media/image5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1.png"/><Relationship Id="rId5" Type="http://schemas.openxmlformats.org/officeDocument/2006/relationships/image" Target="../media/image530.png"/><Relationship Id="rId4" Type="http://schemas.openxmlformats.org/officeDocument/2006/relationships/image" Target="../media/image529.png"/><Relationship Id="rId9" Type="http://schemas.openxmlformats.org/officeDocument/2006/relationships/image" Target="../media/image53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1.png"/><Relationship Id="rId13" Type="http://schemas.openxmlformats.org/officeDocument/2006/relationships/image" Target="../media/image546.png"/><Relationship Id="rId18" Type="http://schemas.openxmlformats.org/officeDocument/2006/relationships/image" Target="../media/image551.png"/><Relationship Id="rId26" Type="http://schemas.openxmlformats.org/officeDocument/2006/relationships/image" Target="../media/image559.png"/><Relationship Id="rId3" Type="http://schemas.openxmlformats.org/officeDocument/2006/relationships/image" Target="../media/image536.png"/><Relationship Id="rId21" Type="http://schemas.openxmlformats.org/officeDocument/2006/relationships/image" Target="../media/image554.png"/><Relationship Id="rId7" Type="http://schemas.openxmlformats.org/officeDocument/2006/relationships/image" Target="../media/image540.png"/><Relationship Id="rId12" Type="http://schemas.openxmlformats.org/officeDocument/2006/relationships/image" Target="../media/image545.png"/><Relationship Id="rId17" Type="http://schemas.openxmlformats.org/officeDocument/2006/relationships/image" Target="../media/image550.png"/><Relationship Id="rId25" Type="http://schemas.openxmlformats.org/officeDocument/2006/relationships/image" Target="../media/image558.png"/><Relationship Id="rId2" Type="http://schemas.openxmlformats.org/officeDocument/2006/relationships/image" Target="../media/image535.png"/><Relationship Id="rId16" Type="http://schemas.openxmlformats.org/officeDocument/2006/relationships/image" Target="../media/image549.png"/><Relationship Id="rId20" Type="http://schemas.openxmlformats.org/officeDocument/2006/relationships/image" Target="../media/image553.png"/><Relationship Id="rId29" Type="http://schemas.openxmlformats.org/officeDocument/2006/relationships/image" Target="../media/image5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9.png"/><Relationship Id="rId11" Type="http://schemas.openxmlformats.org/officeDocument/2006/relationships/image" Target="../media/image544.png"/><Relationship Id="rId24" Type="http://schemas.openxmlformats.org/officeDocument/2006/relationships/image" Target="../media/image557.png"/><Relationship Id="rId5" Type="http://schemas.openxmlformats.org/officeDocument/2006/relationships/image" Target="../media/image538.png"/><Relationship Id="rId15" Type="http://schemas.openxmlformats.org/officeDocument/2006/relationships/image" Target="../media/image548.png"/><Relationship Id="rId23" Type="http://schemas.openxmlformats.org/officeDocument/2006/relationships/image" Target="../media/image556.png"/><Relationship Id="rId28" Type="http://schemas.openxmlformats.org/officeDocument/2006/relationships/image" Target="../media/image561.png"/><Relationship Id="rId10" Type="http://schemas.openxmlformats.org/officeDocument/2006/relationships/image" Target="../media/image543.png"/><Relationship Id="rId19" Type="http://schemas.openxmlformats.org/officeDocument/2006/relationships/image" Target="../media/image552.png"/><Relationship Id="rId4" Type="http://schemas.openxmlformats.org/officeDocument/2006/relationships/image" Target="../media/image537.png"/><Relationship Id="rId9" Type="http://schemas.openxmlformats.org/officeDocument/2006/relationships/image" Target="../media/image542.png"/><Relationship Id="rId14" Type="http://schemas.openxmlformats.org/officeDocument/2006/relationships/image" Target="../media/image547.png"/><Relationship Id="rId22" Type="http://schemas.openxmlformats.org/officeDocument/2006/relationships/image" Target="../media/image555.png"/><Relationship Id="rId27" Type="http://schemas.openxmlformats.org/officeDocument/2006/relationships/image" Target="../media/image560.png"/><Relationship Id="rId30" Type="http://schemas.openxmlformats.org/officeDocument/2006/relationships/image" Target="../media/image56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3" Type="http://schemas.openxmlformats.org/officeDocument/2006/relationships/image" Target="../media/image565.png"/><Relationship Id="rId7" Type="http://schemas.openxmlformats.org/officeDocument/2006/relationships/image" Target="../media/image569.png"/><Relationship Id="rId2" Type="http://schemas.openxmlformats.org/officeDocument/2006/relationships/image" Target="../media/image5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8.png"/><Relationship Id="rId5" Type="http://schemas.openxmlformats.org/officeDocument/2006/relationships/image" Target="../media/image567.png"/><Relationship Id="rId4" Type="http://schemas.openxmlformats.org/officeDocument/2006/relationships/image" Target="../media/image566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7.png"/><Relationship Id="rId13" Type="http://schemas.openxmlformats.org/officeDocument/2006/relationships/image" Target="../media/image582.png"/><Relationship Id="rId3" Type="http://schemas.openxmlformats.org/officeDocument/2006/relationships/image" Target="../media/image572.png"/><Relationship Id="rId7" Type="http://schemas.openxmlformats.org/officeDocument/2006/relationships/image" Target="../media/image576.png"/><Relationship Id="rId12" Type="http://schemas.openxmlformats.org/officeDocument/2006/relationships/image" Target="../media/image581.png"/><Relationship Id="rId2" Type="http://schemas.openxmlformats.org/officeDocument/2006/relationships/image" Target="../media/image571.png"/><Relationship Id="rId16" Type="http://schemas.openxmlformats.org/officeDocument/2006/relationships/image" Target="../media/image5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5.png"/><Relationship Id="rId11" Type="http://schemas.openxmlformats.org/officeDocument/2006/relationships/image" Target="../media/image580.png"/><Relationship Id="rId5" Type="http://schemas.openxmlformats.org/officeDocument/2006/relationships/image" Target="../media/image574.png"/><Relationship Id="rId15" Type="http://schemas.openxmlformats.org/officeDocument/2006/relationships/image" Target="../media/image584.png"/><Relationship Id="rId10" Type="http://schemas.openxmlformats.org/officeDocument/2006/relationships/image" Target="../media/image579.png"/><Relationship Id="rId4" Type="http://schemas.openxmlformats.org/officeDocument/2006/relationships/image" Target="../media/image573.png"/><Relationship Id="rId9" Type="http://schemas.openxmlformats.org/officeDocument/2006/relationships/image" Target="../media/image578.png"/><Relationship Id="rId14" Type="http://schemas.openxmlformats.org/officeDocument/2006/relationships/image" Target="../media/image583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2.png"/><Relationship Id="rId13" Type="http://schemas.openxmlformats.org/officeDocument/2006/relationships/image" Target="../media/image597.png"/><Relationship Id="rId3" Type="http://schemas.openxmlformats.org/officeDocument/2006/relationships/image" Target="../media/image587.png"/><Relationship Id="rId7" Type="http://schemas.openxmlformats.org/officeDocument/2006/relationships/image" Target="../media/image591.png"/><Relationship Id="rId12" Type="http://schemas.openxmlformats.org/officeDocument/2006/relationships/image" Target="../media/image596.png"/><Relationship Id="rId2" Type="http://schemas.openxmlformats.org/officeDocument/2006/relationships/image" Target="../media/image5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0.png"/><Relationship Id="rId11" Type="http://schemas.openxmlformats.org/officeDocument/2006/relationships/image" Target="../media/image595.png"/><Relationship Id="rId5" Type="http://schemas.openxmlformats.org/officeDocument/2006/relationships/image" Target="../media/image589.png"/><Relationship Id="rId10" Type="http://schemas.openxmlformats.org/officeDocument/2006/relationships/image" Target="../media/image594.png"/><Relationship Id="rId4" Type="http://schemas.openxmlformats.org/officeDocument/2006/relationships/image" Target="../media/image588.png"/><Relationship Id="rId9" Type="http://schemas.openxmlformats.org/officeDocument/2006/relationships/image" Target="../media/image593.png"/><Relationship Id="rId14" Type="http://schemas.openxmlformats.org/officeDocument/2006/relationships/image" Target="../media/image5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8C29C2E5-85DF-4BCB-99F4-C11054F30716}"/>
              </a:ext>
            </a:extLst>
          </p:cNvPr>
          <p:cNvGrpSpPr/>
          <p:nvPr/>
        </p:nvGrpSpPr>
        <p:grpSpPr>
          <a:xfrm>
            <a:off x="2773600" y="389678"/>
            <a:ext cx="4236099" cy="851293"/>
            <a:chOff x="3100171" y="1602658"/>
            <a:chExt cx="4236099" cy="851293"/>
          </a:xfrm>
        </p:grpSpPr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5A336DE-49C1-4CF4-880A-944FC05588F3}"/>
                </a:ext>
              </a:extLst>
            </p:cNvPr>
            <p:cNvSpPr txBox="1"/>
            <p:nvPr/>
          </p:nvSpPr>
          <p:spPr>
            <a:xfrm>
              <a:off x="3100171" y="1705138"/>
              <a:ext cx="15488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Input</a:t>
              </a:r>
            </a:p>
            <a:p>
              <a:pPr algn="ctr"/>
              <a:r>
                <a:rPr lang="en-US" dirty="0"/>
                <a:t>“Excitación”</a:t>
              </a:r>
              <a:endParaRPr lang="es-CL" dirty="0"/>
            </a:p>
          </p:txBody>
        </p:sp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905B6AAF-51B8-4D35-B9B4-9A32B2794795}"/>
                </a:ext>
              </a:extLst>
            </p:cNvPr>
            <p:cNvSpPr/>
            <p:nvPr/>
          </p:nvSpPr>
          <p:spPr>
            <a:xfrm>
              <a:off x="4483510" y="1602658"/>
              <a:ext cx="1469421" cy="851293"/>
            </a:xfrm>
            <a:prstGeom prst="round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Sistema</a:t>
              </a:r>
              <a:endParaRPr lang="es-CL" dirty="0"/>
            </a:p>
          </p:txBody>
        </p:sp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224D0155-60C2-43B8-8B22-4E7E2CEC5911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3265714" y="2028305"/>
              <a:ext cx="1217796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8C20FBA0-5725-4C1C-A24A-1BAF0FEBEBFF}"/>
                </a:ext>
              </a:extLst>
            </p:cNvPr>
            <p:cNvSpPr txBox="1"/>
            <p:nvPr/>
          </p:nvSpPr>
          <p:spPr>
            <a:xfrm>
              <a:off x="5787389" y="1705138"/>
              <a:ext cx="15488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Output</a:t>
              </a:r>
            </a:p>
            <a:p>
              <a:pPr algn="ctr"/>
              <a:r>
                <a:rPr lang="en-US" dirty="0"/>
                <a:t>“Respuesta”</a:t>
              </a:r>
              <a:endParaRPr lang="es-CL" dirty="0"/>
            </a:p>
          </p:txBody>
        </p: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9B00B13A-4767-42E0-B9F3-1FD57AF6ABA4}"/>
                </a:ext>
              </a:extLst>
            </p:cNvPr>
            <p:cNvCxnSpPr>
              <a:cxnSpLocks/>
            </p:cNvCxnSpPr>
            <p:nvPr/>
          </p:nvCxnSpPr>
          <p:spPr>
            <a:xfrm>
              <a:off x="5952932" y="2028305"/>
              <a:ext cx="1217796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3" name="Grupo 112">
            <a:extLst>
              <a:ext uri="{FF2B5EF4-FFF2-40B4-BE49-F238E27FC236}">
                <a16:creationId xmlns:a16="http://schemas.microsoft.com/office/drawing/2014/main" id="{3D6B92E3-930D-47FC-80B3-BC06C42408B9}"/>
              </a:ext>
            </a:extLst>
          </p:cNvPr>
          <p:cNvGrpSpPr/>
          <p:nvPr/>
        </p:nvGrpSpPr>
        <p:grpSpPr>
          <a:xfrm>
            <a:off x="2427019" y="2209970"/>
            <a:ext cx="3876991" cy="1787515"/>
            <a:chOff x="2427019" y="2209970"/>
            <a:chExt cx="3876991" cy="1787515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0062A816-F3C4-4908-BA9B-F310A29D77F3}"/>
                </a:ext>
              </a:extLst>
            </p:cNvPr>
            <p:cNvCxnSpPr>
              <a:cxnSpLocks/>
            </p:cNvCxnSpPr>
            <p:nvPr/>
          </p:nvCxnSpPr>
          <p:spPr>
            <a:xfrm>
              <a:off x="2783990" y="2473036"/>
              <a:ext cx="0" cy="108065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55B061F8-B9A2-4FA7-AE4C-C03979C5D8DD}"/>
                </a:ext>
              </a:extLst>
            </p:cNvPr>
            <p:cNvCxnSpPr/>
            <p:nvPr/>
          </p:nvCxnSpPr>
          <p:spPr>
            <a:xfrm flipV="1">
              <a:off x="2427019" y="2593910"/>
              <a:ext cx="356971" cy="24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E1F92DFE-6731-454A-8B54-D6911F4727E7}"/>
                </a:ext>
              </a:extLst>
            </p:cNvPr>
            <p:cNvCxnSpPr/>
            <p:nvPr/>
          </p:nvCxnSpPr>
          <p:spPr>
            <a:xfrm flipV="1">
              <a:off x="2427308" y="2899487"/>
              <a:ext cx="356971" cy="24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5D3BC6AC-5E3F-4E8F-BEED-549F197C93AC}"/>
                </a:ext>
              </a:extLst>
            </p:cNvPr>
            <p:cNvCxnSpPr/>
            <p:nvPr/>
          </p:nvCxnSpPr>
          <p:spPr>
            <a:xfrm flipV="1">
              <a:off x="2427019" y="3206019"/>
              <a:ext cx="356971" cy="2425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327F760E-C086-40AE-99CD-E09340C765D1}"/>
                </a:ext>
              </a:extLst>
            </p:cNvPr>
            <p:cNvCxnSpPr>
              <a:cxnSpLocks/>
            </p:cNvCxnSpPr>
            <p:nvPr/>
          </p:nvCxnSpPr>
          <p:spPr>
            <a:xfrm>
              <a:off x="2773600" y="3009652"/>
              <a:ext cx="68137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176EC75A-F48C-40D8-927A-CAF48148A97D}"/>
                </a:ext>
              </a:extLst>
            </p:cNvPr>
            <p:cNvSpPr/>
            <p:nvPr/>
          </p:nvSpPr>
          <p:spPr>
            <a:xfrm>
              <a:off x="2773600" y="2958864"/>
              <a:ext cx="115071" cy="10909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31B37D91-41FD-4FA6-98DD-B312C1896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4977" y="2593910"/>
              <a:ext cx="93063" cy="42687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52B23B07-2FD1-4AFA-918D-3BE9F5B30D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69945" y="2593910"/>
              <a:ext cx="112123" cy="7883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8A370EED-C20D-4499-9541-894712A95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5350" y="2593910"/>
              <a:ext cx="126309" cy="759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34346A16-A46C-4BF8-BEF9-820AB0F4D7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1659" y="2593909"/>
              <a:ext cx="112123" cy="7883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35A31F8-96B3-4B2F-BEEE-08D91A03A8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9917" y="2608514"/>
              <a:ext cx="126309" cy="75911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CED3C25E-D0C3-47BC-8A26-A2070BA712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44924" y="2620730"/>
              <a:ext cx="91327" cy="4472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7595FF21-E1F6-454F-BE51-77B024FDF415}"/>
                </a:ext>
              </a:extLst>
            </p:cNvPr>
            <p:cNvCxnSpPr>
              <a:cxnSpLocks/>
            </p:cNvCxnSpPr>
            <p:nvPr/>
          </p:nvCxnSpPr>
          <p:spPr>
            <a:xfrm>
              <a:off x="4127045" y="3040077"/>
              <a:ext cx="68137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ED1E2960-90DF-47A5-BDDE-C998E065385D}"/>
                </a:ext>
              </a:extLst>
            </p:cNvPr>
            <p:cNvSpPr/>
            <p:nvPr/>
          </p:nvSpPr>
          <p:spPr>
            <a:xfrm>
              <a:off x="4750886" y="2988073"/>
              <a:ext cx="115071" cy="10909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47" name="Conector recto de flecha 46">
              <a:extLst>
                <a:ext uri="{FF2B5EF4-FFF2-40B4-BE49-F238E27FC236}">
                  <a16:creationId xmlns:a16="http://schemas.microsoft.com/office/drawing/2014/main" id="{EDF07822-3DBB-422A-82E6-901462E561E2}"/>
                </a:ext>
              </a:extLst>
            </p:cNvPr>
            <p:cNvCxnSpPr>
              <a:cxnSpLocks/>
            </p:cNvCxnSpPr>
            <p:nvPr/>
          </p:nvCxnSpPr>
          <p:spPr>
            <a:xfrm>
              <a:off x="4951450" y="3040077"/>
              <a:ext cx="711595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4442147C-FA85-4B90-BEE5-BE23595CFFA3}"/>
                    </a:ext>
                  </a:extLst>
                </p:cNvPr>
                <p:cNvSpPr txBox="1"/>
                <p:nvPr/>
              </p:nvSpPr>
              <p:spPr>
                <a:xfrm>
                  <a:off x="5384405" y="2640320"/>
                  <a:ext cx="7115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4442147C-FA85-4B90-BEE5-BE23595CFF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4405" y="2640320"/>
                  <a:ext cx="711595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Conector recto de flecha 49">
              <a:extLst>
                <a:ext uri="{FF2B5EF4-FFF2-40B4-BE49-F238E27FC236}">
                  <a16:creationId xmlns:a16="http://schemas.microsoft.com/office/drawing/2014/main" id="{A5E01F9A-ABF3-4C78-995E-C802D6C9FDC6}"/>
                </a:ext>
              </a:extLst>
            </p:cNvPr>
            <p:cNvCxnSpPr>
              <a:cxnSpLocks/>
            </p:cNvCxnSpPr>
            <p:nvPr/>
          </p:nvCxnSpPr>
          <p:spPr>
            <a:xfrm>
              <a:off x="4808421" y="3459425"/>
              <a:ext cx="711595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52A6045C-3ADB-48C4-9A16-D9F1CD51A607}"/>
                </a:ext>
              </a:extLst>
            </p:cNvPr>
            <p:cNvCxnSpPr>
              <a:cxnSpLocks/>
            </p:cNvCxnSpPr>
            <p:nvPr/>
          </p:nvCxnSpPr>
          <p:spPr>
            <a:xfrm>
              <a:off x="4808421" y="3206019"/>
              <a:ext cx="0" cy="253406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D4C7BA3C-4EDD-4B63-995E-302DEC0640C4}"/>
                    </a:ext>
                  </a:extLst>
                </p:cNvPr>
                <p:cNvSpPr txBox="1"/>
                <p:nvPr/>
              </p:nvSpPr>
              <p:spPr>
                <a:xfrm>
                  <a:off x="4951450" y="3367633"/>
                  <a:ext cx="1352560" cy="6298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oMath>
                    </m:oMathPara>
                  </a14:m>
                  <a:endParaRPr lang="es-CL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D4C7BA3C-4EDD-4B63-995E-302DEC064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1450" y="3367633"/>
                  <a:ext cx="1352560" cy="62985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CuadroTexto 93">
                  <a:extLst>
                    <a:ext uri="{FF2B5EF4-FFF2-40B4-BE49-F238E27FC236}">
                      <a16:creationId xmlns:a16="http://schemas.microsoft.com/office/drawing/2014/main" id="{50CC53F1-3A30-4FCE-A5EF-2C1C01EC6BDF}"/>
                    </a:ext>
                  </a:extLst>
                </p:cNvPr>
                <p:cNvSpPr txBox="1"/>
                <p:nvPr/>
              </p:nvSpPr>
              <p:spPr>
                <a:xfrm>
                  <a:off x="3138660" y="2209970"/>
                  <a:ext cx="13525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CuadroTexto 93">
                  <a:extLst>
                    <a:ext uri="{FF2B5EF4-FFF2-40B4-BE49-F238E27FC236}">
                      <a16:creationId xmlns:a16="http://schemas.microsoft.com/office/drawing/2014/main" id="{50CC53F1-3A30-4FCE-A5EF-2C1C01EC6B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8660" y="2209970"/>
                  <a:ext cx="135256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upo 111">
            <a:extLst>
              <a:ext uri="{FF2B5EF4-FFF2-40B4-BE49-F238E27FC236}">
                <a16:creationId xmlns:a16="http://schemas.microsoft.com/office/drawing/2014/main" id="{14013AD6-044E-4A01-A5E5-236EBCA9CBD6}"/>
              </a:ext>
            </a:extLst>
          </p:cNvPr>
          <p:cNvGrpSpPr/>
          <p:nvPr/>
        </p:nvGrpSpPr>
        <p:grpSpPr>
          <a:xfrm>
            <a:off x="6114111" y="1253621"/>
            <a:ext cx="5926757" cy="2205804"/>
            <a:chOff x="6359789" y="1537418"/>
            <a:chExt cx="5926757" cy="2205804"/>
          </a:xfrm>
        </p:grpSpPr>
        <p:grpSp>
          <p:nvGrpSpPr>
            <p:cNvPr id="103" name="Grupo 102">
              <a:extLst>
                <a:ext uri="{FF2B5EF4-FFF2-40B4-BE49-F238E27FC236}">
                  <a16:creationId xmlns:a16="http://schemas.microsoft.com/office/drawing/2014/main" id="{5DD23FF9-D8CB-4958-B10E-1C845B5C6ECF}"/>
                </a:ext>
              </a:extLst>
            </p:cNvPr>
            <p:cNvGrpSpPr/>
            <p:nvPr/>
          </p:nvGrpSpPr>
          <p:grpSpPr>
            <a:xfrm>
              <a:off x="6359789" y="1537418"/>
              <a:ext cx="3670425" cy="2205804"/>
              <a:chOff x="6325523" y="1770573"/>
              <a:chExt cx="5227539" cy="29480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CuadroTexto 91">
                    <a:extLst>
                      <a:ext uri="{FF2B5EF4-FFF2-40B4-BE49-F238E27FC236}">
                        <a16:creationId xmlns:a16="http://schemas.microsoft.com/office/drawing/2014/main" id="{4DB2FD7A-1932-402E-B520-F6A3484BDD0E}"/>
                      </a:ext>
                    </a:extLst>
                  </p:cNvPr>
                  <p:cNvSpPr txBox="1"/>
                  <p:nvPr/>
                </p:nvSpPr>
                <p:spPr>
                  <a:xfrm>
                    <a:off x="6325523" y="1814316"/>
                    <a:ext cx="13525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es-CL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2" name="CuadroTexto 91">
                    <a:extLst>
                      <a:ext uri="{FF2B5EF4-FFF2-40B4-BE49-F238E27FC236}">
                        <a16:creationId xmlns:a16="http://schemas.microsoft.com/office/drawing/2014/main" id="{4DB2FD7A-1932-402E-B520-F6A3484BDD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5523" y="1814316"/>
                    <a:ext cx="135256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53333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2" name="Grupo 101">
                <a:extLst>
                  <a:ext uri="{FF2B5EF4-FFF2-40B4-BE49-F238E27FC236}">
                    <a16:creationId xmlns:a16="http://schemas.microsoft.com/office/drawing/2014/main" id="{454F40CB-04B0-4BAD-A851-944932D1C408}"/>
                  </a:ext>
                </a:extLst>
              </p:cNvPr>
              <p:cNvGrpSpPr/>
              <p:nvPr/>
            </p:nvGrpSpPr>
            <p:grpSpPr>
              <a:xfrm>
                <a:off x="6658679" y="1770573"/>
                <a:ext cx="4894383" cy="2948003"/>
                <a:chOff x="6658679" y="1770573"/>
                <a:chExt cx="4894383" cy="294800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CuadroTexto 58">
                      <a:extLst>
                        <a:ext uri="{FF2B5EF4-FFF2-40B4-BE49-F238E27FC236}">
                          <a16:creationId xmlns:a16="http://schemas.microsoft.com/office/drawing/2014/main" id="{97295C6E-A3D2-4726-B376-DA568BD1A22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79021" y="3197574"/>
                      <a:ext cx="13525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oMath>
                        </m:oMathPara>
                      </a14:m>
                      <a:endParaRPr lang="es-C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9" name="CuadroTexto 58">
                      <a:extLst>
                        <a:ext uri="{FF2B5EF4-FFF2-40B4-BE49-F238E27FC236}">
                          <a16:creationId xmlns:a16="http://schemas.microsoft.com/office/drawing/2014/main" id="{97295C6E-A3D2-4726-B376-DA568BD1A22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79021" y="3197574"/>
                      <a:ext cx="1352560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2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0" name="Conector recto 59">
                  <a:extLst>
                    <a:ext uri="{FF2B5EF4-FFF2-40B4-BE49-F238E27FC236}">
                      <a16:creationId xmlns:a16="http://schemas.microsoft.com/office/drawing/2014/main" id="{7CA8DDF1-FD6F-4DB9-B7F0-38FE640170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444629" y="2473036"/>
                  <a:ext cx="0" cy="209314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sp>
              <p:nvSpPr>
                <p:cNvPr id="63" name="Rectángulo 62">
                  <a:extLst>
                    <a:ext uri="{FF2B5EF4-FFF2-40B4-BE49-F238E27FC236}">
                      <a16:creationId xmlns:a16="http://schemas.microsoft.com/office/drawing/2014/main" id="{2F839E53-A65C-4A8A-81C5-B15B3E7BCDFE}"/>
                    </a:ext>
                  </a:extLst>
                </p:cNvPr>
                <p:cNvSpPr/>
                <p:nvPr/>
              </p:nvSpPr>
              <p:spPr>
                <a:xfrm>
                  <a:off x="7444629" y="2191480"/>
                  <a:ext cx="3005289" cy="281556"/>
                </a:xfrm>
                <a:prstGeom prst="rect">
                  <a:avLst/>
                </a:prstGeom>
                <a:solidFill>
                  <a:schemeClr val="tx1">
                    <a:alpha val="23000"/>
                  </a:scheme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CL" dirty="0"/>
                </a:p>
              </p:txBody>
            </p:sp>
            <p:cxnSp>
              <p:nvCxnSpPr>
                <p:cNvPr id="67" name="Conector recto 66">
                  <a:extLst>
                    <a:ext uri="{FF2B5EF4-FFF2-40B4-BE49-F238E27FC236}">
                      <a16:creationId xmlns:a16="http://schemas.microsoft.com/office/drawing/2014/main" id="{909860A4-D6AF-45D7-842F-70C935F41A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450889" y="2473036"/>
                  <a:ext cx="0" cy="209314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68" name="Conector recto 67">
                  <a:extLst>
                    <a:ext uri="{FF2B5EF4-FFF2-40B4-BE49-F238E27FC236}">
                      <a16:creationId xmlns:a16="http://schemas.microsoft.com/office/drawing/2014/main" id="{2F0DFD3F-88D8-4B2F-BAFB-12018ACC98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089352" y="4566176"/>
                  <a:ext cx="373568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71" name="Conector recto 70">
                  <a:extLst>
                    <a:ext uri="{FF2B5EF4-FFF2-40B4-BE49-F238E27FC236}">
                      <a16:creationId xmlns:a16="http://schemas.microsoft.com/office/drawing/2014/main" id="{EB449B40-6619-4F78-BDF2-4D67DAA6BD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41752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73" name="Conector recto 72">
                  <a:extLst>
                    <a:ext uri="{FF2B5EF4-FFF2-40B4-BE49-F238E27FC236}">
                      <a16:creationId xmlns:a16="http://schemas.microsoft.com/office/drawing/2014/main" id="{140E4062-FDD7-49D0-9E77-311A4A8B60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75205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74" name="Conector recto 73">
                  <a:extLst>
                    <a:ext uri="{FF2B5EF4-FFF2-40B4-BE49-F238E27FC236}">
                      <a16:creationId xmlns:a16="http://schemas.microsoft.com/office/drawing/2014/main" id="{E5EC7670-A5B8-4F82-B175-976AFB4746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78082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75" name="Conector recto 74">
                  <a:extLst>
                    <a:ext uri="{FF2B5EF4-FFF2-40B4-BE49-F238E27FC236}">
                      <a16:creationId xmlns:a16="http://schemas.microsoft.com/office/drawing/2014/main" id="{11BC85E9-6729-4437-B3AB-6FDD541B16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80959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76" name="Conector recto 75">
                  <a:extLst>
                    <a:ext uri="{FF2B5EF4-FFF2-40B4-BE49-F238E27FC236}">
                      <a16:creationId xmlns:a16="http://schemas.microsoft.com/office/drawing/2014/main" id="{3576D518-1E6B-4F1C-B493-D0BEE4BC56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83836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77" name="Conector recto 76">
                  <a:extLst>
                    <a:ext uri="{FF2B5EF4-FFF2-40B4-BE49-F238E27FC236}">
                      <a16:creationId xmlns:a16="http://schemas.microsoft.com/office/drawing/2014/main" id="{45C63CB3-D9FF-4152-99F4-1E693DBB6A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317289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78" name="Conector recto 77">
                  <a:extLst>
                    <a:ext uri="{FF2B5EF4-FFF2-40B4-BE49-F238E27FC236}">
                      <a16:creationId xmlns:a16="http://schemas.microsoft.com/office/drawing/2014/main" id="{CA4971C3-FE35-4721-B431-750FB245C6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20166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79" name="Conector recto 78">
                  <a:extLst>
                    <a:ext uri="{FF2B5EF4-FFF2-40B4-BE49-F238E27FC236}">
                      <a16:creationId xmlns:a16="http://schemas.microsoft.com/office/drawing/2014/main" id="{54767EF1-1049-438B-AA69-2740052767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723043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80" name="Conector recto 79">
                  <a:extLst>
                    <a:ext uri="{FF2B5EF4-FFF2-40B4-BE49-F238E27FC236}">
                      <a16:creationId xmlns:a16="http://schemas.microsoft.com/office/drawing/2014/main" id="{39B3F71D-89D6-40C2-8E0E-E8D200CBE7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29315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81" name="Conector recto 80">
                  <a:extLst>
                    <a:ext uri="{FF2B5EF4-FFF2-40B4-BE49-F238E27FC236}">
                      <a16:creationId xmlns:a16="http://schemas.microsoft.com/office/drawing/2014/main" id="{8B8EBC44-10EA-492A-9F36-B23B46A41D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62768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82" name="Conector recto 81">
                  <a:extLst>
                    <a:ext uri="{FF2B5EF4-FFF2-40B4-BE49-F238E27FC236}">
                      <a16:creationId xmlns:a16="http://schemas.microsoft.com/office/drawing/2014/main" id="{613254EC-605B-4214-9286-4E91F59F07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365645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83" name="Conector recto 82">
                  <a:extLst>
                    <a:ext uri="{FF2B5EF4-FFF2-40B4-BE49-F238E27FC236}">
                      <a16:creationId xmlns:a16="http://schemas.microsoft.com/office/drawing/2014/main" id="{2A700753-8DF0-43E9-809E-F3FD39D9BA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568522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84" name="Conector recto 83">
                  <a:extLst>
                    <a:ext uri="{FF2B5EF4-FFF2-40B4-BE49-F238E27FC236}">
                      <a16:creationId xmlns:a16="http://schemas.microsoft.com/office/drawing/2014/main" id="{4B5A2879-C602-4F1D-A394-3BCABA1B88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765575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85" name="Conector recto 84">
                  <a:extLst>
                    <a:ext uri="{FF2B5EF4-FFF2-40B4-BE49-F238E27FC236}">
                      <a16:creationId xmlns:a16="http://schemas.microsoft.com/office/drawing/2014/main" id="{3BB740C4-FF0C-4C1F-871A-01A630BF17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9028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86" name="Conector recto 85">
                  <a:extLst>
                    <a:ext uri="{FF2B5EF4-FFF2-40B4-BE49-F238E27FC236}">
                      <a16:creationId xmlns:a16="http://schemas.microsoft.com/office/drawing/2014/main" id="{CE8C41C6-5727-4D40-8E9E-E9F3C2C28A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201905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87" name="Conector recto 86">
                  <a:extLst>
                    <a:ext uri="{FF2B5EF4-FFF2-40B4-BE49-F238E27FC236}">
                      <a16:creationId xmlns:a16="http://schemas.microsoft.com/office/drawing/2014/main" id="{B31F3F7C-3D58-4488-AF9E-C195676C02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404782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8" name="CuadroTexto 87">
                      <a:extLst>
                        <a:ext uri="{FF2B5EF4-FFF2-40B4-BE49-F238E27FC236}">
                          <a16:creationId xmlns:a16="http://schemas.microsoft.com/office/drawing/2014/main" id="{B51FA92C-97C5-429A-912A-BA8BF5D34A9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87628" y="1770573"/>
                      <a:ext cx="68337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oMath>
                        </m:oMathPara>
                      </a14:m>
                      <a:endParaRPr lang="es-CL" dirty="0"/>
                    </a:p>
                  </p:txBody>
                </p:sp>
              </mc:Choice>
              <mc:Fallback xmlns="">
                <p:sp>
                  <p:nvSpPr>
                    <p:cNvPr id="88" name="CuadroTexto 87">
                      <a:extLst>
                        <a:ext uri="{FF2B5EF4-FFF2-40B4-BE49-F238E27FC236}">
                          <a16:creationId xmlns:a16="http://schemas.microsoft.com/office/drawing/2014/main" id="{B51FA92C-97C5-429A-912A-BA8BF5D34A9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87628" y="1770573"/>
                      <a:ext cx="683372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9" name="Conector recto de flecha 88">
                  <a:extLst>
                    <a:ext uri="{FF2B5EF4-FFF2-40B4-BE49-F238E27FC236}">
                      <a16:creationId xmlns:a16="http://schemas.microsoft.com/office/drawing/2014/main" id="{4D77899E-CD6D-4D76-A47B-1A4657B19F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20985" y="2332230"/>
                  <a:ext cx="711595" cy="0"/>
                </a:xfrm>
                <a:prstGeom prst="straightConnector1">
                  <a:avLst/>
                </a:prstGeom>
                <a:ln w="28575">
                  <a:solidFill>
                    <a:srgbClr val="00B0F0"/>
                  </a:solidFill>
                  <a:tailEnd type="arrow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0" name="CuadroTexto 89">
                      <a:extLst>
                        <a:ext uri="{FF2B5EF4-FFF2-40B4-BE49-F238E27FC236}">
                          <a16:creationId xmlns:a16="http://schemas.microsoft.com/office/drawing/2014/main" id="{6456F986-9608-4A2A-891E-9E9083D811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200502" y="1848607"/>
                      <a:ext cx="13525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s-CL" dirty="0">
                        <a:solidFill>
                          <a:srgbClr val="00B0F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0" name="CuadroTexto 89">
                      <a:extLst>
                        <a:ext uri="{FF2B5EF4-FFF2-40B4-BE49-F238E27FC236}">
                          <a16:creationId xmlns:a16="http://schemas.microsoft.com/office/drawing/2014/main" id="{6456F986-9608-4A2A-891E-9E9083D811B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200502" y="1848607"/>
                      <a:ext cx="1352560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1956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1" name="Conector recto de flecha 90">
                  <a:extLst>
                    <a:ext uri="{FF2B5EF4-FFF2-40B4-BE49-F238E27FC236}">
                      <a16:creationId xmlns:a16="http://schemas.microsoft.com/office/drawing/2014/main" id="{28CE1AAA-87CE-4FAA-B3A0-A515F6DD6B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58679" y="2332230"/>
                  <a:ext cx="711595" cy="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Conector: curvado 95">
                  <a:extLst>
                    <a:ext uri="{FF2B5EF4-FFF2-40B4-BE49-F238E27FC236}">
                      <a16:creationId xmlns:a16="http://schemas.microsoft.com/office/drawing/2014/main" id="{F1C552F5-C9A4-4BB0-86FE-EFFB2C0204C7}"/>
                    </a:ext>
                  </a:extLst>
                </p:cNvPr>
                <p:cNvCxnSpPr/>
                <p:nvPr/>
              </p:nvCxnSpPr>
              <p:spPr>
                <a:xfrm>
                  <a:off x="7621999" y="2807347"/>
                  <a:ext cx="1083012" cy="545682"/>
                </a:xfrm>
                <a:prstGeom prst="curvedConnector3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98" name="Conector: curvado 97">
                  <a:extLst>
                    <a:ext uri="{FF2B5EF4-FFF2-40B4-BE49-F238E27FC236}">
                      <a16:creationId xmlns:a16="http://schemas.microsoft.com/office/drawing/2014/main" id="{475C790B-EB4D-4A32-A322-BCCD7CB549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53164" y="2863263"/>
                  <a:ext cx="1047435" cy="504370"/>
                </a:xfrm>
                <a:prstGeom prst="curvedConnector3">
                  <a:avLst>
                    <a:gd name="adj1" fmla="val 50000"/>
                  </a:avLst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</p:grpSp>
        <p:grpSp>
          <p:nvGrpSpPr>
            <p:cNvPr id="111" name="Grupo 110">
              <a:extLst>
                <a:ext uri="{FF2B5EF4-FFF2-40B4-BE49-F238E27FC236}">
                  <a16:creationId xmlns:a16="http://schemas.microsoft.com/office/drawing/2014/main" id="{C8803544-566F-4A68-8B2E-6DF40268237B}"/>
                </a:ext>
              </a:extLst>
            </p:cNvPr>
            <p:cNvGrpSpPr/>
            <p:nvPr/>
          </p:nvGrpSpPr>
          <p:grpSpPr>
            <a:xfrm>
              <a:off x="9280879" y="2324548"/>
              <a:ext cx="3005667" cy="1104452"/>
              <a:chOff x="9723442" y="2801554"/>
              <a:chExt cx="3005667" cy="110445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CuadroTexto 103">
                    <a:extLst>
                      <a:ext uri="{FF2B5EF4-FFF2-40B4-BE49-F238E27FC236}">
                        <a16:creationId xmlns:a16="http://schemas.microsoft.com/office/drawing/2014/main" id="{56B90C53-D235-44A9-91A7-C99924A3B7F0}"/>
                      </a:ext>
                    </a:extLst>
                  </p:cNvPr>
                  <p:cNvSpPr txBox="1"/>
                  <p:nvPr/>
                </p:nvSpPr>
                <p:spPr>
                  <a:xfrm>
                    <a:off x="9723442" y="2801554"/>
                    <a:ext cx="300566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acc>
                            <m:accPr>
                              <m:chr m:val="̈"/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𝑘𝑢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104" name="CuadroTexto 103">
                    <a:extLst>
                      <a:ext uri="{FF2B5EF4-FFF2-40B4-BE49-F238E27FC236}">
                        <a16:creationId xmlns:a16="http://schemas.microsoft.com/office/drawing/2014/main" id="{56B90C53-D235-44A9-91A7-C99924A3B7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3442" y="2801554"/>
                    <a:ext cx="3005667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5" name="Abrir llave 104">
                <a:extLst>
                  <a:ext uri="{FF2B5EF4-FFF2-40B4-BE49-F238E27FC236}">
                    <a16:creationId xmlns:a16="http://schemas.microsoft.com/office/drawing/2014/main" id="{6B61566B-2A4F-4E66-9D5F-7BFB33622BDE}"/>
                  </a:ext>
                </a:extLst>
              </p:cNvPr>
              <p:cNvSpPr/>
              <p:nvPr/>
            </p:nvSpPr>
            <p:spPr>
              <a:xfrm rot="16200000">
                <a:off x="10344619" y="2896681"/>
                <a:ext cx="185944" cy="627539"/>
              </a:xfrm>
              <a:prstGeom prst="leftBrac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06" name="Abrir llave 105">
                <a:extLst>
                  <a:ext uri="{FF2B5EF4-FFF2-40B4-BE49-F238E27FC236}">
                    <a16:creationId xmlns:a16="http://schemas.microsoft.com/office/drawing/2014/main" id="{6BFEF705-E5D1-40A0-9EB7-B2AFF8802F0C}"/>
                  </a:ext>
                </a:extLst>
              </p:cNvPr>
              <p:cNvSpPr/>
              <p:nvPr/>
            </p:nvSpPr>
            <p:spPr>
              <a:xfrm rot="16200000">
                <a:off x="11212067" y="2892670"/>
                <a:ext cx="185944" cy="627539"/>
              </a:xfrm>
              <a:prstGeom prst="leftBrac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07" name="Abrir llave 106">
                <a:extLst>
                  <a:ext uri="{FF2B5EF4-FFF2-40B4-BE49-F238E27FC236}">
                    <a16:creationId xmlns:a16="http://schemas.microsoft.com/office/drawing/2014/main" id="{F0D5737D-1CDB-4F0C-BA03-1DF94E7E61F0}"/>
                  </a:ext>
                </a:extLst>
              </p:cNvPr>
              <p:cNvSpPr/>
              <p:nvPr/>
            </p:nvSpPr>
            <p:spPr>
              <a:xfrm rot="16200000">
                <a:off x="12024349" y="2892669"/>
                <a:ext cx="185944" cy="627539"/>
              </a:xfrm>
              <a:prstGeom prst="leftBrac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08" name="CuadroTexto 107">
                <a:extLst>
                  <a:ext uri="{FF2B5EF4-FFF2-40B4-BE49-F238E27FC236}">
                    <a16:creationId xmlns:a16="http://schemas.microsoft.com/office/drawing/2014/main" id="{EA89D4F1-8272-49E6-932E-A748A5D9D27F}"/>
                  </a:ext>
                </a:extLst>
              </p:cNvPr>
              <p:cNvSpPr txBox="1"/>
              <p:nvPr/>
            </p:nvSpPr>
            <p:spPr>
              <a:xfrm>
                <a:off x="9914254" y="3248747"/>
                <a:ext cx="10256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Fuerza inercial</a:t>
                </a:r>
                <a:endParaRPr lang="es-CL" dirty="0"/>
              </a:p>
            </p:txBody>
          </p: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0672DE05-E9F6-4996-A4F1-F84AD146EB18}"/>
                  </a:ext>
                </a:extLst>
              </p:cNvPr>
              <p:cNvSpPr txBox="1"/>
              <p:nvPr/>
            </p:nvSpPr>
            <p:spPr>
              <a:xfrm>
                <a:off x="10812538" y="3259675"/>
                <a:ext cx="102569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Fuerza elástica</a:t>
                </a:r>
                <a:endParaRPr lang="es-CL" dirty="0"/>
              </a:p>
            </p:txBody>
          </p:sp>
          <p:sp>
            <p:nvSpPr>
              <p:cNvPr id="110" name="CuadroTexto 109">
                <a:extLst>
                  <a:ext uri="{FF2B5EF4-FFF2-40B4-BE49-F238E27FC236}">
                    <a16:creationId xmlns:a16="http://schemas.microsoft.com/office/drawing/2014/main" id="{41217099-87FB-4510-ADDC-CAC5D29A0E23}"/>
                  </a:ext>
                </a:extLst>
              </p:cNvPr>
              <p:cNvSpPr txBox="1"/>
              <p:nvPr/>
            </p:nvSpPr>
            <p:spPr>
              <a:xfrm>
                <a:off x="11679986" y="3259675"/>
                <a:ext cx="95697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Fuerza externa</a:t>
                </a:r>
                <a:endParaRPr lang="es-CL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3692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7BB10223-5538-41D8-AA72-BA55ADD065CE}"/>
              </a:ext>
            </a:extLst>
          </p:cNvPr>
          <p:cNvGrpSpPr/>
          <p:nvPr/>
        </p:nvGrpSpPr>
        <p:grpSpPr>
          <a:xfrm>
            <a:off x="2773600" y="389678"/>
            <a:ext cx="4236099" cy="851293"/>
            <a:chOff x="3100171" y="1602658"/>
            <a:chExt cx="4236099" cy="8512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F2DF1DC1-45DB-412B-B51A-99827E49E07A}"/>
                    </a:ext>
                  </a:extLst>
                </p:cNvPr>
                <p:cNvSpPr txBox="1"/>
                <p:nvPr/>
              </p:nvSpPr>
              <p:spPr>
                <a:xfrm>
                  <a:off x="3100171" y="1705138"/>
                  <a:ext cx="15488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F2DF1DC1-45DB-412B-B51A-99827E49E0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171" y="1705138"/>
                  <a:ext cx="1548881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481E5C49-15EF-498D-9E03-1C84770C3F12}"/>
                </a:ext>
              </a:extLst>
            </p:cNvPr>
            <p:cNvSpPr/>
            <p:nvPr/>
          </p:nvSpPr>
          <p:spPr>
            <a:xfrm>
              <a:off x="4483510" y="1602658"/>
              <a:ext cx="1469421" cy="851293"/>
            </a:xfrm>
            <a:prstGeom prst="round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Sistema</a:t>
              </a:r>
              <a:endParaRPr lang="es-CL" dirty="0"/>
            </a:p>
          </p:txBody>
        </p:sp>
        <p:cxnSp>
          <p:nvCxnSpPr>
            <p:cNvPr id="7" name="Conector recto de flecha 6">
              <a:extLst>
                <a:ext uri="{FF2B5EF4-FFF2-40B4-BE49-F238E27FC236}">
                  <a16:creationId xmlns:a16="http://schemas.microsoft.com/office/drawing/2014/main" id="{B596CD8A-F102-4D45-B3B0-475C647FE40A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3265714" y="2028305"/>
              <a:ext cx="1217796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5C9BCF85-F396-4A98-99A7-825B975FCA24}"/>
                    </a:ext>
                  </a:extLst>
                </p:cNvPr>
                <p:cNvSpPr txBox="1"/>
                <p:nvPr/>
              </p:nvSpPr>
              <p:spPr>
                <a:xfrm>
                  <a:off x="5787389" y="1705138"/>
                  <a:ext cx="15488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5C9BCF85-F396-4A98-99A7-825B975FC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7389" y="1705138"/>
                  <a:ext cx="1548881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16A58281-28C1-406C-9D50-25181DBCB988}"/>
                </a:ext>
              </a:extLst>
            </p:cNvPr>
            <p:cNvCxnSpPr>
              <a:cxnSpLocks/>
            </p:cNvCxnSpPr>
            <p:nvPr/>
          </p:nvCxnSpPr>
          <p:spPr>
            <a:xfrm>
              <a:off x="5952932" y="2028305"/>
              <a:ext cx="1217796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7F99240-F10F-4823-B575-B6FF3BE1074E}"/>
              </a:ext>
            </a:extLst>
          </p:cNvPr>
          <p:cNvGrpSpPr/>
          <p:nvPr/>
        </p:nvGrpSpPr>
        <p:grpSpPr>
          <a:xfrm>
            <a:off x="1351752" y="2201503"/>
            <a:ext cx="3942322" cy="1434121"/>
            <a:chOff x="1351752" y="2201503"/>
            <a:chExt cx="3942322" cy="1434121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A80BF3E2-C9C1-4438-9EDB-CCA39B039B02}"/>
                </a:ext>
              </a:extLst>
            </p:cNvPr>
            <p:cNvGrpSpPr/>
            <p:nvPr/>
          </p:nvGrpSpPr>
          <p:grpSpPr>
            <a:xfrm>
              <a:off x="1351752" y="2201503"/>
              <a:ext cx="3942322" cy="1434121"/>
              <a:chOff x="2427019" y="2209970"/>
              <a:chExt cx="3942322" cy="1434121"/>
            </a:xfrm>
          </p:grpSpPr>
          <p:cxnSp>
            <p:nvCxnSpPr>
              <p:cNvPr id="11" name="Conector recto 10">
                <a:extLst>
                  <a:ext uri="{FF2B5EF4-FFF2-40B4-BE49-F238E27FC236}">
                    <a16:creationId xmlns:a16="http://schemas.microsoft.com/office/drawing/2014/main" id="{2B07C36B-46F3-4601-9A74-9F5E69776C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3990" y="2473036"/>
                <a:ext cx="0" cy="10806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95470D12-C5B6-4F6C-8EB3-419F8448C2F6}"/>
                  </a:ext>
                </a:extLst>
              </p:cNvPr>
              <p:cNvCxnSpPr/>
              <p:nvPr/>
            </p:nvCxnSpPr>
            <p:spPr>
              <a:xfrm flipV="1">
                <a:off x="2427019" y="2593910"/>
                <a:ext cx="356971" cy="24259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97C6B4C8-7E3A-4293-8343-7C0FD4E8AB3B}"/>
                  </a:ext>
                </a:extLst>
              </p:cNvPr>
              <p:cNvCxnSpPr/>
              <p:nvPr/>
            </p:nvCxnSpPr>
            <p:spPr>
              <a:xfrm flipV="1">
                <a:off x="2427308" y="2899487"/>
                <a:ext cx="356971" cy="24259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4" name="Conector recto 13">
                <a:extLst>
                  <a:ext uri="{FF2B5EF4-FFF2-40B4-BE49-F238E27FC236}">
                    <a16:creationId xmlns:a16="http://schemas.microsoft.com/office/drawing/2014/main" id="{CE29EAE9-2B80-4538-A59A-62402751DB36}"/>
                  </a:ext>
                </a:extLst>
              </p:cNvPr>
              <p:cNvCxnSpPr/>
              <p:nvPr/>
            </p:nvCxnSpPr>
            <p:spPr>
              <a:xfrm flipV="1">
                <a:off x="2427019" y="3206019"/>
                <a:ext cx="356971" cy="24259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5" name="Conector recto 14">
                <a:extLst>
                  <a:ext uri="{FF2B5EF4-FFF2-40B4-BE49-F238E27FC236}">
                    <a16:creationId xmlns:a16="http://schemas.microsoft.com/office/drawing/2014/main" id="{31470469-BEB4-4D81-9803-B9A641C2F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3600" y="3009652"/>
                <a:ext cx="681377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6" name="Elipse 15">
                <a:extLst>
                  <a:ext uri="{FF2B5EF4-FFF2-40B4-BE49-F238E27FC236}">
                    <a16:creationId xmlns:a16="http://schemas.microsoft.com/office/drawing/2014/main" id="{786A1CA0-4018-454D-B85F-10CED9A586F1}"/>
                  </a:ext>
                </a:extLst>
              </p:cNvPr>
              <p:cNvSpPr/>
              <p:nvPr/>
            </p:nvSpPr>
            <p:spPr>
              <a:xfrm>
                <a:off x="2773600" y="2958864"/>
                <a:ext cx="115071" cy="10909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cxnSp>
            <p:nvCxnSpPr>
              <p:cNvPr id="17" name="Conector recto 16">
                <a:extLst>
                  <a:ext uri="{FF2B5EF4-FFF2-40B4-BE49-F238E27FC236}">
                    <a16:creationId xmlns:a16="http://schemas.microsoft.com/office/drawing/2014/main" id="{033050FD-10AF-4212-846E-5B0495415C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54977" y="2593910"/>
                <a:ext cx="93063" cy="42687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" name="Conector recto 17">
                <a:extLst>
                  <a:ext uri="{FF2B5EF4-FFF2-40B4-BE49-F238E27FC236}">
                    <a16:creationId xmlns:a16="http://schemas.microsoft.com/office/drawing/2014/main" id="{F1C81EC6-730B-4B7C-BB83-4C146FCDC5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569945" y="2593910"/>
                <a:ext cx="112123" cy="78833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9" name="Conector recto 18">
                <a:extLst>
                  <a:ext uri="{FF2B5EF4-FFF2-40B4-BE49-F238E27FC236}">
                    <a16:creationId xmlns:a16="http://schemas.microsoft.com/office/drawing/2014/main" id="{6D4FF5F1-C403-4E36-840B-4D47529C9B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85350" y="2593910"/>
                <a:ext cx="126309" cy="75911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0" name="Conector recto 19">
                <a:extLst>
                  <a:ext uri="{FF2B5EF4-FFF2-40B4-BE49-F238E27FC236}">
                    <a16:creationId xmlns:a16="http://schemas.microsoft.com/office/drawing/2014/main" id="{F25FEB11-89A2-4D90-B55A-1FAC0ED4EB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11659" y="2593909"/>
                <a:ext cx="112123" cy="78833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85393B4A-F644-4498-9D0B-535C7837BD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19917" y="2608514"/>
                <a:ext cx="126309" cy="75911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937E850E-B4FD-4C1B-B228-C82B426272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044924" y="2620730"/>
                <a:ext cx="91327" cy="44723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3" name="Conector recto 22">
                <a:extLst>
                  <a:ext uri="{FF2B5EF4-FFF2-40B4-BE49-F238E27FC236}">
                    <a16:creationId xmlns:a16="http://schemas.microsoft.com/office/drawing/2014/main" id="{22373E89-82D2-4E1D-A9CB-C20D5A9E8F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7045" y="3040077"/>
                <a:ext cx="681377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24" name="Elipse 23">
                <a:extLst>
                  <a:ext uri="{FF2B5EF4-FFF2-40B4-BE49-F238E27FC236}">
                    <a16:creationId xmlns:a16="http://schemas.microsoft.com/office/drawing/2014/main" id="{7540834D-E388-413B-9161-CE87BA81BD30}"/>
                  </a:ext>
                </a:extLst>
              </p:cNvPr>
              <p:cNvSpPr/>
              <p:nvPr/>
            </p:nvSpPr>
            <p:spPr>
              <a:xfrm>
                <a:off x="4750886" y="2988073"/>
                <a:ext cx="115071" cy="10909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cxnSp>
            <p:nvCxnSpPr>
              <p:cNvPr id="25" name="Conector recto de flecha 24">
                <a:extLst>
                  <a:ext uri="{FF2B5EF4-FFF2-40B4-BE49-F238E27FC236}">
                    <a16:creationId xmlns:a16="http://schemas.microsoft.com/office/drawing/2014/main" id="{BF27931F-F05D-4C51-8F96-9C324105C0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1450" y="3040077"/>
                <a:ext cx="711595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CuadroTexto 25">
                    <a:extLst>
                      <a:ext uri="{FF2B5EF4-FFF2-40B4-BE49-F238E27FC236}">
                        <a16:creationId xmlns:a16="http://schemas.microsoft.com/office/drawing/2014/main" id="{856903B5-58E7-43DD-9CC2-DBA34B0C05E6}"/>
                      </a:ext>
                    </a:extLst>
                  </p:cNvPr>
                  <p:cNvSpPr txBox="1"/>
                  <p:nvPr/>
                </p:nvSpPr>
                <p:spPr>
                  <a:xfrm>
                    <a:off x="5384405" y="2640320"/>
                    <a:ext cx="71159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s-CL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CuadroTexto 25">
                    <a:extLst>
                      <a:ext uri="{FF2B5EF4-FFF2-40B4-BE49-F238E27FC236}">
                        <a16:creationId xmlns:a16="http://schemas.microsoft.com/office/drawing/2014/main" id="{856903B5-58E7-43DD-9CC2-DBA34B0C05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4405" y="2640320"/>
                    <a:ext cx="711595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7" name="Conector recto de flecha 26">
                <a:extLst>
                  <a:ext uri="{FF2B5EF4-FFF2-40B4-BE49-F238E27FC236}">
                    <a16:creationId xmlns:a16="http://schemas.microsoft.com/office/drawing/2014/main" id="{4A292C7F-D52D-415A-95F3-C02FFB2BF0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8421" y="3459425"/>
                <a:ext cx="711595" cy="0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7C1D77FF-ECB0-448C-9348-273A6ACB50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8421" y="3206019"/>
                <a:ext cx="0" cy="253406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CuadroTexto 28">
                    <a:extLst>
                      <a:ext uri="{FF2B5EF4-FFF2-40B4-BE49-F238E27FC236}">
                        <a16:creationId xmlns:a16="http://schemas.microsoft.com/office/drawing/2014/main" id="{01FF262E-4D64-425F-B7C4-8015647D827D}"/>
                      </a:ext>
                    </a:extLst>
                  </p:cNvPr>
                  <p:cNvSpPr txBox="1"/>
                  <p:nvPr/>
                </p:nvSpPr>
                <p:spPr>
                  <a:xfrm>
                    <a:off x="5016781" y="3274759"/>
                    <a:ext cx="13525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es-CL" dirty="0">
                      <a:solidFill>
                        <a:srgbClr val="00B0F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CuadroTexto 28">
                    <a:extLst>
                      <a:ext uri="{FF2B5EF4-FFF2-40B4-BE49-F238E27FC236}">
                        <a16:creationId xmlns:a16="http://schemas.microsoft.com/office/drawing/2014/main" id="{01FF262E-4D64-425F-B7C4-8015647D82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16781" y="3274759"/>
                    <a:ext cx="135256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CuadroTexto 29">
                    <a:extLst>
                      <a:ext uri="{FF2B5EF4-FFF2-40B4-BE49-F238E27FC236}">
                        <a16:creationId xmlns:a16="http://schemas.microsoft.com/office/drawing/2014/main" id="{CD5F3092-36BE-45D4-B022-C6E933DD6E5A}"/>
                      </a:ext>
                    </a:extLst>
                  </p:cNvPr>
                  <p:cNvSpPr txBox="1"/>
                  <p:nvPr/>
                </p:nvSpPr>
                <p:spPr>
                  <a:xfrm>
                    <a:off x="3138660" y="2209970"/>
                    <a:ext cx="13525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s-CL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CuadroTexto 29">
                    <a:extLst>
                      <a:ext uri="{FF2B5EF4-FFF2-40B4-BE49-F238E27FC236}">
                        <a16:creationId xmlns:a16="http://schemas.microsoft.com/office/drawing/2014/main" id="{CD5F3092-36BE-45D4-B022-C6E933DD6E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38660" y="2209970"/>
                    <a:ext cx="135256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4F2D07C4-442E-4CC9-9C13-47872C7CB0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17333" y="2798880"/>
              <a:ext cx="515820" cy="0"/>
            </a:xfrm>
            <a:prstGeom prst="straightConnector1">
              <a:avLst/>
            </a:prstGeom>
            <a:ln w="28575">
              <a:solidFill>
                <a:srgbClr val="FF66FF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0CAB3AC5-5B89-47B2-B731-054DC97E8E34}"/>
                    </a:ext>
                  </a:extLst>
                </p:cNvPr>
                <p:cNvSpPr txBox="1"/>
                <p:nvPr/>
              </p:nvSpPr>
              <p:spPr>
                <a:xfrm>
                  <a:off x="3000011" y="2387147"/>
                  <a:ext cx="12614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s-CL" dirty="0">
                    <a:solidFill>
                      <a:srgbClr val="FF66FF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0CAB3AC5-5B89-47B2-B731-054DC97E8E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0011" y="2387147"/>
                  <a:ext cx="1261495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70008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44">
            <a:extLst>
              <a:ext uri="{FF2B5EF4-FFF2-40B4-BE49-F238E27FC236}">
                <a16:creationId xmlns:a16="http://schemas.microsoft.com/office/drawing/2014/main" id="{563D3169-2901-48F3-B4E1-8961D58F276D}"/>
              </a:ext>
            </a:extLst>
          </p:cNvPr>
          <p:cNvGrpSpPr/>
          <p:nvPr/>
        </p:nvGrpSpPr>
        <p:grpSpPr>
          <a:xfrm>
            <a:off x="509947" y="478587"/>
            <a:ext cx="3215386" cy="2111042"/>
            <a:chOff x="509947" y="478587"/>
            <a:chExt cx="3215386" cy="2111042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0379A1F5-0C65-4628-8254-F538DC57F34B}"/>
                </a:ext>
              </a:extLst>
            </p:cNvPr>
            <p:cNvGrpSpPr/>
            <p:nvPr/>
          </p:nvGrpSpPr>
          <p:grpSpPr>
            <a:xfrm>
              <a:off x="2180020" y="478587"/>
              <a:ext cx="1545313" cy="1578813"/>
              <a:chOff x="7089352" y="1576111"/>
              <a:chExt cx="3735687" cy="31424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CuadroTexto 15">
                    <a:extLst>
                      <a:ext uri="{FF2B5EF4-FFF2-40B4-BE49-F238E27FC236}">
                        <a16:creationId xmlns:a16="http://schemas.microsoft.com/office/drawing/2014/main" id="{BB08616F-606D-4B80-9D2A-6C14648264FF}"/>
                      </a:ext>
                    </a:extLst>
                  </p:cNvPr>
                  <p:cNvSpPr txBox="1"/>
                  <p:nvPr/>
                </p:nvSpPr>
                <p:spPr>
                  <a:xfrm>
                    <a:off x="8279021" y="3197574"/>
                    <a:ext cx="13525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s-CL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CuadroTexto 15">
                    <a:extLst>
                      <a:ext uri="{FF2B5EF4-FFF2-40B4-BE49-F238E27FC236}">
                        <a16:creationId xmlns:a16="http://schemas.microsoft.com/office/drawing/2014/main" id="{BB08616F-606D-4B80-9D2A-6C14648264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79021" y="3197574"/>
                    <a:ext cx="1352560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83871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Conector recto 16">
                <a:extLst>
                  <a:ext uri="{FF2B5EF4-FFF2-40B4-BE49-F238E27FC236}">
                    <a16:creationId xmlns:a16="http://schemas.microsoft.com/office/drawing/2014/main" id="{EEE5684D-E148-4295-BEEB-542A016F66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44629" y="2473036"/>
                <a:ext cx="0" cy="20931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B83B7C38-62B1-4ED2-9DF0-82B01060658D}"/>
                  </a:ext>
                </a:extLst>
              </p:cNvPr>
              <p:cNvSpPr/>
              <p:nvPr/>
            </p:nvSpPr>
            <p:spPr>
              <a:xfrm>
                <a:off x="7444629" y="2191480"/>
                <a:ext cx="3005289" cy="281556"/>
              </a:xfrm>
              <a:prstGeom prst="rect">
                <a:avLst/>
              </a:prstGeom>
              <a:solidFill>
                <a:schemeClr val="tx1">
                  <a:alpha val="23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cxnSp>
            <p:nvCxnSpPr>
              <p:cNvPr id="19" name="Conector recto 18">
                <a:extLst>
                  <a:ext uri="{FF2B5EF4-FFF2-40B4-BE49-F238E27FC236}">
                    <a16:creationId xmlns:a16="http://schemas.microsoft.com/office/drawing/2014/main" id="{8846BBF6-7E8C-4B0C-91D2-2F07F75748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50889" y="2473036"/>
                <a:ext cx="0" cy="209314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0" name="Conector recto 19">
                <a:extLst>
                  <a:ext uri="{FF2B5EF4-FFF2-40B4-BE49-F238E27FC236}">
                    <a16:creationId xmlns:a16="http://schemas.microsoft.com/office/drawing/2014/main" id="{89EC7EC5-A6C7-4AFE-B0B4-CE042047C8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089352" y="4566176"/>
                <a:ext cx="3735687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24DF1F03-19AE-4052-8865-F41CBEDA99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41752" y="4566176"/>
                <a:ext cx="162107" cy="152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ECFA44F6-E86D-490E-8C9E-B2ED543ABB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75205" y="4566176"/>
                <a:ext cx="162107" cy="152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3" name="Conector recto 22">
                <a:extLst>
                  <a:ext uri="{FF2B5EF4-FFF2-40B4-BE49-F238E27FC236}">
                    <a16:creationId xmlns:a16="http://schemas.microsoft.com/office/drawing/2014/main" id="{F0E2D5F6-A4BD-4AC1-B637-5EFEC3A975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78082" y="4566176"/>
                <a:ext cx="162107" cy="152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4" name="Conector recto 23">
                <a:extLst>
                  <a:ext uri="{FF2B5EF4-FFF2-40B4-BE49-F238E27FC236}">
                    <a16:creationId xmlns:a16="http://schemas.microsoft.com/office/drawing/2014/main" id="{492EC64F-A669-4BF7-9AAB-736EA8E585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80959" y="4566176"/>
                <a:ext cx="162107" cy="152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5" name="Conector recto 24">
                <a:extLst>
                  <a:ext uri="{FF2B5EF4-FFF2-40B4-BE49-F238E27FC236}">
                    <a16:creationId xmlns:a16="http://schemas.microsoft.com/office/drawing/2014/main" id="{2DCFC226-6A7A-4DA5-BA53-107E3F6D48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3836" y="4566176"/>
                <a:ext cx="162107" cy="152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6" name="Conector recto 25">
                <a:extLst>
                  <a:ext uri="{FF2B5EF4-FFF2-40B4-BE49-F238E27FC236}">
                    <a16:creationId xmlns:a16="http://schemas.microsoft.com/office/drawing/2014/main" id="{661391CE-894C-41AE-B19B-1638F7F5AD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17289" y="4566176"/>
                <a:ext cx="162107" cy="152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2DAF98CB-13C7-4D71-A543-9F2C4ED77B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20166" y="4566176"/>
                <a:ext cx="162107" cy="152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6372F1D1-EBC6-455E-A5A3-CF95553684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23043" y="4566176"/>
                <a:ext cx="162107" cy="152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6E9A4BEE-D727-4C86-A5FF-375DFBE20B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29315" y="4566176"/>
                <a:ext cx="162107" cy="152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0" name="Conector recto 29">
                <a:extLst>
                  <a:ext uri="{FF2B5EF4-FFF2-40B4-BE49-F238E27FC236}">
                    <a16:creationId xmlns:a16="http://schemas.microsoft.com/office/drawing/2014/main" id="{7A475AB7-614A-4F24-ADDA-6B509C0A2F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62768" y="4566176"/>
                <a:ext cx="162107" cy="152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1" name="Conector recto 30">
                <a:extLst>
                  <a:ext uri="{FF2B5EF4-FFF2-40B4-BE49-F238E27FC236}">
                    <a16:creationId xmlns:a16="http://schemas.microsoft.com/office/drawing/2014/main" id="{EF89EC2A-A4F5-41BA-B5EA-3E335D4AC9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65645" y="4566176"/>
                <a:ext cx="162107" cy="152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2" name="Conector recto 31">
                <a:extLst>
                  <a:ext uri="{FF2B5EF4-FFF2-40B4-BE49-F238E27FC236}">
                    <a16:creationId xmlns:a16="http://schemas.microsoft.com/office/drawing/2014/main" id="{312AFE0F-C93A-4184-AFFD-AD19E40FAE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568522" y="4566176"/>
                <a:ext cx="162107" cy="152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3" name="Conector recto 32">
                <a:extLst>
                  <a:ext uri="{FF2B5EF4-FFF2-40B4-BE49-F238E27FC236}">
                    <a16:creationId xmlns:a16="http://schemas.microsoft.com/office/drawing/2014/main" id="{56C8D5A2-E40F-4384-A3A0-E648590F7E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65575" y="4566176"/>
                <a:ext cx="162107" cy="152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4" name="Conector recto 33">
                <a:extLst>
                  <a:ext uri="{FF2B5EF4-FFF2-40B4-BE49-F238E27FC236}">
                    <a16:creationId xmlns:a16="http://schemas.microsoft.com/office/drawing/2014/main" id="{891AFBAF-B212-4673-92AA-C05068F3C0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999028" y="4566176"/>
                <a:ext cx="162107" cy="152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5" name="Conector recto 34">
                <a:extLst>
                  <a:ext uri="{FF2B5EF4-FFF2-40B4-BE49-F238E27FC236}">
                    <a16:creationId xmlns:a16="http://schemas.microsoft.com/office/drawing/2014/main" id="{B9E42F0D-4B41-4EB1-9F31-92CF6D121A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01905" y="4566176"/>
                <a:ext cx="162107" cy="152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6" name="Conector recto 35">
                <a:extLst>
                  <a:ext uri="{FF2B5EF4-FFF2-40B4-BE49-F238E27FC236}">
                    <a16:creationId xmlns:a16="http://schemas.microsoft.com/office/drawing/2014/main" id="{2E486E01-35DA-4FD8-8C76-695B46ACC8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404782" y="4566176"/>
                <a:ext cx="162107" cy="152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CuadroTexto 36">
                    <a:extLst>
                      <a:ext uri="{FF2B5EF4-FFF2-40B4-BE49-F238E27FC236}">
                        <a16:creationId xmlns:a16="http://schemas.microsoft.com/office/drawing/2014/main" id="{3EC5A14B-5B34-4831-9421-6920EED29A60}"/>
                      </a:ext>
                    </a:extLst>
                  </p:cNvPr>
                  <p:cNvSpPr txBox="1"/>
                  <p:nvPr/>
                </p:nvSpPr>
                <p:spPr>
                  <a:xfrm>
                    <a:off x="8543463" y="1576111"/>
                    <a:ext cx="68337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37" name="CuadroTexto 36">
                    <a:extLst>
                      <a:ext uri="{FF2B5EF4-FFF2-40B4-BE49-F238E27FC236}">
                        <a16:creationId xmlns:a16="http://schemas.microsoft.com/office/drawing/2014/main" id="{3EC5A14B-5B34-4831-9421-6920EED29A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43463" y="1576111"/>
                    <a:ext cx="683371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21277" b="-73333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1" name="Conector: curvado 40">
                <a:extLst>
                  <a:ext uri="{FF2B5EF4-FFF2-40B4-BE49-F238E27FC236}">
                    <a16:creationId xmlns:a16="http://schemas.microsoft.com/office/drawing/2014/main" id="{B0F4B97B-99E8-4F03-B3C6-F566FC49B890}"/>
                  </a:ext>
                </a:extLst>
              </p:cNvPr>
              <p:cNvCxnSpPr/>
              <p:nvPr/>
            </p:nvCxnSpPr>
            <p:spPr>
              <a:xfrm>
                <a:off x="7621999" y="2807347"/>
                <a:ext cx="1083012" cy="545682"/>
              </a:xfrm>
              <a:prstGeom prst="curvedConnector3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42" name="Conector: curvado 41">
                <a:extLst>
                  <a:ext uri="{FF2B5EF4-FFF2-40B4-BE49-F238E27FC236}">
                    <a16:creationId xmlns:a16="http://schemas.microsoft.com/office/drawing/2014/main" id="{6590459D-1D12-4202-8172-4CEDEE99F6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53164" y="2863263"/>
                <a:ext cx="1047435" cy="504370"/>
              </a:xfrm>
              <a:prstGeom prst="curved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pic>
          <p:nvPicPr>
            <p:cNvPr id="44" name="Imagen 43">
              <a:extLst>
                <a:ext uri="{FF2B5EF4-FFF2-40B4-BE49-F238E27FC236}">
                  <a16:creationId xmlns:a16="http://schemas.microsoft.com/office/drawing/2014/main" id="{8F57BA8A-F836-44AF-998A-1CA91C30BE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2714" t="10846" r="26607" b="21281"/>
            <a:stretch/>
          </p:blipFill>
          <p:spPr>
            <a:xfrm>
              <a:off x="509947" y="1293230"/>
              <a:ext cx="1545314" cy="1296399"/>
            </a:xfrm>
            <a:prstGeom prst="rect">
              <a:avLst/>
            </a:prstGeom>
          </p:spPr>
        </p:pic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C54DC19B-C836-45F6-875B-AFB3A830E6D9}"/>
              </a:ext>
            </a:extLst>
          </p:cNvPr>
          <p:cNvGrpSpPr/>
          <p:nvPr/>
        </p:nvGrpSpPr>
        <p:grpSpPr>
          <a:xfrm>
            <a:off x="3551489" y="2824986"/>
            <a:ext cx="6915386" cy="1385332"/>
            <a:chOff x="2864750" y="2824986"/>
            <a:chExt cx="6915386" cy="1385332"/>
          </a:xfrm>
        </p:grpSpPr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09FCE9DF-8ED8-4932-812D-13F52119CB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54977" y="3009652"/>
              <a:ext cx="12048" cy="1096681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8BE411D5-D838-4FEC-B47D-F5409C1E1525}"/>
                </a:ext>
              </a:extLst>
            </p:cNvPr>
            <p:cNvCxnSpPr>
              <a:cxnSpLocks/>
            </p:cNvCxnSpPr>
            <p:nvPr/>
          </p:nvCxnSpPr>
          <p:spPr>
            <a:xfrm>
              <a:off x="3467025" y="4106333"/>
              <a:ext cx="179077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CD446616-626E-478B-B18D-8A5959C341A5}"/>
                    </a:ext>
                  </a:extLst>
                </p:cNvPr>
                <p:cNvSpPr txBox="1"/>
                <p:nvPr/>
              </p:nvSpPr>
              <p:spPr>
                <a:xfrm>
                  <a:off x="2864750" y="2824986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CD446616-626E-478B-B18D-8A5959C34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4750" y="2824986"/>
                  <a:ext cx="480043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32051"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AC0A4586-F255-441E-BDBF-F523471A5C61}"/>
                    </a:ext>
                  </a:extLst>
                </p:cNvPr>
                <p:cNvSpPr txBox="1"/>
                <p:nvPr/>
              </p:nvSpPr>
              <p:spPr>
                <a:xfrm>
                  <a:off x="5116883" y="3840986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AC0A4586-F255-441E-BDBF-F523471A5C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6883" y="3840986"/>
                  <a:ext cx="48004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Forma libre: forma 65">
              <a:extLst>
                <a:ext uri="{FF2B5EF4-FFF2-40B4-BE49-F238E27FC236}">
                  <a16:creationId xmlns:a16="http://schemas.microsoft.com/office/drawing/2014/main" id="{7AC70F09-32DB-4779-B519-8B7A2D626F3D}"/>
                </a:ext>
              </a:extLst>
            </p:cNvPr>
            <p:cNvSpPr/>
            <p:nvPr/>
          </p:nvSpPr>
          <p:spPr>
            <a:xfrm>
              <a:off x="3589866" y="3208815"/>
              <a:ext cx="1545313" cy="558849"/>
            </a:xfrm>
            <a:custGeom>
              <a:avLst/>
              <a:gdLst>
                <a:gd name="connsiteX0" fmla="*/ 0 w 1447800"/>
                <a:gd name="connsiteY0" fmla="*/ 406452 h 558852"/>
                <a:gd name="connsiteX1" fmla="*/ 211666 w 1447800"/>
                <a:gd name="connsiteY1" fmla="*/ 160918 h 558852"/>
                <a:gd name="connsiteX2" fmla="*/ 524933 w 1447800"/>
                <a:gd name="connsiteY2" fmla="*/ 321785 h 558852"/>
                <a:gd name="connsiteX3" fmla="*/ 711200 w 1447800"/>
                <a:gd name="connsiteY3" fmla="*/ 52 h 558852"/>
                <a:gd name="connsiteX4" fmla="*/ 973666 w 1447800"/>
                <a:gd name="connsiteY4" fmla="*/ 296385 h 558852"/>
                <a:gd name="connsiteX5" fmla="*/ 1320800 w 1447800"/>
                <a:gd name="connsiteY5" fmla="*/ 296385 h 558852"/>
                <a:gd name="connsiteX6" fmla="*/ 1447800 w 1447800"/>
                <a:gd name="connsiteY6" fmla="*/ 558852 h 55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7800" h="558852">
                  <a:moveTo>
                    <a:pt x="0" y="406452"/>
                  </a:moveTo>
                  <a:cubicBezTo>
                    <a:pt x="62088" y="290740"/>
                    <a:pt x="124177" y="175029"/>
                    <a:pt x="211666" y="160918"/>
                  </a:cubicBezTo>
                  <a:cubicBezTo>
                    <a:pt x="299155" y="146807"/>
                    <a:pt x="441677" y="348596"/>
                    <a:pt x="524933" y="321785"/>
                  </a:cubicBezTo>
                  <a:cubicBezTo>
                    <a:pt x="608189" y="294974"/>
                    <a:pt x="636411" y="4285"/>
                    <a:pt x="711200" y="52"/>
                  </a:cubicBezTo>
                  <a:cubicBezTo>
                    <a:pt x="785989" y="-4181"/>
                    <a:pt x="872066" y="246996"/>
                    <a:pt x="973666" y="296385"/>
                  </a:cubicBezTo>
                  <a:cubicBezTo>
                    <a:pt x="1075266" y="345774"/>
                    <a:pt x="1241778" y="252641"/>
                    <a:pt x="1320800" y="296385"/>
                  </a:cubicBezTo>
                  <a:cubicBezTo>
                    <a:pt x="1399822" y="340129"/>
                    <a:pt x="1336322" y="550385"/>
                    <a:pt x="1447800" y="558852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rgbClr val="FF0000"/>
                </a:solidFill>
              </a:endParaRPr>
            </a:p>
          </p:txBody>
        </p:sp>
        <p:grpSp>
          <p:nvGrpSpPr>
            <p:cNvPr id="67" name="Grupo 66">
              <a:extLst>
                <a:ext uri="{FF2B5EF4-FFF2-40B4-BE49-F238E27FC236}">
                  <a16:creationId xmlns:a16="http://schemas.microsoft.com/office/drawing/2014/main" id="{089E399E-F07A-41FF-A620-7683A594C3DA}"/>
                </a:ext>
              </a:extLst>
            </p:cNvPr>
            <p:cNvGrpSpPr/>
            <p:nvPr/>
          </p:nvGrpSpPr>
          <p:grpSpPr>
            <a:xfrm>
              <a:off x="5135179" y="3003354"/>
              <a:ext cx="2219105" cy="837632"/>
              <a:chOff x="3100171" y="1602658"/>
              <a:chExt cx="4236099" cy="85129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CuadroTexto 67">
                    <a:extLst>
                      <a:ext uri="{FF2B5EF4-FFF2-40B4-BE49-F238E27FC236}">
                        <a16:creationId xmlns:a16="http://schemas.microsoft.com/office/drawing/2014/main" id="{4DBBCAC8-D9E1-4C8B-85AD-C47C5957AFCC}"/>
                      </a:ext>
                    </a:extLst>
                  </p:cNvPr>
                  <p:cNvSpPr txBox="1"/>
                  <p:nvPr/>
                </p:nvSpPr>
                <p:spPr>
                  <a:xfrm>
                    <a:off x="3100171" y="1705138"/>
                    <a:ext cx="1548880" cy="3753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CuadroTexto 67">
                    <a:extLst>
                      <a:ext uri="{FF2B5EF4-FFF2-40B4-BE49-F238E27FC236}">
                        <a16:creationId xmlns:a16="http://schemas.microsoft.com/office/drawing/2014/main" id="{4DBBCAC8-D9E1-4C8B-85AD-C47C5957AF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00171" y="1705138"/>
                    <a:ext cx="1548880" cy="37535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9" name="Rectángulo: esquinas redondeadas 68">
                <a:extLst>
                  <a:ext uri="{FF2B5EF4-FFF2-40B4-BE49-F238E27FC236}">
                    <a16:creationId xmlns:a16="http://schemas.microsoft.com/office/drawing/2014/main" id="{85FBDFE5-D08D-4D41-84ED-FF6E34271C61}"/>
                  </a:ext>
                </a:extLst>
              </p:cNvPr>
              <p:cNvSpPr/>
              <p:nvPr/>
            </p:nvSpPr>
            <p:spPr>
              <a:xfrm>
                <a:off x="4483510" y="1602658"/>
                <a:ext cx="1469421" cy="851293"/>
              </a:xfrm>
              <a:prstGeom prst="round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Sist.</a:t>
                </a:r>
                <a:endParaRPr lang="es-CL" dirty="0"/>
              </a:p>
            </p:txBody>
          </p:sp>
          <p:cxnSp>
            <p:nvCxnSpPr>
              <p:cNvPr id="70" name="Conector recto de flecha 69">
                <a:extLst>
                  <a:ext uri="{FF2B5EF4-FFF2-40B4-BE49-F238E27FC236}">
                    <a16:creationId xmlns:a16="http://schemas.microsoft.com/office/drawing/2014/main" id="{B38E9253-F23C-4616-B490-C5B200B7AC65}"/>
                  </a:ext>
                </a:extLst>
              </p:cNvPr>
              <p:cNvCxnSpPr>
                <a:cxnSpLocks/>
                <a:endCxn id="69" idx="1"/>
              </p:cNvCxnSpPr>
              <p:nvPr/>
            </p:nvCxnSpPr>
            <p:spPr>
              <a:xfrm>
                <a:off x="3265714" y="2028305"/>
                <a:ext cx="1217796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CuadroTexto 70">
                    <a:extLst>
                      <a:ext uri="{FF2B5EF4-FFF2-40B4-BE49-F238E27FC236}">
                        <a16:creationId xmlns:a16="http://schemas.microsoft.com/office/drawing/2014/main" id="{FD33A7C3-E4FE-47BF-AAE0-0132B5E04084}"/>
                      </a:ext>
                    </a:extLst>
                  </p:cNvPr>
                  <p:cNvSpPr txBox="1"/>
                  <p:nvPr/>
                </p:nvSpPr>
                <p:spPr>
                  <a:xfrm>
                    <a:off x="5787390" y="1705138"/>
                    <a:ext cx="1548880" cy="3753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CuadroTexto 70">
                    <a:extLst>
                      <a:ext uri="{FF2B5EF4-FFF2-40B4-BE49-F238E27FC236}">
                        <a16:creationId xmlns:a16="http://schemas.microsoft.com/office/drawing/2014/main" id="{FD33A7C3-E4FE-47BF-AAE0-0132B5E040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7390" y="1705138"/>
                    <a:ext cx="1548880" cy="37535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2" name="Conector recto de flecha 71">
                <a:extLst>
                  <a:ext uri="{FF2B5EF4-FFF2-40B4-BE49-F238E27FC236}">
                    <a16:creationId xmlns:a16="http://schemas.microsoft.com/office/drawing/2014/main" id="{5C09F72A-3FE9-4A09-B006-BFE82DFFE1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2932" y="2028305"/>
                <a:ext cx="1217796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A017AAE7-F304-4545-871D-FEEBBD9333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8187" y="3009652"/>
              <a:ext cx="12048" cy="1096681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0D9D223E-C494-4C91-9D00-E45BFC12FF40}"/>
                </a:ext>
              </a:extLst>
            </p:cNvPr>
            <p:cNvCxnSpPr>
              <a:cxnSpLocks/>
            </p:cNvCxnSpPr>
            <p:nvPr/>
          </p:nvCxnSpPr>
          <p:spPr>
            <a:xfrm>
              <a:off x="7650235" y="4106333"/>
              <a:ext cx="179077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C8F6C23A-E2B4-4A43-92A2-F85E568495FE}"/>
                    </a:ext>
                  </a:extLst>
                </p:cNvPr>
                <p:cNvSpPr txBox="1"/>
                <p:nvPr/>
              </p:nvSpPr>
              <p:spPr>
                <a:xfrm>
                  <a:off x="7047960" y="2824986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C8F6C23A-E2B4-4A43-92A2-F85E568495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960" y="2824986"/>
                  <a:ext cx="480043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29114"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B45067BF-51B8-4485-BBED-11DFF73F49FB}"/>
                    </a:ext>
                  </a:extLst>
                </p:cNvPr>
                <p:cNvSpPr txBox="1"/>
                <p:nvPr/>
              </p:nvSpPr>
              <p:spPr>
                <a:xfrm>
                  <a:off x="9300093" y="3840986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B45067BF-51B8-4485-BBED-11DFF73F49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0093" y="3840986"/>
                  <a:ext cx="480043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Forma libre: forma 77">
              <a:extLst>
                <a:ext uri="{FF2B5EF4-FFF2-40B4-BE49-F238E27FC236}">
                  <a16:creationId xmlns:a16="http://schemas.microsoft.com/office/drawing/2014/main" id="{0D6EAEF0-E5D1-4762-9C5D-557F33403DA0}"/>
                </a:ext>
              </a:extLst>
            </p:cNvPr>
            <p:cNvSpPr/>
            <p:nvPr/>
          </p:nvSpPr>
          <p:spPr>
            <a:xfrm>
              <a:off x="7772400" y="3067777"/>
              <a:ext cx="1388533" cy="846649"/>
            </a:xfrm>
            <a:custGeom>
              <a:avLst/>
              <a:gdLst>
                <a:gd name="connsiteX0" fmla="*/ 0 w 1388533"/>
                <a:gd name="connsiteY0" fmla="*/ 437423 h 846649"/>
                <a:gd name="connsiteX1" fmla="*/ 42333 w 1388533"/>
                <a:gd name="connsiteY1" fmla="*/ 285023 h 846649"/>
                <a:gd name="connsiteX2" fmla="*/ 143933 w 1388533"/>
                <a:gd name="connsiteY2" fmla="*/ 437423 h 846649"/>
                <a:gd name="connsiteX3" fmla="*/ 237067 w 1388533"/>
                <a:gd name="connsiteY3" fmla="*/ 344290 h 846649"/>
                <a:gd name="connsiteX4" fmla="*/ 313267 w 1388533"/>
                <a:gd name="connsiteY4" fmla="*/ 471290 h 846649"/>
                <a:gd name="connsiteX5" fmla="*/ 491067 w 1388533"/>
                <a:gd name="connsiteY5" fmla="*/ 5623 h 846649"/>
                <a:gd name="connsiteX6" fmla="*/ 753533 w 1388533"/>
                <a:gd name="connsiteY6" fmla="*/ 843823 h 846649"/>
                <a:gd name="connsiteX7" fmla="*/ 855133 w 1388533"/>
                <a:gd name="connsiteY7" fmla="*/ 285023 h 846649"/>
                <a:gd name="connsiteX8" fmla="*/ 922867 w 1388533"/>
                <a:gd name="connsiteY8" fmla="*/ 471290 h 846649"/>
                <a:gd name="connsiteX9" fmla="*/ 1024467 w 1388533"/>
                <a:gd name="connsiteY9" fmla="*/ 420490 h 846649"/>
                <a:gd name="connsiteX10" fmla="*/ 1066800 w 1388533"/>
                <a:gd name="connsiteY10" fmla="*/ 445890 h 846649"/>
                <a:gd name="connsiteX11" fmla="*/ 1143000 w 1388533"/>
                <a:gd name="connsiteY11" fmla="*/ 378156 h 846649"/>
                <a:gd name="connsiteX12" fmla="*/ 1193800 w 1388533"/>
                <a:gd name="connsiteY12" fmla="*/ 437423 h 846649"/>
                <a:gd name="connsiteX13" fmla="*/ 1312333 w 1388533"/>
                <a:gd name="connsiteY13" fmla="*/ 412023 h 846649"/>
                <a:gd name="connsiteX14" fmla="*/ 1388533 w 1388533"/>
                <a:gd name="connsiteY14" fmla="*/ 445890 h 846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8533" h="846649">
                  <a:moveTo>
                    <a:pt x="0" y="437423"/>
                  </a:moveTo>
                  <a:cubicBezTo>
                    <a:pt x="9172" y="361223"/>
                    <a:pt x="18344" y="285023"/>
                    <a:pt x="42333" y="285023"/>
                  </a:cubicBezTo>
                  <a:cubicBezTo>
                    <a:pt x="66322" y="285023"/>
                    <a:pt x="111477" y="427545"/>
                    <a:pt x="143933" y="437423"/>
                  </a:cubicBezTo>
                  <a:cubicBezTo>
                    <a:pt x="176389" y="447301"/>
                    <a:pt x="208845" y="338645"/>
                    <a:pt x="237067" y="344290"/>
                  </a:cubicBezTo>
                  <a:cubicBezTo>
                    <a:pt x="265289" y="349934"/>
                    <a:pt x="270934" y="527734"/>
                    <a:pt x="313267" y="471290"/>
                  </a:cubicBezTo>
                  <a:cubicBezTo>
                    <a:pt x="355600" y="414846"/>
                    <a:pt x="417689" y="-56466"/>
                    <a:pt x="491067" y="5623"/>
                  </a:cubicBezTo>
                  <a:cubicBezTo>
                    <a:pt x="564445" y="67712"/>
                    <a:pt x="692855" y="797256"/>
                    <a:pt x="753533" y="843823"/>
                  </a:cubicBezTo>
                  <a:cubicBezTo>
                    <a:pt x="814211" y="890390"/>
                    <a:pt x="826911" y="347112"/>
                    <a:pt x="855133" y="285023"/>
                  </a:cubicBezTo>
                  <a:cubicBezTo>
                    <a:pt x="883355" y="222934"/>
                    <a:pt x="894645" y="448712"/>
                    <a:pt x="922867" y="471290"/>
                  </a:cubicBezTo>
                  <a:cubicBezTo>
                    <a:pt x="951089" y="493868"/>
                    <a:pt x="1000478" y="424723"/>
                    <a:pt x="1024467" y="420490"/>
                  </a:cubicBezTo>
                  <a:cubicBezTo>
                    <a:pt x="1048456" y="416257"/>
                    <a:pt x="1047045" y="452946"/>
                    <a:pt x="1066800" y="445890"/>
                  </a:cubicBezTo>
                  <a:cubicBezTo>
                    <a:pt x="1086555" y="438834"/>
                    <a:pt x="1121833" y="379567"/>
                    <a:pt x="1143000" y="378156"/>
                  </a:cubicBezTo>
                  <a:cubicBezTo>
                    <a:pt x="1164167" y="376745"/>
                    <a:pt x="1165578" y="431778"/>
                    <a:pt x="1193800" y="437423"/>
                  </a:cubicBezTo>
                  <a:cubicBezTo>
                    <a:pt x="1222022" y="443068"/>
                    <a:pt x="1279878" y="410612"/>
                    <a:pt x="1312333" y="412023"/>
                  </a:cubicBezTo>
                  <a:cubicBezTo>
                    <a:pt x="1344788" y="413434"/>
                    <a:pt x="1356077" y="437423"/>
                    <a:pt x="1388533" y="445890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3277819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upo 92">
            <a:extLst>
              <a:ext uri="{FF2B5EF4-FFF2-40B4-BE49-F238E27FC236}">
                <a16:creationId xmlns:a16="http://schemas.microsoft.com/office/drawing/2014/main" id="{66623893-A0D6-4A11-9237-73F26E77547D}"/>
              </a:ext>
            </a:extLst>
          </p:cNvPr>
          <p:cNvGrpSpPr/>
          <p:nvPr/>
        </p:nvGrpSpPr>
        <p:grpSpPr>
          <a:xfrm>
            <a:off x="2864750" y="2824986"/>
            <a:ext cx="6915386" cy="2791926"/>
            <a:chOff x="2864750" y="2824986"/>
            <a:chExt cx="6915386" cy="2791926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CEAE81A4-199B-4B69-A327-49AD8059DC90}"/>
                </a:ext>
              </a:extLst>
            </p:cNvPr>
            <p:cNvGrpSpPr/>
            <p:nvPr/>
          </p:nvGrpSpPr>
          <p:grpSpPr>
            <a:xfrm>
              <a:off x="2864750" y="2824986"/>
              <a:ext cx="6915386" cy="1385332"/>
              <a:chOff x="2864750" y="2824986"/>
              <a:chExt cx="6915386" cy="1385332"/>
            </a:xfrm>
          </p:grpSpPr>
          <p:cxnSp>
            <p:nvCxnSpPr>
              <p:cNvPr id="5" name="Conector recto 4">
                <a:extLst>
                  <a:ext uri="{FF2B5EF4-FFF2-40B4-BE49-F238E27FC236}">
                    <a16:creationId xmlns:a16="http://schemas.microsoft.com/office/drawing/2014/main" id="{CF2E96C0-C7AC-4766-80FC-8B62A812AD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454977" y="3009652"/>
                <a:ext cx="12048" cy="1096681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6" name="Conector recto 5">
                <a:extLst>
                  <a:ext uri="{FF2B5EF4-FFF2-40B4-BE49-F238E27FC236}">
                    <a16:creationId xmlns:a16="http://schemas.microsoft.com/office/drawing/2014/main" id="{BC78BD02-68F4-4CB8-9017-C6B30DD064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7025" y="4106333"/>
                <a:ext cx="17907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CuadroTexto 6">
                    <a:extLst>
                      <a:ext uri="{FF2B5EF4-FFF2-40B4-BE49-F238E27FC236}">
                        <a16:creationId xmlns:a16="http://schemas.microsoft.com/office/drawing/2014/main" id="{7AF52A7E-4FB1-467E-BF05-EBA7C208227F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750" y="2824986"/>
                    <a:ext cx="48004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7" name="CuadroTexto 6">
                    <a:extLst>
                      <a:ext uri="{FF2B5EF4-FFF2-40B4-BE49-F238E27FC236}">
                        <a16:creationId xmlns:a16="http://schemas.microsoft.com/office/drawing/2014/main" id="{7AF52A7E-4FB1-467E-BF05-EBA7C20822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750" y="2824986"/>
                    <a:ext cx="480043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r="-30380"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CuadroTexto 7">
                    <a:extLst>
                      <a:ext uri="{FF2B5EF4-FFF2-40B4-BE49-F238E27FC236}">
                        <a16:creationId xmlns:a16="http://schemas.microsoft.com/office/drawing/2014/main" id="{59E70B3D-D09D-4C63-9CCF-B9A25B6F3F5D}"/>
                      </a:ext>
                    </a:extLst>
                  </p:cNvPr>
                  <p:cNvSpPr txBox="1"/>
                  <p:nvPr/>
                </p:nvSpPr>
                <p:spPr>
                  <a:xfrm>
                    <a:off x="5116883" y="3840986"/>
                    <a:ext cx="48004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8" name="CuadroTexto 7">
                    <a:extLst>
                      <a:ext uri="{FF2B5EF4-FFF2-40B4-BE49-F238E27FC236}">
                        <a16:creationId xmlns:a16="http://schemas.microsoft.com/office/drawing/2014/main" id="{59E70B3D-D09D-4C63-9CCF-B9A25B6F3F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16883" y="3840986"/>
                    <a:ext cx="480043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442BF2BC-FB21-4C17-B327-5CE8F1612537}"/>
                  </a:ext>
                </a:extLst>
              </p:cNvPr>
              <p:cNvGrpSpPr/>
              <p:nvPr/>
            </p:nvGrpSpPr>
            <p:grpSpPr>
              <a:xfrm>
                <a:off x="5257800" y="2980300"/>
                <a:ext cx="1989960" cy="911061"/>
                <a:chOff x="3334246" y="1579229"/>
                <a:chExt cx="3798679" cy="925920"/>
              </a:xfrm>
            </p:grpSpPr>
            <p:sp>
              <p:nvSpPr>
                <p:cNvPr id="17" name="Rectángulo: esquinas redondeadas 16">
                  <a:extLst>
                    <a:ext uri="{FF2B5EF4-FFF2-40B4-BE49-F238E27FC236}">
                      <a16:creationId xmlns:a16="http://schemas.microsoft.com/office/drawing/2014/main" id="{F4C1D62E-2AA5-4AF9-B230-B64E2AA42E20}"/>
                    </a:ext>
                  </a:extLst>
                </p:cNvPr>
                <p:cNvSpPr/>
                <p:nvPr/>
              </p:nvSpPr>
              <p:spPr>
                <a:xfrm>
                  <a:off x="4093427" y="1579229"/>
                  <a:ext cx="2268014" cy="925920"/>
                </a:xfrm>
                <a:prstGeom prst="roundRect">
                  <a:avLst/>
                </a:prstGeom>
                <a:ln w="28575">
                  <a:solidFill>
                    <a:srgbClr val="FF66FF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/>
                    <a:t>ADC</a:t>
                  </a:r>
                </a:p>
                <a:p>
                  <a:pPr algn="ctr"/>
                  <a:r>
                    <a:rPr lang="en-US" sz="1400" dirty="0"/>
                    <a:t> Analog-to-Digital Converter</a:t>
                  </a:r>
                  <a:endParaRPr lang="es-CL" sz="1400" dirty="0"/>
                </a:p>
              </p:txBody>
            </p:sp>
            <p:cxnSp>
              <p:nvCxnSpPr>
                <p:cNvPr id="18" name="Conector recto de flecha 17">
                  <a:extLst>
                    <a:ext uri="{FF2B5EF4-FFF2-40B4-BE49-F238E27FC236}">
                      <a16:creationId xmlns:a16="http://schemas.microsoft.com/office/drawing/2014/main" id="{5D61C049-EB91-4106-8EF5-56FFE369B6A8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3334246" y="2035247"/>
                  <a:ext cx="759180" cy="0"/>
                </a:xfrm>
                <a:prstGeom prst="straightConnector1">
                  <a:avLst/>
                </a:prstGeom>
                <a:ln w="28575">
                  <a:solidFill>
                    <a:srgbClr val="FF66FF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Conector recto de flecha 19">
                  <a:extLst>
                    <a:ext uri="{FF2B5EF4-FFF2-40B4-BE49-F238E27FC236}">
                      <a16:creationId xmlns:a16="http://schemas.microsoft.com/office/drawing/2014/main" id="{EC927026-E245-43C4-BFF4-907280BD0D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0120" y="2035247"/>
                  <a:ext cx="762805" cy="0"/>
                </a:xfrm>
                <a:prstGeom prst="straightConnector1">
                  <a:avLst/>
                </a:prstGeom>
                <a:ln w="28575">
                  <a:solidFill>
                    <a:srgbClr val="FF66FF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" name="Conector recto 10">
                <a:extLst>
                  <a:ext uri="{FF2B5EF4-FFF2-40B4-BE49-F238E27FC236}">
                    <a16:creationId xmlns:a16="http://schemas.microsoft.com/office/drawing/2014/main" id="{F3AF1F6C-CED1-4781-8F7A-A96C575083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638187" y="3009652"/>
                <a:ext cx="0" cy="1096681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CuadroTexto 12">
                    <a:extLst>
                      <a:ext uri="{FF2B5EF4-FFF2-40B4-BE49-F238E27FC236}">
                        <a16:creationId xmlns:a16="http://schemas.microsoft.com/office/drawing/2014/main" id="{73AB7FB2-657E-4BF0-9567-3B700375CEF3}"/>
                      </a:ext>
                    </a:extLst>
                  </p:cNvPr>
                  <p:cNvSpPr txBox="1"/>
                  <p:nvPr/>
                </p:nvSpPr>
                <p:spPr>
                  <a:xfrm>
                    <a:off x="7047960" y="2824986"/>
                    <a:ext cx="48004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13" name="CuadroTexto 12">
                    <a:extLst>
                      <a:ext uri="{FF2B5EF4-FFF2-40B4-BE49-F238E27FC236}">
                        <a16:creationId xmlns:a16="http://schemas.microsoft.com/office/drawing/2014/main" id="{73AB7FB2-657E-4BF0-9567-3B700375CE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7960" y="2824986"/>
                    <a:ext cx="480043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31646" b="-14754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CuadroTexto 13">
                    <a:extLst>
                      <a:ext uri="{FF2B5EF4-FFF2-40B4-BE49-F238E27FC236}">
                        <a16:creationId xmlns:a16="http://schemas.microsoft.com/office/drawing/2014/main" id="{A4876962-3C04-4BE5-BD89-30DB5298BA2C}"/>
                      </a:ext>
                    </a:extLst>
                  </p:cNvPr>
                  <p:cNvSpPr txBox="1"/>
                  <p:nvPr/>
                </p:nvSpPr>
                <p:spPr>
                  <a:xfrm>
                    <a:off x="9300093" y="3840986"/>
                    <a:ext cx="48004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14" name="CuadroTexto 13">
                    <a:extLst>
                      <a:ext uri="{FF2B5EF4-FFF2-40B4-BE49-F238E27FC236}">
                        <a16:creationId xmlns:a16="http://schemas.microsoft.com/office/drawing/2014/main" id="{A4876962-3C04-4BE5-BD89-30DB5298BA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00093" y="3840986"/>
                    <a:ext cx="480043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D030A0AC-93BD-4BFF-9894-40F6F887CA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50235" y="4106333"/>
                <a:ext cx="17907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5C88BBB5-190D-4B2B-B662-4ED7C867D0E9}"/>
                </a:ext>
              </a:extLst>
            </p:cNvPr>
            <p:cNvSpPr/>
            <p:nvPr/>
          </p:nvSpPr>
          <p:spPr>
            <a:xfrm>
              <a:off x="3467025" y="3299063"/>
              <a:ext cx="1553443" cy="321713"/>
            </a:xfrm>
            <a:custGeom>
              <a:avLst/>
              <a:gdLst>
                <a:gd name="connsiteX0" fmla="*/ 0 w 1261533"/>
                <a:gd name="connsiteY0" fmla="*/ 304800 h 304800"/>
                <a:gd name="connsiteX1" fmla="*/ 287867 w 1261533"/>
                <a:gd name="connsiteY1" fmla="*/ 67734 h 304800"/>
                <a:gd name="connsiteX2" fmla="*/ 778933 w 1261533"/>
                <a:gd name="connsiteY2" fmla="*/ 237067 h 304800"/>
                <a:gd name="connsiteX3" fmla="*/ 1261533 w 1261533"/>
                <a:gd name="connsiteY3" fmla="*/ 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1533" h="304800">
                  <a:moveTo>
                    <a:pt x="0" y="304800"/>
                  </a:moveTo>
                  <a:cubicBezTo>
                    <a:pt x="79022" y="191911"/>
                    <a:pt x="158045" y="79023"/>
                    <a:pt x="287867" y="67734"/>
                  </a:cubicBezTo>
                  <a:cubicBezTo>
                    <a:pt x="417689" y="56445"/>
                    <a:pt x="616655" y="248356"/>
                    <a:pt x="778933" y="237067"/>
                  </a:cubicBezTo>
                  <a:cubicBezTo>
                    <a:pt x="941211" y="225778"/>
                    <a:pt x="1126066" y="132644"/>
                    <a:pt x="1261533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rgbClr val="FF0000"/>
                </a:solidFill>
              </a:endParaRP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BC8DAF6D-5F92-4AB7-9803-504C685B2D7B}"/>
                </a:ext>
              </a:extLst>
            </p:cNvPr>
            <p:cNvSpPr/>
            <p:nvPr/>
          </p:nvSpPr>
          <p:spPr>
            <a:xfrm>
              <a:off x="7613689" y="3564455"/>
              <a:ext cx="63110" cy="648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8D34F19B-21EE-470A-9B50-ACF8948FDC25}"/>
                </a:ext>
              </a:extLst>
            </p:cNvPr>
            <p:cNvSpPr/>
            <p:nvPr/>
          </p:nvSpPr>
          <p:spPr>
            <a:xfrm>
              <a:off x="7728864" y="3454401"/>
              <a:ext cx="63110" cy="648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CDF09AB0-E4BE-4655-8638-E169C8568361}"/>
                </a:ext>
              </a:extLst>
            </p:cNvPr>
            <p:cNvSpPr/>
            <p:nvPr/>
          </p:nvSpPr>
          <p:spPr>
            <a:xfrm>
              <a:off x="7832448" y="3362122"/>
              <a:ext cx="63110" cy="648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2413BE23-5C4E-4AD3-8D7A-15A198A726A6}"/>
                </a:ext>
              </a:extLst>
            </p:cNvPr>
            <p:cNvCxnSpPr>
              <a:stCxn id="27" idx="4"/>
            </p:cNvCxnSpPr>
            <p:nvPr/>
          </p:nvCxnSpPr>
          <p:spPr>
            <a:xfrm>
              <a:off x="7645244" y="3629255"/>
              <a:ext cx="0" cy="477078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75A64A7E-8FD8-4FE6-85A8-49A6B6326A0D}"/>
                </a:ext>
              </a:extLst>
            </p:cNvPr>
            <p:cNvCxnSpPr>
              <a:cxnSpLocks/>
              <a:stCxn id="28" idx="4"/>
            </p:cNvCxnSpPr>
            <p:nvPr/>
          </p:nvCxnSpPr>
          <p:spPr>
            <a:xfrm>
              <a:off x="7760419" y="3519201"/>
              <a:ext cx="0" cy="573135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85B26A75-059B-4F20-8385-9B3EEB5380FA}"/>
                </a:ext>
              </a:extLst>
            </p:cNvPr>
            <p:cNvCxnSpPr>
              <a:cxnSpLocks/>
            </p:cNvCxnSpPr>
            <p:nvPr/>
          </p:nvCxnSpPr>
          <p:spPr>
            <a:xfrm>
              <a:off x="7875532" y="3412601"/>
              <a:ext cx="0" cy="679735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6E55DFD0-1F9D-4429-A40B-42C986B1BD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83426" y="3365037"/>
              <a:ext cx="0" cy="72729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C42AA8CC-123B-4C60-9F3D-C1FDF10FA4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00760" y="3360131"/>
              <a:ext cx="0" cy="732205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2FF0CD33-303D-40CF-97A1-3256EFC2941E}"/>
                </a:ext>
              </a:extLst>
            </p:cNvPr>
            <p:cNvCxnSpPr>
              <a:cxnSpLocks/>
            </p:cNvCxnSpPr>
            <p:nvPr/>
          </p:nvCxnSpPr>
          <p:spPr>
            <a:xfrm>
              <a:off x="8218095" y="3411198"/>
              <a:ext cx="0" cy="679735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8B45D0EE-0290-45F8-AB65-509FA97286C6}"/>
                </a:ext>
              </a:extLst>
            </p:cNvPr>
            <p:cNvCxnSpPr>
              <a:cxnSpLocks/>
            </p:cNvCxnSpPr>
            <p:nvPr/>
          </p:nvCxnSpPr>
          <p:spPr>
            <a:xfrm>
              <a:off x="8331383" y="3454401"/>
              <a:ext cx="0" cy="63653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668CA775-D634-439B-823D-A85BD362AD5B}"/>
                </a:ext>
              </a:extLst>
            </p:cNvPr>
            <p:cNvCxnSpPr>
              <a:cxnSpLocks/>
            </p:cNvCxnSpPr>
            <p:nvPr/>
          </p:nvCxnSpPr>
          <p:spPr>
            <a:xfrm>
              <a:off x="8452764" y="3519201"/>
              <a:ext cx="0" cy="57173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F9F1C660-8AE4-4A62-97D3-05F5A56ED4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86283" y="3543767"/>
              <a:ext cx="0" cy="56089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6832D608-6146-49CC-82D5-36130EDFA72B}"/>
                </a:ext>
              </a:extLst>
            </p:cNvPr>
            <p:cNvCxnSpPr>
              <a:cxnSpLocks/>
            </p:cNvCxnSpPr>
            <p:nvPr/>
          </p:nvCxnSpPr>
          <p:spPr>
            <a:xfrm>
              <a:off x="8711709" y="3543767"/>
              <a:ext cx="0" cy="560898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B0FEEDC5-7B64-427B-A8A6-B110673F5070}"/>
                </a:ext>
              </a:extLst>
            </p:cNvPr>
            <p:cNvCxnSpPr>
              <a:cxnSpLocks/>
            </p:cNvCxnSpPr>
            <p:nvPr/>
          </p:nvCxnSpPr>
          <p:spPr>
            <a:xfrm>
              <a:off x="8837136" y="3486801"/>
              <a:ext cx="0" cy="617864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4106490B-845B-4479-A3AE-64EFCABA2161}"/>
                </a:ext>
              </a:extLst>
            </p:cNvPr>
            <p:cNvCxnSpPr>
              <a:cxnSpLocks/>
            </p:cNvCxnSpPr>
            <p:nvPr/>
          </p:nvCxnSpPr>
          <p:spPr>
            <a:xfrm>
              <a:off x="8958516" y="3454401"/>
              <a:ext cx="0" cy="636531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4466EE4E-621A-4662-998A-742698C9DF11}"/>
                </a:ext>
              </a:extLst>
            </p:cNvPr>
            <p:cNvCxnSpPr>
              <a:cxnSpLocks/>
            </p:cNvCxnSpPr>
            <p:nvPr/>
          </p:nvCxnSpPr>
          <p:spPr>
            <a:xfrm>
              <a:off x="9083943" y="3392531"/>
              <a:ext cx="0" cy="698401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5FFB1F92-A848-4E44-9AA3-6519D85133DA}"/>
                </a:ext>
              </a:extLst>
            </p:cNvPr>
            <p:cNvCxnSpPr>
              <a:cxnSpLocks/>
            </p:cNvCxnSpPr>
            <p:nvPr/>
          </p:nvCxnSpPr>
          <p:spPr>
            <a:xfrm>
              <a:off x="9198687" y="3293545"/>
              <a:ext cx="0" cy="797387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FF9BAD0-C899-47E8-A5F3-AA87F9848DF7}"/>
                </a:ext>
              </a:extLst>
            </p:cNvPr>
            <p:cNvSpPr/>
            <p:nvPr/>
          </p:nvSpPr>
          <p:spPr>
            <a:xfrm>
              <a:off x="7955445" y="3331803"/>
              <a:ext cx="63110" cy="648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62FC083D-BF2C-4319-B284-B67426E2549C}"/>
                </a:ext>
              </a:extLst>
            </p:cNvPr>
            <p:cNvSpPr/>
            <p:nvPr/>
          </p:nvSpPr>
          <p:spPr>
            <a:xfrm>
              <a:off x="8071295" y="3356062"/>
              <a:ext cx="63110" cy="648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3B7862B7-573B-4F01-B5A4-88C0B00CDAC8}"/>
                </a:ext>
              </a:extLst>
            </p:cNvPr>
            <p:cNvSpPr/>
            <p:nvPr/>
          </p:nvSpPr>
          <p:spPr>
            <a:xfrm>
              <a:off x="8184517" y="3396600"/>
              <a:ext cx="63110" cy="648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0D751B1E-5AC4-4F15-89E9-A6998183A820}"/>
                </a:ext>
              </a:extLst>
            </p:cNvPr>
            <p:cNvSpPr/>
            <p:nvPr/>
          </p:nvSpPr>
          <p:spPr>
            <a:xfrm>
              <a:off x="8294532" y="3442240"/>
              <a:ext cx="63110" cy="648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D1BA9826-AFF8-4E51-95A2-7FBF5B2D69E5}"/>
                </a:ext>
              </a:extLst>
            </p:cNvPr>
            <p:cNvSpPr/>
            <p:nvPr/>
          </p:nvSpPr>
          <p:spPr>
            <a:xfrm>
              <a:off x="8424564" y="3493192"/>
              <a:ext cx="63110" cy="648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C72A263F-3A08-442D-AA76-8ACD5108B174}"/>
                </a:ext>
              </a:extLst>
            </p:cNvPr>
            <p:cNvSpPr/>
            <p:nvPr/>
          </p:nvSpPr>
          <p:spPr>
            <a:xfrm>
              <a:off x="8556171" y="3521523"/>
              <a:ext cx="63110" cy="648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2B1E6A0B-6A63-4733-ABD3-23609734262A}"/>
                </a:ext>
              </a:extLst>
            </p:cNvPr>
            <p:cNvSpPr/>
            <p:nvPr/>
          </p:nvSpPr>
          <p:spPr>
            <a:xfrm>
              <a:off x="8678132" y="3499655"/>
              <a:ext cx="63110" cy="648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Elipse 67">
              <a:extLst>
                <a:ext uri="{FF2B5EF4-FFF2-40B4-BE49-F238E27FC236}">
                  <a16:creationId xmlns:a16="http://schemas.microsoft.com/office/drawing/2014/main" id="{C562C193-8725-42B7-A582-4B85905B4DA1}"/>
                </a:ext>
              </a:extLst>
            </p:cNvPr>
            <p:cNvSpPr/>
            <p:nvPr/>
          </p:nvSpPr>
          <p:spPr>
            <a:xfrm>
              <a:off x="8806480" y="3466806"/>
              <a:ext cx="63110" cy="648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324FCA0D-963D-41FC-9A8C-BDF0CC14F3A2}"/>
                </a:ext>
              </a:extLst>
            </p:cNvPr>
            <p:cNvSpPr/>
            <p:nvPr/>
          </p:nvSpPr>
          <p:spPr>
            <a:xfrm>
              <a:off x="8924034" y="3426069"/>
              <a:ext cx="63110" cy="648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B5F00DAD-AC49-41DB-A60F-C1BF5597BBBD}"/>
                </a:ext>
              </a:extLst>
            </p:cNvPr>
            <p:cNvSpPr/>
            <p:nvPr/>
          </p:nvSpPr>
          <p:spPr>
            <a:xfrm>
              <a:off x="9046651" y="3351993"/>
              <a:ext cx="63110" cy="648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23B43195-7983-457E-A2A4-5A1EDFB5BE55}"/>
                </a:ext>
              </a:extLst>
            </p:cNvPr>
            <p:cNvSpPr/>
            <p:nvPr/>
          </p:nvSpPr>
          <p:spPr>
            <a:xfrm>
              <a:off x="9167133" y="3267003"/>
              <a:ext cx="63110" cy="64800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4" name="Abrir llave 73">
              <a:extLst>
                <a:ext uri="{FF2B5EF4-FFF2-40B4-BE49-F238E27FC236}">
                  <a16:creationId xmlns:a16="http://schemas.microsoft.com/office/drawing/2014/main" id="{2F31ABA0-94B8-48F2-B07A-DE35B3A17290}"/>
                </a:ext>
              </a:extLst>
            </p:cNvPr>
            <p:cNvSpPr/>
            <p:nvPr/>
          </p:nvSpPr>
          <p:spPr>
            <a:xfrm rot="16200000">
              <a:off x="8462699" y="4111283"/>
              <a:ext cx="98339" cy="166020"/>
            </a:xfrm>
            <a:prstGeom prst="leftBrac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1006D49D-115B-4EC7-B447-3D3AC585A850}"/>
                    </a:ext>
                  </a:extLst>
                </p:cNvPr>
                <p:cNvSpPr txBox="1"/>
                <p:nvPr/>
              </p:nvSpPr>
              <p:spPr>
                <a:xfrm>
                  <a:off x="8294532" y="4179919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1006D49D-115B-4EC7-B447-3D3AC585A8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4532" y="4179919"/>
                  <a:ext cx="48004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2" name="Grupo 91">
              <a:extLst>
                <a:ext uri="{FF2B5EF4-FFF2-40B4-BE49-F238E27FC236}">
                  <a16:creationId xmlns:a16="http://schemas.microsoft.com/office/drawing/2014/main" id="{C1F6C2C8-6CC7-4262-9642-1A81C632DEAA}"/>
                </a:ext>
              </a:extLst>
            </p:cNvPr>
            <p:cNvGrpSpPr/>
            <p:nvPr/>
          </p:nvGrpSpPr>
          <p:grpSpPr>
            <a:xfrm>
              <a:off x="4944462" y="4421256"/>
              <a:ext cx="2428535" cy="1195656"/>
              <a:chOff x="5110716" y="4476674"/>
              <a:chExt cx="2428535" cy="1195656"/>
            </a:xfrm>
          </p:grpSpPr>
          <p:sp>
            <p:nvSpPr>
              <p:cNvPr id="76" name="Elipse 75">
                <a:extLst>
                  <a:ext uri="{FF2B5EF4-FFF2-40B4-BE49-F238E27FC236}">
                    <a16:creationId xmlns:a16="http://schemas.microsoft.com/office/drawing/2014/main" id="{46FBC36F-EFB2-457A-8730-0EB972AC3E23}"/>
                  </a:ext>
                </a:extLst>
              </p:cNvPr>
              <p:cNvSpPr/>
              <p:nvPr/>
            </p:nvSpPr>
            <p:spPr>
              <a:xfrm>
                <a:off x="5257799" y="4849086"/>
                <a:ext cx="165600" cy="166246"/>
              </a:xfrm>
              <a:prstGeom prst="ellipse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cxnSp>
            <p:nvCxnSpPr>
              <p:cNvPr id="77" name="Conector recto 76">
                <a:extLst>
                  <a:ext uri="{FF2B5EF4-FFF2-40B4-BE49-F238E27FC236}">
                    <a16:creationId xmlns:a16="http://schemas.microsoft.com/office/drawing/2014/main" id="{365D7E89-4445-4795-AEDE-9719CB74C3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08395" y="4930669"/>
                <a:ext cx="687605" cy="1540"/>
              </a:xfrm>
              <a:prstGeom prst="line">
                <a:avLst/>
              </a:prstGeom>
              <a:ln w="28575">
                <a:solidFill>
                  <a:srgbClr val="FF66FF"/>
                </a:solidFill>
                <a:tailEnd type="non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0" name="Conector recto 79">
                <a:extLst>
                  <a:ext uri="{FF2B5EF4-FFF2-40B4-BE49-F238E27FC236}">
                    <a16:creationId xmlns:a16="http://schemas.microsoft.com/office/drawing/2014/main" id="{38F08782-C2DF-4A4B-A024-93FB283A07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4549251"/>
                <a:ext cx="569193" cy="381418"/>
              </a:xfrm>
              <a:prstGeom prst="line">
                <a:avLst/>
              </a:prstGeom>
              <a:ln w="28575">
                <a:solidFill>
                  <a:srgbClr val="FF66FF"/>
                </a:solidFill>
                <a:tailEnd type="non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4" name="Conector recto 83">
                <a:extLst>
                  <a:ext uri="{FF2B5EF4-FFF2-40B4-BE49-F238E27FC236}">
                    <a16:creationId xmlns:a16="http://schemas.microsoft.com/office/drawing/2014/main" id="{34C5C5D8-F148-4A08-AE6E-420769D9DB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5664" y="4929129"/>
                <a:ext cx="687605" cy="1540"/>
              </a:xfrm>
              <a:prstGeom prst="line">
                <a:avLst/>
              </a:prstGeom>
              <a:ln w="28575">
                <a:solidFill>
                  <a:srgbClr val="FF66FF"/>
                </a:solidFill>
                <a:tailEnd type="none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85" name="Elipse 84">
                <a:extLst>
                  <a:ext uri="{FF2B5EF4-FFF2-40B4-BE49-F238E27FC236}">
                    <a16:creationId xmlns:a16="http://schemas.microsoft.com/office/drawing/2014/main" id="{05067907-71A5-4C1F-BE3A-756BC5A357F8}"/>
                  </a:ext>
                </a:extLst>
              </p:cNvPr>
              <p:cNvSpPr/>
              <p:nvPr/>
            </p:nvSpPr>
            <p:spPr>
              <a:xfrm>
                <a:off x="7298881" y="4846006"/>
                <a:ext cx="165600" cy="166246"/>
              </a:xfrm>
              <a:prstGeom prst="ellipse">
                <a:avLst/>
              </a:prstGeom>
              <a:solidFill>
                <a:srgbClr val="FF66FF"/>
              </a:solidFill>
              <a:ln>
                <a:solidFill>
                  <a:srgbClr val="FF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CuadroTexto 87">
                    <a:extLst>
                      <a:ext uri="{FF2B5EF4-FFF2-40B4-BE49-F238E27FC236}">
                        <a16:creationId xmlns:a16="http://schemas.microsoft.com/office/drawing/2014/main" id="{E52A8B78-219F-478B-B562-BF1A90D23A58}"/>
                      </a:ext>
                    </a:extLst>
                  </p:cNvPr>
                  <p:cNvSpPr txBox="1"/>
                  <p:nvPr/>
                </p:nvSpPr>
                <p:spPr>
                  <a:xfrm>
                    <a:off x="5110716" y="4487752"/>
                    <a:ext cx="31268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FF66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FF66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66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FF66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>
                      <a:solidFill>
                        <a:srgbClr val="FF66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8" name="CuadroTexto 87">
                    <a:extLst>
                      <a:ext uri="{FF2B5EF4-FFF2-40B4-BE49-F238E27FC236}">
                        <a16:creationId xmlns:a16="http://schemas.microsoft.com/office/drawing/2014/main" id="{E52A8B78-219F-478B-B562-BF1A90D23A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10716" y="4487752"/>
                    <a:ext cx="312683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101961"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CuadroTexto 88">
                    <a:extLst>
                      <a:ext uri="{FF2B5EF4-FFF2-40B4-BE49-F238E27FC236}">
                        <a16:creationId xmlns:a16="http://schemas.microsoft.com/office/drawing/2014/main" id="{9FAB9080-B587-4D45-A590-77CD10485BBE}"/>
                      </a:ext>
                    </a:extLst>
                  </p:cNvPr>
                  <p:cNvSpPr txBox="1"/>
                  <p:nvPr/>
                </p:nvSpPr>
                <p:spPr>
                  <a:xfrm>
                    <a:off x="7091418" y="4476674"/>
                    <a:ext cx="31268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FF66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solidFill>
                                <a:srgbClr val="FF66FF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solidFill>
                                <a:srgbClr val="FF66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FF66FF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oMath>
                      </m:oMathPara>
                    </a14:m>
                    <a:endParaRPr lang="es-CL" dirty="0">
                      <a:solidFill>
                        <a:srgbClr val="FF66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9" name="CuadroTexto 88">
                    <a:extLst>
                      <a:ext uri="{FF2B5EF4-FFF2-40B4-BE49-F238E27FC236}">
                        <a16:creationId xmlns:a16="http://schemas.microsoft.com/office/drawing/2014/main" id="{9FAB9080-B587-4D45-A590-77CD10485B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1418" y="4476674"/>
                    <a:ext cx="312683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103922" b="-14754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0" name="Arco 89">
                <a:extLst>
                  <a:ext uri="{FF2B5EF4-FFF2-40B4-BE49-F238E27FC236}">
                    <a16:creationId xmlns:a16="http://schemas.microsoft.com/office/drawing/2014/main" id="{A7143107-58DB-45EF-BAD1-98BB3F937966}"/>
                  </a:ext>
                </a:extLst>
              </p:cNvPr>
              <p:cNvSpPr/>
              <p:nvPr/>
            </p:nvSpPr>
            <p:spPr>
              <a:xfrm>
                <a:off x="5921044" y="4634284"/>
                <a:ext cx="635927" cy="793618"/>
              </a:xfrm>
              <a:prstGeom prst="arc">
                <a:avLst>
                  <a:gd name="adj1" fmla="val 16200000"/>
                  <a:gd name="adj2" fmla="val 471613"/>
                </a:avLst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CuadroTexto 90">
                    <a:extLst>
                      <a:ext uri="{FF2B5EF4-FFF2-40B4-BE49-F238E27FC236}">
                        <a16:creationId xmlns:a16="http://schemas.microsoft.com/office/drawing/2014/main" id="{6DD34F7F-B7C9-4560-B627-A51ADA0B15C1}"/>
                      </a:ext>
                    </a:extLst>
                  </p:cNvPr>
                  <p:cNvSpPr txBox="1"/>
                  <p:nvPr/>
                </p:nvSpPr>
                <p:spPr>
                  <a:xfrm>
                    <a:off x="5596926" y="5025999"/>
                    <a:ext cx="1942325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b="0" i="0" dirty="0">
                      <a:latin typeface="Cambria Math" panose="02040503050406030204" pitchFamily="18" charset="0"/>
                      <a:ea typeface="Cambria Math" panose="020405030504060302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Intervalo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de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sampleo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91" name="CuadroTexto 90">
                    <a:extLst>
                      <a:ext uri="{FF2B5EF4-FFF2-40B4-BE49-F238E27FC236}">
                        <a16:creationId xmlns:a16="http://schemas.microsoft.com/office/drawing/2014/main" id="{6DD34F7F-B7C9-4560-B627-A51ADA0B15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6926" y="5025999"/>
                    <a:ext cx="1942325" cy="64633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16667" b="-7547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746352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FEA6EBB1-CDBB-4E84-9D07-30A988EEAC34}"/>
              </a:ext>
            </a:extLst>
          </p:cNvPr>
          <p:cNvGrpSpPr/>
          <p:nvPr/>
        </p:nvGrpSpPr>
        <p:grpSpPr>
          <a:xfrm>
            <a:off x="806247" y="724281"/>
            <a:ext cx="3162118" cy="837632"/>
            <a:chOff x="5371320" y="3003354"/>
            <a:chExt cx="3162118" cy="8376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B6642F1E-6A65-476A-9268-0F76DADDBD9C}"/>
                    </a:ext>
                  </a:extLst>
                </p:cNvPr>
                <p:cNvSpPr txBox="1"/>
                <p:nvPr/>
              </p:nvSpPr>
              <p:spPr>
                <a:xfrm>
                  <a:off x="5371320" y="3161062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s-CL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B6642F1E-6A65-476A-9268-0F76DADDBD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1320" y="3161062"/>
                  <a:ext cx="811390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8CBF9D2C-4AD7-4AC1-B12E-1B797D06DEB6}"/>
                </a:ext>
              </a:extLst>
            </p:cNvPr>
            <p:cNvSpPr/>
            <p:nvPr/>
          </p:nvSpPr>
          <p:spPr>
            <a:xfrm>
              <a:off x="6546588" y="3003354"/>
              <a:ext cx="769765" cy="837632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Sist.</a:t>
              </a:r>
              <a:endParaRPr lang="es-CL" dirty="0"/>
            </a:p>
          </p:txBody>
        </p:sp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FDF6E150-4EBD-4A4C-9CAE-073FC5DE03D0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5908639" y="3422170"/>
              <a:ext cx="637949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7A256751-0E54-4557-B003-D2D4D4754B5D}"/>
                    </a:ext>
                  </a:extLst>
                </p:cNvPr>
                <p:cNvSpPr txBox="1"/>
                <p:nvPr/>
              </p:nvSpPr>
              <p:spPr>
                <a:xfrm>
                  <a:off x="7722048" y="3161062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s-CL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7A256751-0E54-4557-B003-D2D4D4754B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2048" y="3161062"/>
                  <a:ext cx="811390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1C4A9EEF-E049-4207-B588-17187AEEB5E3}"/>
                </a:ext>
              </a:extLst>
            </p:cNvPr>
            <p:cNvCxnSpPr>
              <a:cxnSpLocks/>
            </p:cNvCxnSpPr>
            <p:nvPr/>
          </p:nvCxnSpPr>
          <p:spPr>
            <a:xfrm>
              <a:off x="7316353" y="3422170"/>
              <a:ext cx="637949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AB3A4F10-5426-4BDF-A25A-0ED98A67CA75}"/>
              </a:ext>
            </a:extLst>
          </p:cNvPr>
          <p:cNvGrpSpPr/>
          <p:nvPr/>
        </p:nvGrpSpPr>
        <p:grpSpPr>
          <a:xfrm>
            <a:off x="892776" y="2012687"/>
            <a:ext cx="3189441" cy="913898"/>
            <a:chOff x="892776" y="2012687"/>
            <a:chExt cx="3189441" cy="913898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0DA71627-F6E6-4246-AFD1-2147445E2C1F}"/>
                </a:ext>
              </a:extLst>
            </p:cNvPr>
            <p:cNvGrpSpPr/>
            <p:nvPr/>
          </p:nvGrpSpPr>
          <p:grpSpPr>
            <a:xfrm>
              <a:off x="892776" y="2012687"/>
              <a:ext cx="3189441" cy="913898"/>
              <a:chOff x="5371128" y="2927088"/>
              <a:chExt cx="3189441" cy="9138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CuadroTexto 10">
                    <a:extLst>
                      <a:ext uri="{FF2B5EF4-FFF2-40B4-BE49-F238E27FC236}">
                        <a16:creationId xmlns:a16="http://schemas.microsoft.com/office/drawing/2014/main" id="{E985FDE8-21CF-48BD-824E-9B48670112A8}"/>
                      </a:ext>
                    </a:extLst>
                  </p:cNvPr>
                  <p:cNvSpPr txBox="1"/>
                  <p:nvPr/>
                </p:nvSpPr>
                <p:spPr>
                  <a:xfrm>
                    <a:off x="5371128" y="3152614"/>
                    <a:ext cx="81139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es-CL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CuadroTexto 10">
                    <a:extLst>
                      <a:ext uri="{FF2B5EF4-FFF2-40B4-BE49-F238E27FC236}">
                        <a16:creationId xmlns:a16="http://schemas.microsoft.com/office/drawing/2014/main" id="{E985FDE8-21CF-48BD-824E-9B48670112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71128" y="3152614"/>
                    <a:ext cx="811390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Rectángulo: esquinas redondeadas 11">
                <a:extLst>
                  <a:ext uri="{FF2B5EF4-FFF2-40B4-BE49-F238E27FC236}">
                    <a16:creationId xmlns:a16="http://schemas.microsoft.com/office/drawing/2014/main" id="{C53B42A9-31F9-4A09-99C8-9DBB20BE2E9F}"/>
                  </a:ext>
                </a:extLst>
              </p:cNvPr>
              <p:cNvSpPr/>
              <p:nvPr/>
            </p:nvSpPr>
            <p:spPr>
              <a:xfrm>
                <a:off x="6546588" y="3003354"/>
                <a:ext cx="769765" cy="837632"/>
              </a:xfrm>
              <a:prstGeom prst="round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Sist.</a:t>
                </a:r>
                <a:endParaRPr lang="es-CL" dirty="0"/>
              </a:p>
            </p:txBody>
          </p:sp>
          <p:cxnSp>
            <p:nvCxnSpPr>
              <p:cNvPr id="13" name="Conector recto de flecha 12">
                <a:extLst>
                  <a:ext uri="{FF2B5EF4-FFF2-40B4-BE49-F238E27FC236}">
                    <a16:creationId xmlns:a16="http://schemas.microsoft.com/office/drawing/2014/main" id="{372E0EE5-D654-41BA-B871-0C0BADB5F560}"/>
                  </a:ext>
                </a:extLst>
              </p:cNvPr>
              <p:cNvCxnSpPr>
                <a:cxnSpLocks/>
                <a:endCxn id="12" idx="1"/>
              </p:cNvCxnSpPr>
              <p:nvPr/>
            </p:nvCxnSpPr>
            <p:spPr>
              <a:xfrm>
                <a:off x="5908639" y="3422170"/>
                <a:ext cx="637949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CuadroTexto 13">
                    <a:extLst>
                      <a:ext uri="{FF2B5EF4-FFF2-40B4-BE49-F238E27FC236}">
                        <a16:creationId xmlns:a16="http://schemas.microsoft.com/office/drawing/2014/main" id="{3CEFF071-7581-479B-9D7C-740908781548}"/>
                      </a:ext>
                    </a:extLst>
                  </p:cNvPr>
                  <p:cNvSpPr txBox="1"/>
                  <p:nvPr/>
                </p:nvSpPr>
                <p:spPr>
                  <a:xfrm>
                    <a:off x="7749179" y="2927088"/>
                    <a:ext cx="81139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L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CuadroTexto 13">
                    <a:extLst>
                      <a:ext uri="{FF2B5EF4-FFF2-40B4-BE49-F238E27FC236}">
                        <a16:creationId xmlns:a16="http://schemas.microsoft.com/office/drawing/2014/main" id="{3CEFF071-7581-479B-9D7C-7409087815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49179" y="2927088"/>
                    <a:ext cx="81139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" name="Conector recto de flecha 14">
                <a:extLst>
                  <a:ext uri="{FF2B5EF4-FFF2-40B4-BE49-F238E27FC236}">
                    <a16:creationId xmlns:a16="http://schemas.microsoft.com/office/drawing/2014/main" id="{8CE4A680-4009-4B9B-A6E0-8EA8FD3BF8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6353" y="3152614"/>
                <a:ext cx="637949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2BEBD9F6-3B49-4D01-A757-840B7419F745}"/>
                    </a:ext>
                  </a:extLst>
                </p:cNvPr>
                <p:cNvSpPr txBox="1"/>
                <p:nvPr/>
              </p:nvSpPr>
              <p:spPr>
                <a:xfrm>
                  <a:off x="3270827" y="2254439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2BEBD9F6-3B49-4D01-A757-840B7419F7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0827" y="2254439"/>
                  <a:ext cx="81139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798628FD-80FC-4B42-9B7B-E80174BF66B5}"/>
                </a:ext>
              </a:extLst>
            </p:cNvPr>
            <p:cNvCxnSpPr>
              <a:cxnSpLocks/>
            </p:cNvCxnSpPr>
            <p:nvPr/>
          </p:nvCxnSpPr>
          <p:spPr>
            <a:xfrm>
              <a:off x="2838001" y="2479965"/>
              <a:ext cx="637949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2C00FD3D-CD8B-4F5F-B062-38A4F13206AB}"/>
                    </a:ext>
                  </a:extLst>
                </p:cNvPr>
                <p:cNvSpPr txBox="1"/>
                <p:nvPr/>
              </p:nvSpPr>
              <p:spPr>
                <a:xfrm>
                  <a:off x="3270827" y="2494011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2C00FD3D-CD8B-4F5F-B062-38A4F13206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0827" y="2494011"/>
                  <a:ext cx="811390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153EAFC3-E167-401D-B50B-3385893E1803}"/>
                </a:ext>
              </a:extLst>
            </p:cNvPr>
            <p:cNvCxnSpPr>
              <a:cxnSpLocks/>
            </p:cNvCxnSpPr>
            <p:nvPr/>
          </p:nvCxnSpPr>
          <p:spPr>
            <a:xfrm>
              <a:off x="2838001" y="2719537"/>
              <a:ext cx="637949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ECF9B8DC-DE06-4384-9288-95146A6DCA81}"/>
              </a:ext>
            </a:extLst>
          </p:cNvPr>
          <p:cNvGrpSpPr/>
          <p:nvPr/>
        </p:nvGrpSpPr>
        <p:grpSpPr>
          <a:xfrm>
            <a:off x="4249105" y="640158"/>
            <a:ext cx="3189824" cy="918701"/>
            <a:chOff x="4249105" y="640158"/>
            <a:chExt cx="3189824" cy="918701"/>
          </a:xfrm>
        </p:grpSpPr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BEF275D1-0DAB-419A-BFA3-7E979083EE83}"/>
                </a:ext>
              </a:extLst>
            </p:cNvPr>
            <p:cNvGrpSpPr/>
            <p:nvPr/>
          </p:nvGrpSpPr>
          <p:grpSpPr>
            <a:xfrm>
              <a:off x="4249105" y="721227"/>
              <a:ext cx="3189824" cy="837632"/>
              <a:chOff x="5343614" y="3003354"/>
              <a:chExt cx="3189824" cy="8376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uadroTexto 26">
                    <a:extLst>
                      <a:ext uri="{FF2B5EF4-FFF2-40B4-BE49-F238E27FC236}">
                        <a16:creationId xmlns:a16="http://schemas.microsoft.com/office/drawing/2014/main" id="{0558273B-CAEB-4F14-A85F-8DA7392079AE}"/>
                      </a:ext>
                    </a:extLst>
                  </p:cNvPr>
                  <p:cNvSpPr txBox="1"/>
                  <p:nvPr/>
                </p:nvSpPr>
                <p:spPr>
                  <a:xfrm>
                    <a:off x="5343614" y="3161062"/>
                    <a:ext cx="81139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lang="es-CL" dirty="0">
                        <a:solidFill>
                          <a:srgbClr val="FF0000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27" name="CuadroTexto 26">
                    <a:extLst>
                      <a:ext uri="{FF2B5EF4-FFF2-40B4-BE49-F238E27FC236}">
                        <a16:creationId xmlns:a16="http://schemas.microsoft.com/office/drawing/2014/main" id="{0558273B-CAEB-4F14-A85F-8DA7392079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43614" y="3161062"/>
                    <a:ext cx="811390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Rectángulo: esquinas redondeadas 27">
                <a:extLst>
                  <a:ext uri="{FF2B5EF4-FFF2-40B4-BE49-F238E27FC236}">
                    <a16:creationId xmlns:a16="http://schemas.microsoft.com/office/drawing/2014/main" id="{D1597280-EF44-4C96-B7EE-6AFDBA874561}"/>
                  </a:ext>
                </a:extLst>
              </p:cNvPr>
              <p:cNvSpPr/>
              <p:nvPr/>
            </p:nvSpPr>
            <p:spPr>
              <a:xfrm>
                <a:off x="6546588" y="3003354"/>
                <a:ext cx="769765" cy="837632"/>
              </a:xfrm>
              <a:prstGeom prst="round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Sist.</a:t>
                </a:r>
                <a:endParaRPr lang="es-CL" dirty="0"/>
              </a:p>
            </p:txBody>
          </p:sp>
          <p:cxnSp>
            <p:nvCxnSpPr>
              <p:cNvPr id="29" name="Conector recto de flecha 28">
                <a:extLst>
                  <a:ext uri="{FF2B5EF4-FFF2-40B4-BE49-F238E27FC236}">
                    <a16:creationId xmlns:a16="http://schemas.microsoft.com/office/drawing/2014/main" id="{1C9BBCD2-27C5-4E13-A4AF-2BD51085BE5A}"/>
                  </a:ext>
                </a:extLst>
              </p:cNvPr>
              <p:cNvCxnSpPr>
                <a:cxnSpLocks/>
                <a:endCxn id="28" idx="1"/>
              </p:cNvCxnSpPr>
              <p:nvPr/>
            </p:nvCxnSpPr>
            <p:spPr>
              <a:xfrm>
                <a:off x="5908639" y="3422170"/>
                <a:ext cx="637949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CuadroTexto 29">
                    <a:extLst>
                      <a:ext uri="{FF2B5EF4-FFF2-40B4-BE49-F238E27FC236}">
                        <a16:creationId xmlns:a16="http://schemas.microsoft.com/office/drawing/2014/main" id="{5914C12A-CA5B-455C-8DB0-36E51EE28C08}"/>
                      </a:ext>
                    </a:extLst>
                  </p:cNvPr>
                  <p:cNvSpPr txBox="1"/>
                  <p:nvPr/>
                </p:nvSpPr>
                <p:spPr>
                  <a:xfrm>
                    <a:off x="7722048" y="3161062"/>
                    <a:ext cx="81139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s-CL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CuadroTexto 29">
                    <a:extLst>
                      <a:ext uri="{FF2B5EF4-FFF2-40B4-BE49-F238E27FC236}">
                        <a16:creationId xmlns:a16="http://schemas.microsoft.com/office/drawing/2014/main" id="{5914C12A-CA5B-455C-8DB0-36E51EE28C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22048" y="3161062"/>
                    <a:ext cx="811390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1" name="Conector recto de flecha 30">
                <a:extLst>
                  <a:ext uri="{FF2B5EF4-FFF2-40B4-BE49-F238E27FC236}">
                    <a16:creationId xmlns:a16="http://schemas.microsoft.com/office/drawing/2014/main" id="{9AAC1772-33E2-4BEB-8BF7-EC3E74D2BA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6353" y="3422170"/>
                <a:ext cx="637949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5EBA5992-04BD-4124-8FC8-60590CE8E860}"/>
                    </a:ext>
                  </a:extLst>
                </p:cNvPr>
                <p:cNvSpPr txBox="1"/>
                <p:nvPr/>
              </p:nvSpPr>
              <p:spPr>
                <a:xfrm>
                  <a:off x="4262958" y="640158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5EBA5992-04BD-4124-8FC8-60590CE8E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2958" y="640158"/>
                  <a:ext cx="81139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A2CA24CB-39D2-466E-9F94-A42AFF2D1D21}"/>
                </a:ext>
              </a:extLst>
            </p:cNvPr>
            <p:cNvCxnSpPr>
              <a:cxnSpLocks/>
            </p:cNvCxnSpPr>
            <p:nvPr/>
          </p:nvCxnSpPr>
          <p:spPr>
            <a:xfrm>
              <a:off x="4800277" y="901266"/>
              <a:ext cx="637949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4F8E45BC-F3DE-428F-B043-D265556E661D}"/>
                    </a:ext>
                  </a:extLst>
                </p:cNvPr>
                <p:cNvSpPr txBox="1"/>
                <p:nvPr/>
              </p:nvSpPr>
              <p:spPr>
                <a:xfrm>
                  <a:off x="4287381" y="1085932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4F8E45BC-F3DE-428F-B043-D265556E66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7381" y="1085932"/>
                  <a:ext cx="81139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ED33751E-1733-4D3A-96CB-9948F80ED25C}"/>
                </a:ext>
              </a:extLst>
            </p:cNvPr>
            <p:cNvCxnSpPr>
              <a:cxnSpLocks/>
            </p:cNvCxnSpPr>
            <p:nvPr/>
          </p:nvCxnSpPr>
          <p:spPr>
            <a:xfrm>
              <a:off x="4824700" y="1347040"/>
              <a:ext cx="637949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001E36E6-11B7-4FA2-B8A7-7281891D2604}"/>
              </a:ext>
            </a:extLst>
          </p:cNvPr>
          <p:cNvGrpSpPr/>
          <p:nvPr/>
        </p:nvGrpSpPr>
        <p:grpSpPr>
          <a:xfrm>
            <a:off x="4249105" y="2075929"/>
            <a:ext cx="3258580" cy="923849"/>
            <a:chOff x="4249105" y="2075929"/>
            <a:chExt cx="3258580" cy="923849"/>
          </a:xfrm>
        </p:grpSpPr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2A373790-4821-4175-A8C0-4D1FBBA40F4B}"/>
                </a:ext>
              </a:extLst>
            </p:cNvPr>
            <p:cNvGrpSpPr/>
            <p:nvPr/>
          </p:nvGrpSpPr>
          <p:grpSpPr>
            <a:xfrm>
              <a:off x="4249105" y="2081077"/>
              <a:ext cx="1972739" cy="918701"/>
              <a:chOff x="4249105" y="640158"/>
              <a:chExt cx="1972739" cy="918701"/>
            </a:xfrm>
          </p:grpSpPr>
          <p:grpSp>
            <p:nvGrpSpPr>
              <p:cNvPr id="44" name="Grupo 43">
                <a:extLst>
                  <a:ext uri="{FF2B5EF4-FFF2-40B4-BE49-F238E27FC236}">
                    <a16:creationId xmlns:a16="http://schemas.microsoft.com/office/drawing/2014/main" id="{DC7F0A31-8956-46B4-B93D-08DFDBCDB123}"/>
                  </a:ext>
                </a:extLst>
              </p:cNvPr>
              <p:cNvGrpSpPr/>
              <p:nvPr/>
            </p:nvGrpSpPr>
            <p:grpSpPr>
              <a:xfrm>
                <a:off x="4249105" y="721227"/>
                <a:ext cx="1972739" cy="837632"/>
                <a:chOff x="5343614" y="3003354"/>
                <a:chExt cx="1972739" cy="837632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CuadroTexto 48">
                      <a:extLst>
                        <a:ext uri="{FF2B5EF4-FFF2-40B4-BE49-F238E27FC236}">
                          <a16:creationId xmlns:a16="http://schemas.microsoft.com/office/drawing/2014/main" id="{ED2128E9-22A1-4CD4-A8E1-E88EC050BBE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43614" y="3161062"/>
                      <a:ext cx="81139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a14:m>
                      <a:r>
                        <a:rPr lang="es-CL" dirty="0">
                          <a:solidFill>
                            <a:srgbClr val="FF0000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49" name="CuadroTexto 48">
                      <a:extLst>
                        <a:ext uri="{FF2B5EF4-FFF2-40B4-BE49-F238E27FC236}">
                          <a16:creationId xmlns:a16="http://schemas.microsoft.com/office/drawing/2014/main" id="{ED2128E9-22A1-4CD4-A8E1-E88EC050BBE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43614" y="3161062"/>
                      <a:ext cx="811390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0" name="Rectángulo: esquinas redondeadas 49">
                  <a:extLst>
                    <a:ext uri="{FF2B5EF4-FFF2-40B4-BE49-F238E27FC236}">
                      <a16:creationId xmlns:a16="http://schemas.microsoft.com/office/drawing/2014/main" id="{2AAA2E3C-68A1-40EB-AB39-49BB55309A79}"/>
                    </a:ext>
                  </a:extLst>
                </p:cNvPr>
                <p:cNvSpPr/>
                <p:nvPr/>
              </p:nvSpPr>
              <p:spPr>
                <a:xfrm>
                  <a:off x="6546588" y="3003354"/>
                  <a:ext cx="769765" cy="837632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Sist.</a:t>
                  </a:r>
                  <a:endParaRPr lang="es-CL" dirty="0"/>
                </a:p>
              </p:txBody>
            </p:sp>
            <p:cxnSp>
              <p:nvCxnSpPr>
                <p:cNvPr id="51" name="Conector recto de flecha 50">
                  <a:extLst>
                    <a:ext uri="{FF2B5EF4-FFF2-40B4-BE49-F238E27FC236}">
                      <a16:creationId xmlns:a16="http://schemas.microsoft.com/office/drawing/2014/main" id="{F01FD9D5-8FC2-4623-96CD-C1BDA9A2F1FC}"/>
                    </a:ext>
                  </a:extLst>
                </p:cNvPr>
                <p:cNvCxnSpPr>
                  <a:cxnSpLocks/>
                  <a:endCxn id="50" idx="1"/>
                </p:cNvCxnSpPr>
                <p:nvPr/>
              </p:nvCxnSpPr>
              <p:spPr>
                <a:xfrm>
                  <a:off x="5908639" y="3422170"/>
                  <a:ext cx="637949" cy="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CuadroTexto 44">
                    <a:extLst>
                      <a:ext uri="{FF2B5EF4-FFF2-40B4-BE49-F238E27FC236}">
                        <a16:creationId xmlns:a16="http://schemas.microsoft.com/office/drawing/2014/main" id="{A0BB91D8-849D-4D68-B731-C75E7CF67C86}"/>
                      </a:ext>
                    </a:extLst>
                  </p:cNvPr>
                  <p:cNvSpPr txBox="1"/>
                  <p:nvPr/>
                </p:nvSpPr>
                <p:spPr>
                  <a:xfrm>
                    <a:off x="4262958" y="640158"/>
                    <a:ext cx="81139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L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" name="CuadroTexto 44">
                    <a:extLst>
                      <a:ext uri="{FF2B5EF4-FFF2-40B4-BE49-F238E27FC236}">
                        <a16:creationId xmlns:a16="http://schemas.microsoft.com/office/drawing/2014/main" id="{A0BB91D8-849D-4D68-B731-C75E7CF67C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62958" y="640158"/>
                    <a:ext cx="811390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6" name="Conector recto de flecha 45">
                <a:extLst>
                  <a:ext uri="{FF2B5EF4-FFF2-40B4-BE49-F238E27FC236}">
                    <a16:creationId xmlns:a16="http://schemas.microsoft.com/office/drawing/2014/main" id="{1DD50B29-B124-4D63-A9DC-9C26F4C4EF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00277" y="901266"/>
                <a:ext cx="637949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CuadroTexto 46">
                    <a:extLst>
                      <a:ext uri="{FF2B5EF4-FFF2-40B4-BE49-F238E27FC236}">
                        <a16:creationId xmlns:a16="http://schemas.microsoft.com/office/drawing/2014/main" id="{9D5A7BC2-2388-4978-8373-B8F52809E84F}"/>
                      </a:ext>
                    </a:extLst>
                  </p:cNvPr>
                  <p:cNvSpPr txBox="1"/>
                  <p:nvPr/>
                </p:nvSpPr>
                <p:spPr>
                  <a:xfrm>
                    <a:off x="4287381" y="1085932"/>
                    <a:ext cx="81139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es-CL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7" name="CuadroTexto 46">
                    <a:extLst>
                      <a:ext uri="{FF2B5EF4-FFF2-40B4-BE49-F238E27FC236}">
                        <a16:creationId xmlns:a16="http://schemas.microsoft.com/office/drawing/2014/main" id="{9D5A7BC2-2388-4978-8373-B8F52809E8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87381" y="1085932"/>
                    <a:ext cx="811390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8" name="Conector recto de flecha 47">
                <a:extLst>
                  <a:ext uri="{FF2B5EF4-FFF2-40B4-BE49-F238E27FC236}">
                    <a16:creationId xmlns:a16="http://schemas.microsoft.com/office/drawing/2014/main" id="{96449D1A-29B1-4A08-BD4A-4040214049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4700" y="1347040"/>
                <a:ext cx="637949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CuadroTexto 64">
                  <a:extLst>
                    <a:ext uri="{FF2B5EF4-FFF2-40B4-BE49-F238E27FC236}">
                      <a16:creationId xmlns:a16="http://schemas.microsoft.com/office/drawing/2014/main" id="{BBC2659C-5AEC-42BF-8FCB-52D4914E5D72}"/>
                    </a:ext>
                  </a:extLst>
                </p:cNvPr>
                <p:cNvSpPr txBox="1"/>
                <p:nvPr/>
              </p:nvSpPr>
              <p:spPr>
                <a:xfrm>
                  <a:off x="6696295" y="2075929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CuadroTexto 64">
                  <a:extLst>
                    <a:ext uri="{FF2B5EF4-FFF2-40B4-BE49-F238E27FC236}">
                      <a16:creationId xmlns:a16="http://schemas.microsoft.com/office/drawing/2014/main" id="{BBC2659C-5AEC-42BF-8FCB-52D4914E5D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295" y="2075929"/>
                  <a:ext cx="811390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Conector recto de flecha 65">
              <a:extLst>
                <a:ext uri="{FF2B5EF4-FFF2-40B4-BE49-F238E27FC236}">
                  <a16:creationId xmlns:a16="http://schemas.microsoft.com/office/drawing/2014/main" id="{0930A1CC-7108-4935-B2DD-20C70FF5A195}"/>
                </a:ext>
              </a:extLst>
            </p:cNvPr>
            <p:cNvCxnSpPr>
              <a:cxnSpLocks/>
            </p:cNvCxnSpPr>
            <p:nvPr/>
          </p:nvCxnSpPr>
          <p:spPr>
            <a:xfrm>
              <a:off x="6263469" y="2301455"/>
              <a:ext cx="637949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148F14E1-23EF-4DB5-9BE1-CB94AA892DDA}"/>
                    </a:ext>
                  </a:extLst>
                </p:cNvPr>
                <p:cNvSpPr txBox="1"/>
                <p:nvPr/>
              </p:nvSpPr>
              <p:spPr>
                <a:xfrm>
                  <a:off x="6696295" y="2317681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148F14E1-23EF-4DB5-9BE1-CB94AA892D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295" y="2317681"/>
                  <a:ext cx="811390" cy="369332"/>
                </a:xfrm>
                <a:prstGeom prst="rect">
                  <a:avLst/>
                </a:prstGeom>
                <a:blipFill>
                  <a:blip r:embed="rId1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Conector recto de flecha 67">
              <a:extLst>
                <a:ext uri="{FF2B5EF4-FFF2-40B4-BE49-F238E27FC236}">
                  <a16:creationId xmlns:a16="http://schemas.microsoft.com/office/drawing/2014/main" id="{76554443-26D0-48D8-B783-301893E0637D}"/>
                </a:ext>
              </a:extLst>
            </p:cNvPr>
            <p:cNvCxnSpPr>
              <a:cxnSpLocks/>
            </p:cNvCxnSpPr>
            <p:nvPr/>
          </p:nvCxnSpPr>
          <p:spPr>
            <a:xfrm>
              <a:off x="6263469" y="2543207"/>
              <a:ext cx="637949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E250E9F8-175D-47F9-A918-4B68CE59E510}"/>
                    </a:ext>
                  </a:extLst>
                </p:cNvPr>
                <p:cNvSpPr txBox="1"/>
                <p:nvPr/>
              </p:nvSpPr>
              <p:spPr>
                <a:xfrm>
                  <a:off x="6696295" y="2557253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E250E9F8-175D-47F9-A918-4B68CE59E5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295" y="2557253"/>
                  <a:ext cx="811390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Conector recto de flecha 69">
              <a:extLst>
                <a:ext uri="{FF2B5EF4-FFF2-40B4-BE49-F238E27FC236}">
                  <a16:creationId xmlns:a16="http://schemas.microsoft.com/office/drawing/2014/main" id="{19D05D6A-EBA6-431D-A6BE-F02BFDD626B7}"/>
                </a:ext>
              </a:extLst>
            </p:cNvPr>
            <p:cNvCxnSpPr>
              <a:cxnSpLocks/>
            </p:cNvCxnSpPr>
            <p:nvPr/>
          </p:nvCxnSpPr>
          <p:spPr>
            <a:xfrm>
              <a:off x="6263469" y="2782779"/>
              <a:ext cx="637949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57521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7356968B-B263-48E5-8207-4EFD20FE842B}"/>
              </a:ext>
            </a:extLst>
          </p:cNvPr>
          <p:cNvGrpSpPr/>
          <p:nvPr/>
        </p:nvGrpSpPr>
        <p:grpSpPr>
          <a:xfrm>
            <a:off x="1594859" y="227317"/>
            <a:ext cx="2244818" cy="1727270"/>
            <a:chOff x="1399484" y="1378741"/>
            <a:chExt cx="2244818" cy="1727270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B158E119-634C-4701-8D49-84EC7F8CB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9569" y="1563407"/>
              <a:ext cx="0" cy="1096681"/>
            </a:xfrm>
            <a:prstGeom prst="line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10AB90A1-802A-403C-986F-FBBA0CF37C2B}"/>
                </a:ext>
              </a:extLst>
            </p:cNvPr>
            <p:cNvCxnSpPr>
              <a:cxnSpLocks/>
            </p:cNvCxnSpPr>
            <p:nvPr/>
          </p:nvCxnSpPr>
          <p:spPr>
            <a:xfrm>
              <a:off x="1531862" y="2660088"/>
              <a:ext cx="179077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642BDA3F-0DF4-4473-B9BC-0C4F39EF2A63}"/>
                    </a:ext>
                  </a:extLst>
                </p:cNvPr>
                <p:cNvSpPr txBox="1"/>
                <p:nvPr/>
              </p:nvSpPr>
              <p:spPr>
                <a:xfrm>
                  <a:off x="1769342" y="1378741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642BDA3F-0DF4-4473-B9BC-0C4F39EF2A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9342" y="1378741"/>
                  <a:ext cx="480043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29114"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8DEEFD7A-6A41-4327-9752-A0F32B02E262}"/>
                </a:ext>
              </a:extLst>
            </p:cNvPr>
            <p:cNvCxnSpPr>
              <a:cxnSpLocks/>
            </p:cNvCxnSpPr>
            <p:nvPr/>
          </p:nvCxnSpPr>
          <p:spPr>
            <a:xfrm>
              <a:off x="2687217" y="2529459"/>
              <a:ext cx="0" cy="261257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98606EA7-9AC8-45F7-BAE3-43630E4B235A}"/>
                </a:ext>
              </a:extLst>
            </p:cNvPr>
            <p:cNvCxnSpPr>
              <a:cxnSpLocks/>
            </p:cNvCxnSpPr>
            <p:nvPr/>
          </p:nvCxnSpPr>
          <p:spPr>
            <a:xfrm>
              <a:off x="2046514" y="2529459"/>
              <a:ext cx="0" cy="261257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44E489FF-C7BD-466C-8033-A989CA8E2A51}"/>
                </a:ext>
              </a:extLst>
            </p:cNvPr>
            <p:cNvCxnSpPr>
              <a:cxnSpLocks/>
            </p:cNvCxnSpPr>
            <p:nvPr/>
          </p:nvCxnSpPr>
          <p:spPr>
            <a:xfrm>
              <a:off x="1695061" y="2529459"/>
              <a:ext cx="0" cy="261257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B3C35ED8-633D-4F5B-ABFD-12DE2DC09EAF}"/>
                    </a:ext>
                  </a:extLst>
                </p:cNvPr>
                <p:cNvSpPr txBox="1"/>
                <p:nvPr/>
              </p:nvSpPr>
              <p:spPr>
                <a:xfrm>
                  <a:off x="1806492" y="2736679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B3C35ED8-633D-4F5B-ABFD-12DE2DC09E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6492" y="2736679"/>
                  <a:ext cx="48004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B5674432-326B-4BC7-A0BF-76BA54C2601B}"/>
                    </a:ext>
                  </a:extLst>
                </p:cNvPr>
                <p:cNvSpPr txBox="1"/>
                <p:nvPr/>
              </p:nvSpPr>
              <p:spPr>
                <a:xfrm>
                  <a:off x="2447195" y="2736679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B5674432-326B-4BC7-A0BF-76BA54C260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7195" y="2736679"/>
                  <a:ext cx="48004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CB6B8CCB-DCE8-41CB-82D1-7A07DC9E4AE7}"/>
                    </a:ext>
                  </a:extLst>
                </p:cNvPr>
                <p:cNvSpPr txBox="1"/>
                <p:nvPr/>
              </p:nvSpPr>
              <p:spPr>
                <a:xfrm>
                  <a:off x="2134138" y="2733648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CB6B8CCB-DCE8-41CB-82D1-7A07DC9E4A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138" y="2733648"/>
                  <a:ext cx="48004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A7ACFF26-96B5-4202-AB47-147E49DE3819}"/>
                </a:ext>
              </a:extLst>
            </p:cNvPr>
            <p:cNvCxnSpPr>
              <a:cxnSpLocks/>
            </p:cNvCxnSpPr>
            <p:nvPr/>
          </p:nvCxnSpPr>
          <p:spPr>
            <a:xfrm>
              <a:off x="2359569" y="2529459"/>
              <a:ext cx="0" cy="261257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78680FB3-4D20-4BC9-A029-651466FFD296}"/>
                    </a:ext>
                  </a:extLst>
                </p:cNvPr>
                <p:cNvSpPr txBox="1"/>
                <p:nvPr/>
              </p:nvSpPr>
              <p:spPr>
                <a:xfrm>
                  <a:off x="1399484" y="2733648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78680FB3-4D20-4BC9-A029-651466FFD2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484" y="2733648"/>
                  <a:ext cx="48004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61C07026-EBB2-45A1-A0AB-1FABAB2742C6}"/>
                    </a:ext>
                  </a:extLst>
                </p:cNvPr>
                <p:cNvSpPr txBox="1"/>
                <p:nvPr/>
              </p:nvSpPr>
              <p:spPr>
                <a:xfrm>
                  <a:off x="3164259" y="2364316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61C07026-EBB2-45A1-A0AB-1FABAB274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4259" y="2364316"/>
                  <a:ext cx="48004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81D183EB-1C74-4B4A-AB98-671091040209}"/>
              </a:ext>
            </a:extLst>
          </p:cNvPr>
          <p:cNvGrpSpPr/>
          <p:nvPr/>
        </p:nvGrpSpPr>
        <p:grpSpPr>
          <a:xfrm>
            <a:off x="4776577" y="111723"/>
            <a:ext cx="4715764" cy="1804679"/>
            <a:chOff x="4689336" y="1479277"/>
            <a:chExt cx="4715764" cy="1804679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507F5192-9D56-46A1-85C5-0CCB0592A2A7}"/>
                </a:ext>
              </a:extLst>
            </p:cNvPr>
            <p:cNvGrpSpPr/>
            <p:nvPr/>
          </p:nvGrpSpPr>
          <p:grpSpPr>
            <a:xfrm>
              <a:off x="4689336" y="1479277"/>
              <a:ext cx="2129901" cy="1791015"/>
              <a:chOff x="4689336" y="1479277"/>
              <a:chExt cx="2129901" cy="1791015"/>
            </a:xfrm>
          </p:grpSpPr>
          <p:cxnSp>
            <p:nvCxnSpPr>
              <p:cNvPr id="16" name="Conector recto 15">
                <a:extLst>
                  <a:ext uri="{FF2B5EF4-FFF2-40B4-BE49-F238E27FC236}">
                    <a16:creationId xmlns:a16="http://schemas.microsoft.com/office/drawing/2014/main" id="{011B2262-DEFC-4621-8F50-8943371BEE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05281" y="1804279"/>
                <a:ext cx="0" cy="1096681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0" name="Conector recto 19">
                <a:extLst>
                  <a:ext uri="{FF2B5EF4-FFF2-40B4-BE49-F238E27FC236}">
                    <a16:creationId xmlns:a16="http://schemas.microsoft.com/office/drawing/2014/main" id="{DD260ECF-E4EB-4F20-807A-CAC8545B46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9336" y="2900960"/>
                <a:ext cx="17907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CuadroTexto 20">
                    <a:extLst>
                      <a:ext uri="{FF2B5EF4-FFF2-40B4-BE49-F238E27FC236}">
                        <a16:creationId xmlns:a16="http://schemas.microsoft.com/office/drawing/2014/main" id="{97F884B2-669B-476F-8DD7-B10E087590AD}"/>
                      </a:ext>
                    </a:extLst>
                  </p:cNvPr>
                  <p:cNvSpPr txBox="1"/>
                  <p:nvPr/>
                </p:nvSpPr>
                <p:spPr>
                  <a:xfrm>
                    <a:off x="6339194" y="2635613"/>
                    <a:ext cx="48004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21" name="CuadroTexto 20">
                    <a:extLst>
                      <a:ext uri="{FF2B5EF4-FFF2-40B4-BE49-F238E27FC236}">
                        <a16:creationId xmlns:a16="http://schemas.microsoft.com/office/drawing/2014/main" id="{97F884B2-669B-476F-8DD7-B10E087590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39194" y="2635613"/>
                    <a:ext cx="480043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Forma libre: forma 21">
                <a:extLst>
                  <a:ext uri="{FF2B5EF4-FFF2-40B4-BE49-F238E27FC236}">
                    <a16:creationId xmlns:a16="http://schemas.microsoft.com/office/drawing/2014/main" id="{54D56C97-6A6A-4099-9550-84570CDFEE85}"/>
                  </a:ext>
                </a:extLst>
              </p:cNvPr>
              <p:cNvSpPr/>
              <p:nvPr/>
            </p:nvSpPr>
            <p:spPr>
              <a:xfrm>
                <a:off x="4721227" y="2092155"/>
                <a:ext cx="1553443" cy="321713"/>
              </a:xfrm>
              <a:custGeom>
                <a:avLst/>
                <a:gdLst>
                  <a:gd name="connsiteX0" fmla="*/ 0 w 1261533"/>
                  <a:gd name="connsiteY0" fmla="*/ 304800 h 304800"/>
                  <a:gd name="connsiteX1" fmla="*/ 287867 w 1261533"/>
                  <a:gd name="connsiteY1" fmla="*/ 67734 h 304800"/>
                  <a:gd name="connsiteX2" fmla="*/ 778933 w 1261533"/>
                  <a:gd name="connsiteY2" fmla="*/ 237067 h 304800"/>
                  <a:gd name="connsiteX3" fmla="*/ 1261533 w 1261533"/>
                  <a:gd name="connsiteY3" fmla="*/ 0 h 30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61533" h="304800">
                    <a:moveTo>
                      <a:pt x="0" y="304800"/>
                    </a:moveTo>
                    <a:cubicBezTo>
                      <a:pt x="79022" y="191911"/>
                      <a:pt x="158045" y="79023"/>
                      <a:pt x="287867" y="67734"/>
                    </a:cubicBezTo>
                    <a:cubicBezTo>
                      <a:pt x="417689" y="56445"/>
                      <a:pt x="616655" y="248356"/>
                      <a:pt x="778933" y="237067"/>
                    </a:cubicBezTo>
                    <a:cubicBezTo>
                      <a:pt x="941211" y="225778"/>
                      <a:pt x="1126066" y="132644"/>
                      <a:pt x="1261533" y="0"/>
                    </a:cubicBez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3" name="Conector recto 22">
                <a:extLst>
                  <a:ext uri="{FF2B5EF4-FFF2-40B4-BE49-F238E27FC236}">
                    <a16:creationId xmlns:a16="http://schemas.microsoft.com/office/drawing/2014/main" id="{02BA6523-4F6C-4CA4-A24E-C5AD94A8A3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490652" y="1813610"/>
                <a:ext cx="0" cy="1096681"/>
              </a:xfrm>
              <a:prstGeom prst="line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CuadroTexto 24">
                    <a:extLst>
                      <a:ext uri="{FF2B5EF4-FFF2-40B4-BE49-F238E27FC236}">
                        <a16:creationId xmlns:a16="http://schemas.microsoft.com/office/drawing/2014/main" id="{EDC82768-258B-4A74-84AB-386B8BF16901}"/>
                      </a:ext>
                    </a:extLst>
                  </p:cNvPr>
                  <p:cNvSpPr txBox="1"/>
                  <p:nvPr/>
                </p:nvSpPr>
                <p:spPr>
                  <a:xfrm>
                    <a:off x="5250630" y="2900960"/>
                    <a:ext cx="48004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oMath>
                      </m:oMathPara>
                    </a14:m>
                    <a:endParaRPr lang="es-CL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CuadroTexto 24">
                    <a:extLst>
                      <a:ext uri="{FF2B5EF4-FFF2-40B4-BE49-F238E27FC236}">
                        <a16:creationId xmlns:a16="http://schemas.microsoft.com/office/drawing/2014/main" id="{EDC82768-258B-4A74-84AB-386B8BF169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50630" y="2900960"/>
                    <a:ext cx="480043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CuadroTexto 25">
                    <a:extLst>
                      <a:ext uri="{FF2B5EF4-FFF2-40B4-BE49-F238E27FC236}">
                        <a16:creationId xmlns:a16="http://schemas.microsoft.com/office/drawing/2014/main" id="{95AC2341-80D5-415B-8928-A8B38F79A731}"/>
                      </a:ext>
                    </a:extLst>
                  </p:cNvPr>
                  <p:cNvSpPr txBox="1"/>
                  <p:nvPr/>
                </p:nvSpPr>
                <p:spPr>
                  <a:xfrm>
                    <a:off x="4981121" y="1479277"/>
                    <a:ext cx="111487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L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CuadroTexto 25">
                    <a:extLst>
                      <a:ext uri="{FF2B5EF4-FFF2-40B4-BE49-F238E27FC236}">
                        <a16:creationId xmlns:a16="http://schemas.microsoft.com/office/drawing/2014/main" id="{95AC2341-80D5-415B-8928-A8B38F79A7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81121" y="1479277"/>
                    <a:ext cx="1114879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uadroTexto 26">
                    <a:extLst>
                      <a:ext uri="{FF2B5EF4-FFF2-40B4-BE49-F238E27FC236}">
                        <a16:creationId xmlns:a16="http://schemas.microsoft.com/office/drawing/2014/main" id="{A9E1D37D-0ACD-48A2-9824-D801B03F95A1}"/>
                      </a:ext>
                    </a:extLst>
                  </p:cNvPr>
                  <p:cNvSpPr txBox="1"/>
                  <p:nvPr/>
                </p:nvSpPr>
                <p:spPr>
                  <a:xfrm>
                    <a:off x="6186635" y="1800022"/>
                    <a:ext cx="48004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CuadroTexto 26">
                    <a:extLst>
                      <a:ext uri="{FF2B5EF4-FFF2-40B4-BE49-F238E27FC236}">
                        <a16:creationId xmlns:a16="http://schemas.microsoft.com/office/drawing/2014/main" id="{A9E1D37D-0ACD-48A2-9824-D801B03F95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86635" y="1800022"/>
                    <a:ext cx="480043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3797" r="-29114" b="-1147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7C4B8FEF-8F3B-4755-AE1C-07A5AE548FE4}"/>
                </a:ext>
              </a:extLst>
            </p:cNvPr>
            <p:cNvGrpSpPr/>
            <p:nvPr/>
          </p:nvGrpSpPr>
          <p:grpSpPr>
            <a:xfrm>
              <a:off x="7275199" y="1629020"/>
              <a:ext cx="2129901" cy="1654936"/>
              <a:chOff x="4689336" y="1615356"/>
              <a:chExt cx="2129901" cy="1654936"/>
            </a:xfrm>
          </p:grpSpPr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9C0A0F35-8D41-4FF1-B08F-7BAE390D3C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05281" y="1804279"/>
                <a:ext cx="0" cy="1096681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0" name="Conector recto 29">
                <a:extLst>
                  <a:ext uri="{FF2B5EF4-FFF2-40B4-BE49-F238E27FC236}">
                    <a16:creationId xmlns:a16="http://schemas.microsoft.com/office/drawing/2014/main" id="{394F30BC-1064-41B4-BD9F-8900C476BF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9336" y="2900960"/>
                <a:ext cx="17907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CuadroTexto 30">
                    <a:extLst>
                      <a:ext uri="{FF2B5EF4-FFF2-40B4-BE49-F238E27FC236}">
                        <a16:creationId xmlns:a16="http://schemas.microsoft.com/office/drawing/2014/main" id="{25532B4E-FF9A-43A2-A6FB-8B6DE2D89E65}"/>
                      </a:ext>
                    </a:extLst>
                  </p:cNvPr>
                  <p:cNvSpPr txBox="1"/>
                  <p:nvPr/>
                </p:nvSpPr>
                <p:spPr>
                  <a:xfrm>
                    <a:off x="6339194" y="2635613"/>
                    <a:ext cx="48004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31" name="CuadroTexto 30">
                    <a:extLst>
                      <a:ext uri="{FF2B5EF4-FFF2-40B4-BE49-F238E27FC236}">
                        <a16:creationId xmlns:a16="http://schemas.microsoft.com/office/drawing/2014/main" id="{25532B4E-FF9A-43A2-A6FB-8B6DE2D89E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39194" y="2635613"/>
                    <a:ext cx="480043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Conector recto 32">
                <a:extLst>
                  <a:ext uri="{FF2B5EF4-FFF2-40B4-BE49-F238E27FC236}">
                    <a16:creationId xmlns:a16="http://schemas.microsoft.com/office/drawing/2014/main" id="{DA8B9D01-77F0-4B86-A861-81E7E8D51B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490652" y="1813610"/>
                <a:ext cx="0" cy="1096681"/>
              </a:xfrm>
              <a:prstGeom prst="line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CuadroTexto 33">
                    <a:extLst>
                      <a:ext uri="{FF2B5EF4-FFF2-40B4-BE49-F238E27FC236}">
                        <a16:creationId xmlns:a16="http://schemas.microsoft.com/office/drawing/2014/main" id="{7A6889CE-3F97-466B-99F8-A3C85F26822C}"/>
                      </a:ext>
                    </a:extLst>
                  </p:cNvPr>
                  <p:cNvSpPr txBox="1"/>
                  <p:nvPr/>
                </p:nvSpPr>
                <p:spPr>
                  <a:xfrm>
                    <a:off x="5250630" y="2900960"/>
                    <a:ext cx="480043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oMath>
                      </m:oMathPara>
                    </a14:m>
                    <a:endParaRPr lang="es-CL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CuadroTexto 33">
                    <a:extLst>
                      <a:ext uri="{FF2B5EF4-FFF2-40B4-BE49-F238E27FC236}">
                        <a16:creationId xmlns:a16="http://schemas.microsoft.com/office/drawing/2014/main" id="{7A6889CE-3F97-466B-99F8-A3C85F2682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50630" y="2900960"/>
                    <a:ext cx="480043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CuadroTexto 35">
                    <a:extLst>
                      <a:ext uri="{FF2B5EF4-FFF2-40B4-BE49-F238E27FC236}">
                        <a16:creationId xmlns:a16="http://schemas.microsoft.com/office/drawing/2014/main" id="{1FE7E3B1-F780-45B7-8110-36EBEFCE1763}"/>
                      </a:ext>
                    </a:extLst>
                  </p:cNvPr>
                  <p:cNvSpPr txBox="1"/>
                  <p:nvPr/>
                </p:nvSpPr>
                <p:spPr>
                  <a:xfrm>
                    <a:off x="5499770" y="1615356"/>
                    <a:ext cx="48004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CuadroTexto 35">
                    <a:extLst>
                      <a:ext uri="{FF2B5EF4-FFF2-40B4-BE49-F238E27FC236}">
                        <a16:creationId xmlns:a16="http://schemas.microsoft.com/office/drawing/2014/main" id="{1FE7E3B1-F780-45B7-8110-36EBEFCE17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99770" y="1615356"/>
                    <a:ext cx="480043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3846" r="-41026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3E568D0D-747F-46B7-8249-B8CF31D43CDE}"/>
              </a:ext>
            </a:extLst>
          </p:cNvPr>
          <p:cNvGrpSpPr/>
          <p:nvPr/>
        </p:nvGrpSpPr>
        <p:grpSpPr>
          <a:xfrm>
            <a:off x="3257622" y="3074546"/>
            <a:ext cx="4695184" cy="1300874"/>
            <a:chOff x="3257622" y="3074546"/>
            <a:chExt cx="4695184" cy="1300874"/>
          </a:xfrm>
        </p:grpSpPr>
        <p:sp>
          <p:nvSpPr>
            <p:cNvPr id="95" name="Forma libre: forma 94">
              <a:extLst>
                <a:ext uri="{FF2B5EF4-FFF2-40B4-BE49-F238E27FC236}">
                  <a16:creationId xmlns:a16="http://schemas.microsoft.com/office/drawing/2014/main" id="{E532ACC4-E8C9-4974-A380-97D027192B6F}"/>
                </a:ext>
              </a:extLst>
            </p:cNvPr>
            <p:cNvSpPr/>
            <p:nvPr/>
          </p:nvSpPr>
          <p:spPr>
            <a:xfrm>
              <a:off x="5836249" y="3472316"/>
              <a:ext cx="1553443" cy="321713"/>
            </a:xfrm>
            <a:custGeom>
              <a:avLst/>
              <a:gdLst>
                <a:gd name="connsiteX0" fmla="*/ 0 w 1261533"/>
                <a:gd name="connsiteY0" fmla="*/ 304800 h 304800"/>
                <a:gd name="connsiteX1" fmla="*/ 287867 w 1261533"/>
                <a:gd name="connsiteY1" fmla="*/ 67734 h 304800"/>
                <a:gd name="connsiteX2" fmla="*/ 778933 w 1261533"/>
                <a:gd name="connsiteY2" fmla="*/ 237067 h 304800"/>
                <a:gd name="connsiteX3" fmla="*/ 1261533 w 1261533"/>
                <a:gd name="connsiteY3" fmla="*/ 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1533" h="304800">
                  <a:moveTo>
                    <a:pt x="0" y="304800"/>
                  </a:moveTo>
                  <a:cubicBezTo>
                    <a:pt x="79022" y="191911"/>
                    <a:pt x="158045" y="79023"/>
                    <a:pt x="287867" y="67734"/>
                  </a:cubicBezTo>
                  <a:cubicBezTo>
                    <a:pt x="417689" y="56445"/>
                    <a:pt x="616655" y="248356"/>
                    <a:pt x="778933" y="237067"/>
                  </a:cubicBezTo>
                  <a:cubicBezTo>
                    <a:pt x="941211" y="225778"/>
                    <a:pt x="1126066" y="132644"/>
                    <a:pt x="1261533" y="0"/>
                  </a:cubicBezTo>
                </a:path>
              </a:pathLst>
            </a:cu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rgbClr val="FF0000"/>
                </a:solidFill>
              </a:endParaRPr>
            </a:p>
          </p:txBody>
        </p: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982730D2-3C1B-4034-8D0B-F5D972116E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622" y="3174754"/>
              <a:ext cx="0" cy="1096681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EF9FF20F-FFC2-40AD-B46E-55C599E055A7}"/>
                </a:ext>
              </a:extLst>
            </p:cNvPr>
            <p:cNvCxnSpPr>
              <a:cxnSpLocks/>
            </p:cNvCxnSpPr>
            <p:nvPr/>
          </p:nvCxnSpPr>
          <p:spPr>
            <a:xfrm>
              <a:off x="3260339" y="4271435"/>
              <a:ext cx="179077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CuadroTexto 82">
                  <a:extLst>
                    <a:ext uri="{FF2B5EF4-FFF2-40B4-BE49-F238E27FC236}">
                      <a16:creationId xmlns:a16="http://schemas.microsoft.com/office/drawing/2014/main" id="{35D41D9F-094C-4B59-98A7-4A9B66D1CE39}"/>
                    </a:ext>
                  </a:extLst>
                </p:cNvPr>
                <p:cNvSpPr txBox="1"/>
                <p:nvPr/>
              </p:nvSpPr>
              <p:spPr>
                <a:xfrm>
                  <a:off x="4910197" y="4006088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83" name="CuadroTexto 82">
                  <a:extLst>
                    <a:ext uri="{FF2B5EF4-FFF2-40B4-BE49-F238E27FC236}">
                      <a16:creationId xmlns:a16="http://schemas.microsoft.com/office/drawing/2014/main" id="{35D41D9F-094C-4B59-98A7-4A9B66D1CE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0197" y="4006088"/>
                  <a:ext cx="480043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883245FC-3675-46A3-B9AC-304306687A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10857" y="3174754"/>
              <a:ext cx="0" cy="1096681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CuadroTexto 86">
                  <a:extLst>
                    <a:ext uri="{FF2B5EF4-FFF2-40B4-BE49-F238E27FC236}">
                      <a16:creationId xmlns:a16="http://schemas.microsoft.com/office/drawing/2014/main" id="{0F6292FB-096A-49F2-BA7B-C9AD49A158C7}"/>
                    </a:ext>
                  </a:extLst>
                </p:cNvPr>
                <p:cNvSpPr txBox="1"/>
                <p:nvPr/>
              </p:nvSpPr>
              <p:spPr>
                <a:xfrm>
                  <a:off x="7472763" y="4006088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87" name="CuadroTexto 86">
                  <a:extLst>
                    <a:ext uri="{FF2B5EF4-FFF2-40B4-BE49-F238E27FC236}">
                      <a16:creationId xmlns:a16="http://schemas.microsoft.com/office/drawing/2014/main" id="{0F6292FB-096A-49F2-BA7B-C9AD49A15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2763" y="4006088"/>
                  <a:ext cx="480043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186836E2-8E09-4683-A253-EA584D527A63}"/>
                </a:ext>
              </a:extLst>
            </p:cNvPr>
            <p:cNvCxnSpPr>
              <a:cxnSpLocks/>
            </p:cNvCxnSpPr>
            <p:nvPr/>
          </p:nvCxnSpPr>
          <p:spPr>
            <a:xfrm>
              <a:off x="5822905" y="4271435"/>
              <a:ext cx="179077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52A054DD-C499-425C-860F-C91475B20C70}"/>
                </a:ext>
              </a:extLst>
            </p:cNvPr>
            <p:cNvSpPr/>
            <p:nvPr/>
          </p:nvSpPr>
          <p:spPr>
            <a:xfrm>
              <a:off x="3260339" y="3464165"/>
              <a:ext cx="1553443" cy="321713"/>
            </a:xfrm>
            <a:custGeom>
              <a:avLst/>
              <a:gdLst>
                <a:gd name="connsiteX0" fmla="*/ 0 w 1261533"/>
                <a:gd name="connsiteY0" fmla="*/ 304800 h 304800"/>
                <a:gd name="connsiteX1" fmla="*/ 287867 w 1261533"/>
                <a:gd name="connsiteY1" fmla="*/ 67734 h 304800"/>
                <a:gd name="connsiteX2" fmla="*/ 778933 w 1261533"/>
                <a:gd name="connsiteY2" fmla="*/ 237067 h 304800"/>
                <a:gd name="connsiteX3" fmla="*/ 1261533 w 1261533"/>
                <a:gd name="connsiteY3" fmla="*/ 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1533" h="304800">
                  <a:moveTo>
                    <a:pt x="0" y="304800"/>
                  </a:moveTo>
                  <a:cubicBezTo>
                    <a:pt x="79022" y="191911"/>
                    <a:pt x="158045" y="79023"/>
                    <a:pt x="287867" y="67734"/>
                  </a:cubicBezTo>
                  <a:cubicBezTo>
                    <a:pt x="417689" y="56445"/>
                    <a:pt x="616655" y="248356"/>
                    <a:pt x="778933" y="237067"/>
                  </a:cubicBezTo>
                  <a:cubicBezTo>
                    <a:pt x="941211" y="225778"/>
                    <a:pt x="1126066" y="132644"/>
                    <a:pt x="1261533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rgbClr val="FF0000"/>
                </a:solidFill>
              </a:endParaRPr>
            </a:p>
          </p:txBody>
        </p: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FFB68B52-5096-4BDE-83E6-748F407C5324}"/>
                </a:ext>
              </a:extLst>
            </p:cNvPr>
            <p:cNvCxnSpPr>
              <a:cxnSpLocks/>
            </p:cNvCxnSpPr>
            <p:nvPr/>
          </p:nvCxnSpPr>
          <p:spPr>
            <a:xfrm>
              <a:off x="5817914" y="3794357"/>
              <a:ext cx="0" cy="477078"/>
            </a:xfrm>
            <a:prstGeom prst="line">
              <a:avLst/>
            </a:prstGeom>
            <a:ln w="28575"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8A318456-2BFD-4560-AC48-D8514B131FFE}"/>
                </a:ext>
              </a:extLst>
            </p:cNvPr>
            <p:cNvCxnSpPr>
              <a:cxnSpLocks/>
            </p:cNvCxnSpPr>
            <p:nvPr/>
          </p:nvCxnSpPr>
          <p:spPr>
            <a:xfrm>
              <a:off x="5933089" y="3684303"/>
              <a:ext cx="0" cy="573135"/>
            </a:xfrm>
            <a:prstGeom prst="line">
              <a:avLst/>
            </a:prstGeom>
            <a:ln w="28575"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B225B71E-4F11-4B62-9821-7FDA351464E2}"/>
                </a:ext>
              </a:extLst>
            </p:cNvPr>
            <p:cNvCxnSpPr>
              <a:cxnSpLocks/>
            </p:cNvCxnSpPr>
            <p:nvPr/>
          </p:nvCxnSpPr>
          <p:spPr>
            <a:xfrm>
              <a:off x="6048202" y="3577703"/>
              <a:ext cx="0" cy="679735"/>
            </a:xfrm>
            <a:prstGeom prst="line">
              <a:avLst/>
            </a:prstGeom>
            <a:ln w="28575"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674B9E96-7A18-4976-B7BE-38DF026171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6096" y="3530139"/>
              <a:ext cx="0" cy="727299"/>
            </a:xfrm>
            <a:prstGeom prst="line">
              <a:avLst/>
            </a:prstGeom>
            <a:ln w="28575"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C83F2E89-C1D6-4D26-942D-51D1621630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3430" y="3525233"/>
              <a:ext cx="0" cy="732205"/>
            </a:xfrm>
            <a:prstGeom prst="line">
              <a:avLst/>
            </a:prstGeom>
            <a:ln w="28575"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84857915-D6FC-4982-8E6E-26C6B7250A81}"/>
                </a:ext>
              </a:extLst>
            </p:cNvPr>
            <p:cNvCxnSpPr>
              <a:cxnSpLocks/>
            </p:cNvCxnSpPr>
            <p:nvPr/>
          </p:nvCxnSpPr>
          <p:spPr>
            <a:xfrm>
              <a:off x="6390765" y="3576300"/>
              <a:ext cx="0" cy="679735"/>
            </a:xfrm>
            <a:prstGeom prst="line">
              <a:avLst/>
            </a:prstGeom>
            <a:ln w="28575"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91741322-99F8-4C60-A8CD-FCE5C7A69D02}"/>
                </a:ext>
              </a:extLst>
            </p:cNvPr>
            <p:cNvCxnSpPr>
              <a:cxnSpLocks/>
            </p:cNvCxnSpPr>
            <p:nvPr/>
          </p:nvCxnSpPr>
          <p:spPr>
            <a:xfrm>
              <a:off x="6504053" y="3619503"/>
              <a:ext cx="0" cy="636532"/>
            </a:xfrm>
            <a:prstGeom prst="line">
              <a:avLst/>
            </a:prstGeom>
            <a:ln w="28575"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DE80858A-93CC-490C-BC0E-1C2659022F53}"/>
                </a:ext>
              </a:extLst>
            </p:cNvPr>
            <p:cNvCxnSpPr>
              <a:cxnSpLocks/>
            </p:cNvCxnSpPr>
            <p:nvPr/>
          </p:nvCxnSpPr>
          <p:spPr>
            <a:xfrm>
              <a:off x="6625434" y="3684303"/>
              <a:ext cx="0" cy="571732"/>
            </a:xfrm>
            <a:prstGeom prst="line">
              <a:avLst/>
            </a:prstGeom>
            <a:ln w="28575"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06E82EDD-32D6-46DE-A0BB-3F4939798B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8953" y="3708869"/>
              <a:ext cx="0" cy="560899"/>
            </a:xfrm>
            <a:prstGeom prst="line">
              <a:avLst/>
            </a:prstGeom>
            <a:ln w="28575"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4FB655C-1BAE-4994-8C3D-B43D69446593}"/>
                </a:ext>
              </a:extLst>
            </p:cNvPr>
            <p:cNvCxnSpPr>
              <a:cxnSpLocks/>
            </p:cNvCxnSpPr>
            <p:nvPr/>
          </p:nvCxnSpPr>
          <p:spPr>
            <a:xfrm>
              <a:off x="6884379" y="3708869"/>
              <a:ext cx="0" cy="560898"/>
            </a:xfrm>
            <a:prstGeom prst="line">
              <a:avLst/>
            </a:prstGeom>
            <a:ln w="28575"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39503EE5-3573-4691-AB67-80C19B3C9FE4}"/>
                </a:ext>
              </a:extLst>
            </p:cNvPr>
            <p:cNvCxnSpPr>
              <a:cxnSpLocks/>
            </p:cNvCxnSpPr>
            <p:nvPr/>
          </p:nvCxnSpPr>
          <p:spPr>
            <a:xfrm>
              <a:off x="7009806" y="3651903"/>
              <a:ext cx="0" cy="617864"/>
            </a:xfrm>
            <a:prstGeom prst="line">
              <a:avLst/>
            </a:prstGeom>
            <a:ln w="28575"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AEC0FE11-1A68-4F26-9BAF-77098252B04B}"/>
                </a:ext>
              </a:extLst>
            </p:cNvPr>
            <p:cNvCxnSpPr>
              <a:cxnSpLocks/>
            </p:cNvCxnSpPr>
            <p:nvPr/>
          </p:nvCxnSpPr>
          <p:spPr>
            <a:xfrm>
              <a:off x="7131186" y="3619503"/>
              <a:ext cx="0" cy="636531"/>
            </a:xfrm>
            <a:prstGeom prst="line">
              <a:avLst/>
            </a:prstGeom>
            <a:ln w="28575"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82D38513-5874-441B-914C-69D113F183AB}"/>
                </a:ext>
              </a:extLst>
            </p:cNvPr>
            <p:cNvCxnSpPr>
              <a:cxnSpLocks/>
            </p:cNvCxnSpPr>
            <p:nvPr/>
          </p:nvCxnSpPr>
          <p:spPr>
            <a:xfrm>
              <a:off x="7256613" y="3557633"/>
              <a:ext cx="0" cy="698401"/>
            </a:xfrm>
            <a:prstGeom prst="line">
              <a:avLst/>
            </a:prstGeom>
            <a:ln w="28575"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74D74797-ACF2-4D51-ABBD-3110ED735DF8}"/>
                </a:ext>
              </a:extLst>
            </p:cNvPr>
            <p:cNvCxnSpPr>
              <a:cxnSpLocks/>
            </p:cNvCxnSpPr>
            <p:nvPr/>
          </p:nvCxnSpPr>
          <p:spPr>
            <a:xfrm>
              <a:off x="7371357" y="3458647"/>
              <a:ext cx="0" cy="797387"/>
            </a:xfrm>
            <a:prstGeom prst="line">
              <a:avLst/>
            </a:prstGeom>
            <a:ln w="28575"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CuadroTexto 93">
                  <a:extLst>
                    <a:ext uri="{FF2B5EF4-FFF2-40B4-BE49-F238E27FC236}">
                      <a16:creationId xmlns:a16="http://schemas.microsoft.com/office/drawing/2014/main" id="{677AE7DD-0C17-4637-ACF3-2C6BD111E92D}"/>
                    </a:ext>
                  </a:extLst>
                </p:cNvPr>
                <p:cNvSpPr txBox="1"/>
                <p:nvPr/>
              </p:nvSpPr>
              <p:spPr>
                <a:xfrm>
                  <a:off x="4492367" y="3089315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CuadroTexto 93">
                  <a:extLst>
                    <a:ext uri="{FF2B5EF4-FFF2-40B4-BE49-F238E27FC236}">
                      <a16:creationId xmlns:a16="http://schemas.microsoft.com/office/drawing/2014/main" id="{677AE7DD-0C17-4637-ACF3-2C6BD111E9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2367" y="3089315"/>
                  <a:ext cx="480043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3797" r="-29114"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CuadroTexto 95">
                  <a:extLst>
                    <a:ext uri="{FF2B5EF4-FFF2-40B4-BE49-F238E27FC236}">
                      <a16:creationId xmlns:a16="http://schemas.microsoft.com/office/drawing/2014/main" id="{F305B377-287C-4545-A8A4-388F60A44B92}"/>
                    </a:ext>
                  </a:extLst>
                </p:cNvPr>
                <p:cNvSpPr txBox="1"/>
                <p:nvPr/>
              </p:nvSpPr>
              <p:spPr>
                <a:xfrm>
                  <a:off x="7216749" y="3074546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6" name="CuadroTexto 95">
                  <a:extLst>
                    <a:ext uri="{FF2B5EF4-FFF2-40B4-BE49-F238E27FC236}">
                      <a16:creationId xmlns:a16="http://schemas.microsoft.com/office/drawing/2014/main" id="{F305B377-287C-4545-A8A4-388F60A44B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6749" y="3074546"/>
                  <a:ext cx="480043" cy="369332"/>
                </a:xfrm>
                <a:prstGeom prst="rect">
                  <a:avLst/>
                </a:prstGeom>
                <a:blipFill>
                  <a:blip r:embed="rId18"/>
                  <a:stretch>
                    <a:fillRect l="-3797" r="-29114"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58325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A27588D3-B875-4D33-94E8-0E0028EFAADA}"/>
              </a:ext>
            </a:extLst>
          </p:cNvPr>
          <p:cNvGrpSpPr/>
          <p:nvPr/>
        </p:nvGrpSpPr>
        <p:grpSpPr>
          <a:xfrm>
            <a:off x="1454559" y="894889"/>
            <a:ext cx="6826712" cy="2114187"/>
            <a:chOff x="1454559" y="894889"/>
            <a:chExt cx="6826712" cy="2114187"/>
          </a:xfrm>
        </p:grpSpPr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7DE2A85C-3554-4DA1-B2C7-D0AC367272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08300" y="1524729"/>
              <a:ext cx="0" cy="1096681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14402138-9865-4436-8C0D-629C3F3B0936}"/>
                </a:ext>
              </a:extLst>
            </p:cNvPr>
            <p:cNvCxnSpPr>
              <a:cxnSpLocks/>
            </p:cNvCxnSpPr>
            <p:nvPr/>
          </p:nvCxnSpPr>
          <p:spPr>
            <a:xfrm>
              <a:off x="1691918" y="2621410"/>
              <a:ext cx="179077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CuadroTexto 60">
                  <a:extLst>
                    <a:ext uri="{FF2B5EF4-FFF2-40B4-BE49-F238E27FC236}">
                      <a16:creationId xmlns:a16="http://schemas.microsoft.com/office/drawing/2014/main" id="{6A5487D1-3917-4772-AD2C-66999E084907}"/>
                    </a:ext>
                  </a:extLst>
                </p:cNvPr>
                <p:cNvSpPr txBox="1"/>
                <p:nvPr/>
              </p:nvSpPr>
              <p:spPr>
                <a:xfrm>
                  <a:off x="3341776" y="2356063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61" name="CuadroTexto 60">
                  <a:extLst>
                    <a:ext uri="{FF2B5EF4-FFF2-40B4-BE49-F238E27FC236}">
                      <a16:creationId xmlns:a16="http://schemas.microsoft.com/office/drawing/2014/main" id="{6A5487D1-3917-4772-AD2C-66999E0849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1776" y="2356063"/>
                  <a:ext cx="480043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3" name="Grupo 62">
              <a:extLst>
                <a:ext uri="{FF2B5EF4-FFF2-40B4-BE49-F238E27FC236}">
                  <a16:creationId xmlns:a16="http://schemas.microsoft.com/office/drawing/2014/main" id="{607AFDA0-0456-45D1-82CE-CFAD95C4B125}"/>
                </a:ext>
              </a:extLst>
            </p:cNvPr>
            <p:cNvGrpSpPr/>
            <p:nvPr/>
          </p:nvGrpSpPr>
          <p:grpSpPr>
            <a:xfrm>
              <a:off x="3360072" y="1518431"/>
              <a:ext cx="2219105" cy="837632"/>
              <a:chOff x="3100171" y="1602658"/>
              <a:chExt cx="4236099" cy="85129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CuadroTexto 68">
                    <a:extLst>
                      <a:ext uri="{FF2B5EF4-FFF2-40B4-BE49-F238E27FC236}">
                        <a16:creationId xmlns:a16="http://schemas.microsoft.com/office/drawing/2014/main" id="{AAEA28C1-EAAA-47CB-B2B1-6F313C55C13D}"/>
                      </a:ext>
                    </a:extLst>
                  </p:cNvPr>
                  <p:cNvSpPr txBox="1"/>
                  <p:nvPr/>
                </p:nvSpPr>
                <p:spPr>
                  <a:xfrm>
                    <a:off x="3100171" y="1705138"/>
                    <a:ext cx="1548880" cy="3753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CuadroTexto 68">
                    <a:extLst>
                      <a:ext uri="{FF2B5EF4-FFF2-40B4-BE49-F238E27FC236}">
                        <a16:creationId xmlns:a16="http://schemas.microsoft.com/office/drawing/2014/main" id="{AAEA28C1-EAAA-47CB-B2B1-6F313C55C1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00171" y="1705138"/>
                    <a:ext cx="1548880" cy="37535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0" name="Rectángulo: esquinas redondeadas 69">
                <a:extLst>
                  <a:ext uri="{FF2B5EF4-FFF2-40B4-BE49-F238E27FC236}">
                    <a16:creationId xmlns:a16="http://schemas.microsoft.com/office/drawing/2014/main" id="{42B650B8-9A7B-4EBD-B56A-490EC3CEAB99}"/>
                  </a:ext>
                </a:extLst>
              </p:cNvPr>
              <p:cNvSpPr/>
              <p:nvPr/>
            </p:nvSpPr>
            <p:spPr>
              <a:xfrm>
                <a:off x="4483510" y="1602658"/>
                <a:ext cx="1469421" cy="851293"/>
              </a:xfrm>
              <a:prstGeom prst="round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Sist.</a:t>
                </a:r>
                <a:endParaRPr lang="es-CL" dirty="0"/>
              </a:p>
            </p:txBody>
          </p:sp>
          <p:cxnSp>
            <p:nvCxnSpPr>
              <p:cNvPr id="71" name="Conector recto de flecha 70">
                <a:extLst>
                  <a:ext uri="{FF2B5EF4-FFF2-40B4-BE49-F238E27FC236}">
                    <a16:creationId xmlns:a16="http://schemas.microsoft.com/office/drawing/2014/main" id="{88C588E1-1803-47E7-9307-DEDAC0529F99}"/>
                  </a:ext>
                </a:extLst>
              </p:cNvPr>
              <p:cNvCxnSpPr>
                <a:cxnSpLocks/>
                <a:endCxn id="70" idx="1"/>
              </p:cNvCxnSpPr>
              <p:nvPr/>
            </p:nvCxnSpPr>
            <p:spPr>
              <a:xfrm>
                <a:off x="3265714" y="2028305"/>
                <a:ext cx="1217796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CuadroTexto 71">
                    <a:extLst>
                      <a:ext uri="{FF2B5EF4-FFF2-40B4-BE49-F238E27FC236}">
                        <a16:creationId xmlns:a16="http://schemas.microsoft.com/office/drawing/2014/main" id="{D979C61A-AAA6-4576-88DF-F2885BB4CD07}"/>
                      </a:ext>
                    </a:extLst>
                  </p:cNvPr>
                  <p:cNvSpPr txBox="1"/>
                  <p:nvPr/>
                </p:nvSpPr>
                <p:spPr>
                  <a:xfrm>
                    <a:off x="5787390" y="1705138"/>
                    <a:ext cx="1548880" cy="3753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2" name="CuadroTexto 71">
                    <a:extLst>
                      <a:ext uri="{FF2B5EF4-FFF2-40B4-BE49-F238E27FC236}">
                        <a16:creationId xmlns:a16="http://schemas.microsoft.com/office/drawing/2014/main" id="{D979C61A-AAA6-4576-88DF-F2885BB4CD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7390" y="1705138"/>
                    <a:ext cx="1548880" cy="37535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3" name="Conector recto de flecha 72">
                <a:extLst>
                  <a:ext uri="{FF2B5EF4-FFF2-40B4-BE49-F238E27FC236}">
                    <a16:creationId xmlns:a16="http://schemas.microsoft.com/office/drawing/2014/main" id="{26CE9A90-283F-4F4C-A273-7E1B798AE3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2932" y="2028305"/>
                <a:ext cx="1217796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79D94C8C-2070-462D-A6DD-F514D5D107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20987" y="1524729"/>
              <a:ext cx="0" cy="1096681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740C0343-3A62-4401-865F-653A9DC5A9F5}"/>
                </a:ext>
              </a:extLst>
            </p:cNvPr>
            <p:cNvCxnSpPr>
              <a:cxnSpLocks/>
            </p:cNvCxnSpPr>
            <p:nvPr/>
          </p:nvCxnSpPr>
          <p:spPr>
            <a:xfrm>
              <a:off x="5875128" y="2621410"/>
              <a:ext cx="179077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7E5E5F88-648D-4318-A4B6-EECB0EABB5BC}"/>
                    </a:ext>
                  </a:extLst>
                </p:cNvPr>
                <p:cNvSpPr txBox="1"/>
                <p:nvPr/>
              </p:nvSpPr>
              <p:spPr>
                <a:xfrm>
                  <a:off x="7524986" y="2356063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7E5E5F88-648D-4318-A4B6-EECB0EABB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4986" y="2356063"/>
                  <a:ext cx="48004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85AEFEF8-8C09-46B1-A187-5190B3CC164B}"/>
                </a:ext>
              </a:extLst>
            </p:cNvPr>
            <p:cNvSpPr txBox="1"/>
            <p:nvPr/>
          </p:nvSpPr>
          <p:spPr>
            <a:xfrm>
              <a:off x="3434117" y="894889"/>
              <a:ext cx="205833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/>
                <a:t>Subamortiguado</a:t>
              </a:r>
              <a:endParaRPr lang="en-US" sz="1600" dirty="0"/>
            </a:p>
            <a:p>
              <a:pPr algn="ctr"/>
              <a:r>
                <a:rPr lang="en-US" sz="1600" dirty="0" err="1"/>
                <a:t>Parte</a:t>
              </a:r>
              <a:r>
                <a:rPr lang="en-US" sz="1600" dirty="0"/>
                <a:t> del </a:t>
              </a:r>
              <a:r>
                <a:rPr lang="en-US" sz="1600" dirty="0" err="1"/>
                <a:t>reposo</a:t>
              </a:r>
              <a:endParaRPr lang="es-CL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9DD699BA-0222-417E-9E82-C6920A6DA9BF}"/>
                    </a:ext>
                  </a:extLst>
                </p:cNvPr>
                <p:cNvSpPr txBox="1"/>
                <p:nvPr/>
              </p:nvSpPr>
              <p:spPr>
                <a:xfrm>
                  <a:off x="5959070" y="2621410"/>
                  <a:ext cx="3595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9DD699BA-0222-417E-9E82-C6920A6DA9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9070" y="2621410"/>
                  <a:ext cx="35950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254FC2C6-63E4-4427-963D-33EFDCAD367B}"/>
                    </a:ext>
                  </a:extLst>
                </p:cNvPr>
                <p:cNvSpPr txBox="1"/>
                <p:nvPr/>
              </p:nvSpPr>
              <p:spPr>
                <a:xfrm>
                  <a:off x="2337093" y="2621410"/>
                  <a:ext cx="3595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254FC2C6-63E4-4427-963D-33EFDCAD36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7093" y="2621410"/>
                  <a:ext cx="35950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B2FFDB06-259D-48EB-8534-CE744158F89A}"/>
                    </a:ext>
                  </a:extLst>
                </p:cNvPr>
                <p:cNvSpPr txBox="1"/>
                <p:nvPr/>
              </p:nvSpPr>
              <p:spPr>
                <a:xfrm>
                  <a:off x="2412567" y="1703738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B2FFDB06-259D-48EB-8534-CE744158F8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2567" y="1703738"/>
                  <a:ext cx="811390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CuadroTexto 77">
                  <a:extLst>
                    <a:ext uri="{FF2B5EF4-FFF2-40B4-BE49-F238E27FC236}">
                      <a16:creationId xmlns:a16="http://schemas.microsoft.com/office/drawing/2014/main" id="{35F46E90-0CFD-405A-9058-9F60F1604BA0}"/>
                    </a:ext>
                  </a:extLst>
                </p:cNvPr>
                <p:cNvSpPr txBox="1"/>
                <p:nvPr/>
              </p:nvSpPr>
              <p:spPr>
                <a:xfrm>
                  <a:off x="1454559" y="1675453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CuadroTexto 77">
                  <a:extLst>
                    <a:ext uri="{FF2B5EF4-FFF2-40B4-BE49-F238E27FC236}">
                      <a16:creationId xmlns:a16="http://schemas.microsoft.com/office/drawing/2014/main" id="{35F46E90-0CFD-405A-9058-9F60F1604B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559" y="1675453"/>
                  <a:ext cx="81139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Conector: curvado 78">
              <a:extLst>
                <a:ext uri="{FF2B5EF4-FFF2-40B4-BE49-F238E27FC236}">
                  <a16:creationId xmlns:a16="http://schemas.microsoft.com/office/drawing/2014/main" id="{4821C3EC-BB5C-4DC0-889F-FA030BD4BB87}"/>
                </a:ext>
              </a:extLst>
            </p:cNvPr>
            <p:cNvCxnSpPr>
              <a:cxnSpLocks/>
            </p:cNvCxnSpPr>
            <p:nvPr/>
          </p:nvCxnSpPr>
          <p:spPr>
            <a:xfrm>
              <a:off x="2057844" y="2016500"/>
              <a:ext cx="354723" cy="268087"/>
            </a:xfrm>
            <a:prstGeom prst="curvedConnector3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8F9C65F5-8F6A-400B-9483-075DF538727A}"/>
                </a:ext>
              </a:extLst>
            </p:cNvPr>
            <p:cNvSpPr/>
            <p:nvPr/>
          </p:nvSpPr>
          <p:spPr>
            <a:xfrm>
              <a:off x="6135077" y="1913865"/>
              <a:ext cx="1367692" cy="1095211"/>
            </a:xfrm>
            <a:custGeom>
              <a:avLst/>
              <a:gdLst>
                <a:gd name="connsiteX0" fmla="*/ 0 w 1367692"/>
                <a:gd name="connsiteY0" fmla="*/ 673027 h 1095211"/>
                <a:gd name="connsiteX1" fmla="*/ 156308 w 1367692"/>
                <a:gd name="connsiteY1" fmla="*/ 8720 h 1095211"/>
                <a:gd name="connsiteX2" fmla="*/ 343877 w 1367692"/>
                <a:gd name="connsiteY2" fmla="*/ 1095058 h 1095211"/>
                <a:gd name="connsiteX3" fmla="*/ 523631 w 1367692"/>
                <a:gd name="connsiteY3" fmla="*/ 94689 h 1095211"/>
                <a:gd name="connsiteX4" fmla="*/ 640861 w 1367692"/>
                <a:gd name="connsiteY4" fmla="*/ 962197 h 1095211"/>
                <a:gd name="connsiteX5" fmla="*/ 742461 w 1367692"/>
                <a:gd name="connsiteY5" fmla="*/ 469827 h 1095211"/>
                <a:gd name="connsiteX6" fmla="*/ 851877 w 1367692"/>
                <a:gd name="connsiteY6" fmla="*/ 790258 h 1095211"/>
                <a:gd name="connsiteX7" fmla="*/ 961292 w 1367692"/>
                <a:gd name="connsiteY7" fmla="*/ 618320 h 1095211"/>
                <a:gd name="connsiteX8" fmla="*/ 1016000 w 1367692"/>
                <a:gd name="connsiteY8" fmla="*/ 743366 h 1095211"/>
                <a:gd name="connsiteX9" fmla="*/ 1086338 w 1367692"/>
                <a:gd name="connsiteY9" fmla="*/ 633950 h 1095211"/>
                <a:gd name="connsiteX10" fmla="*/ 1117600 w 1367692"/>
                <a:gd name="connsiteY10" fmla="*/ 751181 h 1095211"/>
                <a:gd name="connsiteX11" fmla="*/ 1187938 w 1367692"/>
                <a:gd name="connsiteY11" fmla="*/ 641766 h 1095211"/>
                <a:gd name="connsiteX12" fmla="*/ 1258277 w 1367692"/>
                <a:gd name="connsiteY12" fmla="*/ 712104 h 1095211"/>
                <a:gd name="connsiteX13" fmla="*/ 1336431 w 1367692"/>
                <a:gd name="connsiteY13" fmla="*/ 696473 h 1095211"/>
                <a:gd name="connsiteX14" fmla="*/ 1367692 w 1367692"/>
                <a:gd name="connsiteY14" fmla="*/ 735550 h 1095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67692" h="1095211">
                  <a:moveTo>
                    <a:pt x="0" y="673027"/>
                  </a:moveTo>
                  <a:cubicBezTo>
                    <a:pt x="49497" y="305704"/>
                    <a:pt x="98995" y="-61619"/>
                    <a:pt x="156308" y="8720"/>
                  </a:cubicBezTo>
                  <a:cubicBezTo>
                    <a:pt x="213621" y="79059"/>
                    <a:pt x="282657" y="1080730"/>
                    <a:pt x="343877" y="1095058"/>
                  </a:cubicBezTo>
                  <a:cubicBezTo>
                    <a:pt x="405098" y="1109386"/>
                    <a:pt x="474134" y="116832"/>
                    <a:pt x="523631" y="94689"/>
                  </a:cubicBezTo>
                  <a:cubicBezTo>
                    <a:pt x="573128" y="72546"/>
                    <a:pt x="604389" y="899674"/>
                    <a:pt x="640861" y="962197"/>
                  </a:cubicBezTo>
                  <a:cubicBezTo>
                    <a:pt x="677333" y="1024720"/>
                    <a:pt x="707292" y="498483"/>
                    <a:pt x="742461" y="469827"/>
                  </a:cubicBezTo>
                  <a:cubicBezTo>
                    <a:pt x="777630" y="441171"/>
                    <a:pt x="815405" y="765509"/>
                    <a:pt x="851877" y="790258"/>
                  </a:cubicBezTo>
                  <a:cubicBezTo>
                    <a:pt x="888349" y="815007"/>
                    <a:pt x="933938" y="626135"/>
                    <a:pt x="961292" y="618320"/>
                  </a:cubicBezTo>
                  <a:cubicBezTo>
                    <a:pt x="988646" y="610505"/>
                    <a:pt x="995159" y="740761"/>
                    <a:pt x="1016000" y="743366"/>
                  </a:cubicBezTo>
                  <a:cubicBezTo>
                    <a:pt x="1036841" y="745971"/>
                    <a:pt x="1069405" y="632648"/>
                    <a:pt x="1086338" y="633950"/>
                  </a:cubicBezTo>
                  <a:cubicBezTo>
                    <a:pt x="1103271" y="635252"/>
                    <a:pt x="1100667" y="749878"/>
                    <a:pt x="1117600" y="751181"/>
                  </a:cubicBezTo>
                  <a:cubicBezTo>
                    <a:pt x="1134533" y="752484"/>
                    <a:pt x="1164492" y="648279"/>
                    <a:pt x="1187938" y="641766"/>
                  </a:cubicBezTo>
                  <a:cubicBezTo>
                    <a:pt x="1211384" y="635253"/>
                    <a:pt x="1233528" y="702986"/>
                    <a:pt x="1258277" y="712104"/>
                  </a:cubicBezTo>
                  <a:cubicBezTo>
                    <a:pt x="1283026" y="721222"/>
                    <a:pt x="1318195" y="692565"/>
                    <a:pt x="1336431" y="696473"/>
                  </a:cubicBezTo>
                  <a:cubicBezTo>
                    <a:pt x="1354667" y="700381"/>
                    <a:pt x="1324708" y="735550"/>
                    <a:pt x="1367692" y="735550"/>
                  </a:cubicBezTo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CuadroTexto 81">
                  <a:extLst>
                    <a:ext uri="{FF2B5EF4-FFF2-40B4-BE49-F238E27FC236}">
                      <a16:creationId xmlns:a16="http://schemas.microsoft.com/office/drawing/2014/main" id="{6B38EFF1-F130-42E2-9270-EBAA970E7003}"/>
                    </a:ext>
                  </a:extLst>
                </p:cNvPr>
                <p:cNvSpPr txBox="1"/>
                <p:nvPr/>
              </p:nvSpPr>
              <p:spPr>
                <a:xfrm>
                  <a:off x="6938604" y="1729199"/>
                  <a:ext cx="134266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s-CL" dirty="0">
                      <a:solidFill>
                        <a:srgbClr val="00B050"/>
                      </a:solidFill>
                    </a:rPr>
                    <a:t> es FRI</a:t>
                  </a:r>
                </a:p>
              </p:txBody>
            </p:sp>
          </mc:Choice>
          <mc:Fallback xmlns="">
            <p:sp>
              <p:nvSpPr>
                <p:cNvPr id="82" name="CuadroTexto 81">
                  <a:extLst>
                    <a:ext uri="{FF2B5EF4-FFF2-40B4-BE49-F238E27FC236}">
                      <a16:creationId xmlns:a16="http://schemas.microsoft.com/office/drawing/2014/main" id="{6B38EFF1-F130-42E2-9270-EBAA970E70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8604" y="1729199"/>
                  <a:ext cx="1342667" cy="369332"/>
                </a:xfrm>
                <a:prstGeom prst="rect">
                  <a:avLst/>
                </a:prstGeom>
                <a:blipFill>
                  <a:blip r:embed="rId10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9" name="Grupo 128">
            <a:extLst>
              <a:ext uri="{FF2B5EF4-FFF2-40B4-BE49-F238E27FC236}">
                <a16:creationId xmlns:a16="http://schemas.microsoft.com/office/drawing/2014/main" id="{A44B28F9-90BF-4DD5-AB66-D87FB506EBCB}"/>
              </a:ext>
            </a:extLst>
          </p:cNvPr>
          <p:cNvGrpSpPr/>
          <p:nvPr/>
        </p:nvGrpSpPr>
        <p:grpSpPr>
          <a:xfrm>
            <a:off x="1364336" y="3795978"/>
            <a:ext cx="8000582" cy="2027078"/>
            <a:chOff x="1364336" y="3795978"/>
            <a:chExt cx="8000582" cy="2027078"/>
          </a:xfrm>
        </p:grpSpPr>
        <p:grpSp>
          <p:nvGrpSpPr>
            <p:cNvPr id="127" name="Grupo 126">
              <a:extLst>
                <a:ext uri="{FF2B5EF4-FFF2-40B4-BE49-F238E27FC236}">
                  <a16:creationId xmlns:a16="http://schemas.microsoft.com/office/drawing/2014/main" id="{65552ADD-2F3E-4970-AC7E-24868EEE916F}"/>
                </a:ext>
              </a:extLst>
            </p:cNvPr>
            <p:cNvGrpSpPr/>
            <p:nvPr/>
          </p:nvGrpSpPr>
          <p:grpSpPr>
            <a:xfrm>
              <a:off x="1364336" y="3795978"/>
              <a:ext cx="8000582" cy="2027078"/>
              <a:chOff x="1364336" y="3795978"/>
              <a:chExt cx="8000582" cy="2027078"/>
            </a:xfrm>
          </p:grpSpPr>
          <p:grpSp>
            <p:nvGrpSpPr>
              <p:cNvPr id="91" name="Grupo 90">
                <a:extLst>
                  <a:ext uri="{FF2B5EF4-FFF2-40B4-BE49-F238E27FC236}">
                    <a16:creationId xmlns:a16="http://schemas.microsoft.com/office/drawing/2014/main" id="{16B43F8B-DB8B-46AC-997E-8E679FB7EA01}"/>
                  </a:ext>
                </a:extLst>
              </p:cNvPr>
              <p:cNvGrpSpPr/>
              <p:nvPr/>
            </p:nvGrpSpPr>
            <p:grpSpPr>
              <a:xfrm>
                <a:off x="3375704" y="4155499"/>
                <a:ext cx="2219106" cy="837633"/>
                <a:chOff x="3100171" y="1602658"/>
                <a:chExt cx="4236099" cy="85129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6" name="CuadroTexto 105">
                      <a:extLst>
                        <a:ext uri="{FF2B5EF4-FFF2-40B4-BE49-F238E27FC236}">
                          <a16:creationId xmlns:a16="http://schemas.microsoft.com/office/drawing/2014/main" id="{CDB45F37-D4E7-4D3F-91D0-0EDC45C13F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0171" y="1705138"/>
                      <a:ext cx="1548880" cy="37535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s-CL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6" name="CuadroTexto 105">
                      <a:extLst>
                        <a:ext uri="{FF2B5EF4-FFF2-40B4-BE49-F238E27FC236}">
                          <a16:creationId xmlns:a16="http://schemas.microsoft.com/office/drawing/2014/main" id="{CDB45F37-D4E7-4D3F-91D0-0EDC45C13F7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00171" y="1705138"/>
                      <a:ext cx="1548880" cy="375355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b="-131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7" name="Rectángulo: esquinas redondeadas 106">
                  <a:extLst>
                    <a:ext uri="{FF2B5EF4-FFF2-40B4-BE49-F238E27FC236}">
                      <a16:creationId xmlns:a16="http://schemas.microsoft.com/office/drawing/2014/main" id="{52B68280-63BC-4FF9-A10E-690C333BE365}"/>
                    </a:ext>
                  </a:extLst>
                </p:cNvPr>
                <p:cNvSpPr/>
                <p:nvPr/>
              </p:nvSpPr>
              <p:spPr>
                <a:xfrm>
                  <a:off x="4483510" y="1602658"/>
                  <a:ext cx="1469421" cy="851293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Sist.</a:t>
                  </a:r>
                  <a:endParaRPr lang="es-CL" dirty="0"/>
                </a:p>
              </p:txBody>
            </p:sp>
            <p:cxnSp>
              <p:nvCxnSpPr>
                <p:cNvPr id="108" name="Conector recto de flecha 107">
                  <a:extLst>
                    <a:ext uri="{FF2B5EF4-FFF2-40B4-BE49-F238E27FC236}">
                      <a16:creationId xmlns:a16="http://schemas.microsoft.com/office/drawing/2014/main" id="{DFD28A23-365C-471A-A852-1CA9703985E8}"/>
                    </a:ext>
                  </a:extLst>
                </p:cNvPr>
                <p:cNvCxnSpPr>
                  <a:cxnSpLocks/>
                  <a:endCxn id="107" idx="1"/>
                </p:cNvCxnSpPr>
                <p:nvPr/>
              </p:nvCxnSpPr>
              <p:spPr>
                <a:xfrm>
                  <a:off x="3265714" y="2028305"/>
                  <a:ext cx="1217796" cy="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9" name="CuadroTexto 108">
                      <a:extLst>
                        <a:ext uri="{FF2B5EF4-FFF2-40B4-BE49-F238E27FC236}">
                          <a16:creationId xmlns:a16="http://schemas.microsoft.com/office/drawing/2014/main" id="{6755BBD1-B7E3-4273-970C-00D4250DAF9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87390" y="1705138"/>
                      <a:ext cx="1548880" cy="37535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s-CL" dirty="0">
                        <a:solidFill>
                          <a:srgbClr val="00B05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9" name="CuadroTexto 108">
                      <a:extLst>
                        <a:ext uri="{FF2B5EF4-FFF2-40B4-BE49-F238E27FC236}">
                          <a16:creationId xmlns:a16="http://schemas.microsoft.com/office/drawing/2014/main" id="{6755BBD1-B7E3-4273-970C-00D4250DAF9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787390" y="1705138"/>
                      <a:ext cx="1548880" cy="375355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131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0" name="Conector recto de flecha 109">
                  <a:extLst>
                    <a:ext uri="{FF2B5EF4-FFF2-40B4-BE49-F238E27FC236}">
                      <a16:creationId xmlns:a16="http://schemas.microsoft.com/office/drawing/2014/main" id="{C2DF5361-1C44-4A89-BC54-CDB1957955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52932" y="2028305"/>
                  <a:ext cx="1217796" cy="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2" name="Conector recto 91">
                <a:extLst>
                  <a:ext uri="{FF2B5EF4-FFF2-40B4-BE49-F238E27FC236}">
                    <a16:creationId xmlns:a16="http://schemas.microsoft.com/office/drawing/2014/main" id="{843B8B02-70E8-4590-9F5B-25330C422A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136618" y="4161795"/>
                <a:ext cx="0" cy="1096681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3" name="Conector recto 92">
                <a:extLst>
                  <a:ext uri="{FF2B5EF4-FFF2-40B4-BE49-F238E27FC236}">
                    <a16:creationId xmlns:a16="http://schemas.microsoft.com/office/drawing/2014/main" id="{31EB0920-EC31-4831-AFF5-4A5A0B8930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0759" y="5258476"/>
                <a:ext cx="17907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CuadroTexto 96">
                    <a:extLst>
                      <a:ext uri="{FF2B5EF4-FFF2-40B4-BE49-F238E27FC236}">
                        <a16:creationId xmlns:a16="http://schemas.microsoft.com/office/drawing/2014/main" id="{BEC4A675-688A-40EC-A47C-DF201EFFF52B}"/>
                      </a:ext>
                    </a:extLst>
                  </p:cNvPr>
                  <p:cNvSpPr txBox="1"/>
                  <p:nvPr/>
                </p:nvSpPr>
                <p:spPr>
                  <a:xfrm>
                    <a:off x="7540617" y="4993129"/>
                    <a:ext cx="48004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97" name="CuadroTexto 96">
                    <a:extLst>
                      <a:ext uri="{FF2B5EF4-FFF2-40B4-BE49-F238E27FC236}">
                        <a16:creationId xmlns:a16="http://schemas.microsoft.com/office/drawing/2014/main" id="{BEC4A675-688A-40EC-A47C-DF201EFFF5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0617" y="4993129"/>
                    <a:ext cx="480043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8" name="CuadroTexto 97">
                <a:extLst>
                  <a:ext uri="{FF2B5EF4-FFF2-40B4-BE49-F238E27FC236}">
                    <a16:creationId xmlns:a16="http://schemas.microsoft.com/office/drawing/2014/main" id="{F357D2CC-8798-4B1F-A9DF-510585401F69}"/>
                  </a:ext>
                </a:extLst>
              </p:cNvPr>
              <p:cNvSpPr txBox="1"/>
              <p:nvPr/>
            </p:nvSpPr>
            <p:spPr>
              <a:xfrm>
                <a:off x="3397424" y="3795978"/>
                <a:ext cx="205833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C.I.=0</a:t>
                </a:r>
                <a:endParaRPr lang="es-CL" sz="1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CuadroTexto 98">
                    <a:extLst>
                      <a:ext uri="{FF2B5EF4-FFF2-40B4-BE49-F238E27FC236}">
                        <a16:creationId xmlns:a16="http://schemas.microsoft.com/office/drawing/2014/main" id="{4B4E8DC2-76ED-43BA-BD53-65A403C537CB}"/>
                      </a:ext>
                    </a:extLst>
                  </p:cNvPr>
                  <p:cNvSpPr txBox="1"/>
                  <p:nvPr/>
                </p:nvSpPr>
                <p:spPr>
                  <a:xfrm>
                    <a:off x="5955323" y="5258476"/>
                    <a:ext cx="35950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99" name="CuadroTexto 98">
                    <a:extLst>
                      <a:ext uri="{FF2B5EF4-FFF2-40B4-BE49-F238E27FC236}">
                        <a16:creationId xmlns:a16="http://schemas.microsoft.com/office/drawing/2014/main" id="{4B4E8DC2-76ED-43BA-BD53-65A403C537C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55323" y="5258476"/>
                    <a:ext cx="359508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2" name="Conector recto 111">
                <a:extLst>
                  <a:ext uri="{FF2B5EF4-FFF2-40B4-BE49-F238E27FC236}">
                    <a16:creationId xmlns:a16="http://schemas.microsoft.com/office/drawing/2014/main" id="{7FF0D293-F108-4FE9-AA01-32E0340D75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700418" y="4180153"/>
                <a:ext cx="0" cy="1096681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13" name="Conector recto 112">
                <a:extLst>
                  <a:ext uri="{FF2B5EF4-FFF2-40B4-BE49-F238E27FC236}">
                    <a16:creationId xmlns:a16="http://schemas.microsoft.com/office/drawing/2014/main" id="{0B85AE90-E8BC-471C-9F42-85B21F96D6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54559" y="5276834"/>
                <a:ext cx="17907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CuadroTexto 113">
                    <a:extLst>
                      <a:ext uri="{FF2B5EF4-FFF2-40B4-BE49-F238E27FC236}">
                        <a16:creationId xmlns:a16="http://schemas.microsoft.com/office/drawing/2014/main" id="{9C18AEEA-38E4-4F24-B698-E2F33D3EAEFE}"/>
                      </a:ext>
                    </a:extLst>
                  </p:cNvPr>
                  <p:cNvSpPr txBox="1"/>
                  <p:nvPr/>
                </p:nvSpPr>
                <p:spPr>
                  <a:xfrm>
                    <a:off x="3104417" y="5011487"/>
                    <a:ext cx="48004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114" name="CuadroTexto 113">
                    <a:extLst>
                      <a:ext uri="{FF2B5EF4-FFF2-40B4-BE49-F238E27FC236}">
                        <a16:creationId xmlns:a16="http://schemas.microsoft.com/office/drawing/2014/main" id="{9C18AEEA-38E4-4F24-B698-E2F33D3EAE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04417" y="5011487"/>
                    <a:ext cx="480043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CuadroTexto 114">
                    <a:extLst>
                      <a:ext uri="{FF2B5EF4-FFF2-40B4-BE49-F238E27FC236}">
                        <a16:creationId xmlns:a16="http://schemas.microsoft.com/office/drawing/2014/main" id="{492ED227-A8F3-4975-9342-417FD77F4C54}"/>
                      </a:ext>
                    </a:extLst>
                  </p:cNvPr>
                  <p:cNvSpPr txBox="1"/>
                  <p:nvPr/>
                </p:nvSpPr>
                <p:spPr>
                  <a:xfrm>
                    <a:off x="1538501" y="5276834"/>
                    <a:ext cx="35950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115" name="CuadroTexto 114">
                    <a:extLst>
                      <a:ext uri="{FF2B5EF4-FFF2-40B4-BE49-F238E27FC236}">
                        <a16:creationId xmlns:a16="http://schemas.microsoft.com/office/drawing/2014/main" id="{492ED227-A8F3-4975-9342-417FD77F4C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38501" y="5276834"/>
                    <a:ext cx="359508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6" name="CuadroTexto 115">
                    <a:extLst>
                      <a:ext uri="{FF2B5EF4-FFF2-40B4-BE49-F238E27FC236}">
                        <a16:creationId xmlns:a16="http://schemas.microsoft.com/office/drawing/2014/main" id="{51C60889-7344-4B04-96FE-289AD0C97D87}"/>
                      </a:ext>
                    </a:extLst>
                  </p:cNvPr>
                  <p:cNvSpPr txBox="1"/>
                  <p:nvPr/>
                </p:nvSpPr>
                <p:spPr>
                  <a:xfrm>
                    <a:off x="1364336" y="3870509"/>
                    <a:ext cx="81139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6" name="CuadroTexto 115">
                    <a:extLst>
                      <a:ext uri="{FF2B5EF4-FFF2-40B4-BE49-F238E27FC236}">
                        <a16:creationId xmlns:a16="http://schemas.microsoft.com/office/drawing/2014/main" id="{51C60889-7344-4B04-96FE-289AD0C97D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4336" y="3870509"/>
                    <a:ext cx="811390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1147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CuadroTexto 116">
                    <a:extLst>
                      <a:ext uri="{FF2B5EF4-FFF2-40B4-BE49-F238E27FC236}">
                        <a16:creationId xmlns:a16="http://schemas.microsoft.com/office/drawing/2014/main" id="{2454DC38-D46A-43ED-BED7-E1438D004FFF}"/>
                      </a:ext>
                    </a:extLst>
                  </p:cNvPr>
                  <p:cNvSpPr txBox="1"/>
                  <p:nvPr/>
                </p:nvSpPr>
                <p:spPr>
                  <a:xfrm>
                    <a:off x="5827062" y="3827827"/>
                    <a:ext cx="81139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7" name="CuadroTexto 116">
                    <a:extLst>
                      <a:ext uri="{FF2B5EF4-FFF2-40B4-BE49-F238E27FC236}">
                        <a16:creationId xmlns:a16="http://schemas.microsoft.com/office/drawing/2014/main" id="{2454DC38-D46A-43ED-BED7-E1438D004F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7062" y="3827827"/>
                    <a:ext cx="811390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1147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8" name="Forma libre: forma 117">
                <a:extLst>
                  <a:ext uri="{FF2B5EF4-FFF2-40B4-BE49-F238E27FC236}">
                    <a16:creationId xmlns:a16="http://schemas.microsoft.com/office/drawing/2014/main" id="{8614F14E-3078-401B-BFF6-5BFE1BD8F8E2}"/>
                  </a:ext>
                </a:extLst>
              </p:cNvPr>
              <p:cNvSpPr/>
              <p:nvPr/>
            </p:nvSpPr>
            <p:spPr>
              <a:xfrm>
                <a:off x="1714509" y="4336551"/>
                <a:ext cx="1389908" cy="479916"/>
              </a:xfrm>
              <a:custGeom>
                <a:avLst/>
                <a:gdLst>
                  <a:gd name="connsiteX0" fmla="*/ 0 w 1447800"/>
                  <a:gd name="connsiteY0" fmla="*/ 406452 h 558852"/>
                  <a:gd name="connsiteX1" fmla="*/ 211666 w 1447800"/>
                  <a:gd name="connsiteY1" fmla="*/ 160918 h 558852"/>
                  <a:gd name="connsiteX2" fmla="*/ 524933 w 1447800"/>
                  <a:gd name="connsiteY2" fmla="*/ 321785 h 558852"/>
                  <a:gd name="connsiteX3" fmla="*/ 711200 w 1447800"/>
                  <a:gd name="connsiteY3" fmla="*/ 52 h 558852"/>
                  <a:gd name="connsiteX4" fmla="*/ 973666 w 1447800"/>
                  <a:gd name="connsiteY4" fmla="*/ 296385 h 558852"/>
                  <a:gd name="connsiteX5" fmla="*/ 1320800 w 1447800"/>
                  <a:gd name="connsiteY5" fmla="*/ 296385 h 558852"/>
                  <a:gd name="connsiteX6" fmla="*/ 1447800 w 1447800"/>
                  <a:gd name="connsiteY6" fmla="*/ 558852 h 558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47800" h="558852">
                    <a:moveTo>
                      <a:pt x="0" y="406452"/>
                    </a:moveTo>
                    <a:cubicBezTo>
                      <a:pt x="62088" y="290740"/>
                      <a:pt x="124177" y="175029"/>
                      <a:pt x="211666" y="160918"/>
                    </a:cubicBezTo>
                    <a:cubicBezTo>
                      <a:pt x="299155" y="146807"/>
                      <a:pt x="441677" y="348596"/>
                      <a:pt x="524933" y="321785"/>
                    </a:cubicBezTo>
                    <a:cubicBezTo>
                      <a:pt x="608189" y="294974"/>
                      <a:pt x="636411" y="4285"/>
                      <a:pt x="711200" y="52"/>
                    </a:cubicBezTo>
                    <a:cubicBezTo>
                      <a:pt x="785989" y="-4181"/>
                      <a:pt x="872066" y="246996"/>
                      <a:pt x="973666" y="296385"/>
                    </a:cubicBezTo>
                    <a:cubicBezTo>
                      <a:pt x="1075266" y="345774"/>
                      <a:pt x="1241778" y="252641"/>
                      <a:pt x="1320800" y="296385"/>
                    </a:cubicBezTo>
                    <a:cubicBezTo>
                      <a:pt x="1399822" y="340129"/>
                      <a:pt x="1336322" y="550385"/>
                      <a:pt x="1447800" y="558852"/>
                    </a:cubicBez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19" name="Conector recto 118">
                <a:extLst>
                  <a:ext uri="{FF2B5EF4-FFF2-40B4-BE49-F238E27FC236}">
                    <a16:creationId xmlns:a16="http://schemas.microsoft.com/office/drawing/2014/main" id="{8B2A1793-8150-49FF-B067-978C5FE074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03501" y="4450364"/>
                <a:ext cx="0" cy="808112"/>
              </a:xfrm>
              <a:prstGeom prst="line">
                <a:avLst/>
              </a:prstGeom>
              <a:ln w="28575">
                <a:solidFill>
                  <a:srgbClr val="FF000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Conector recto 119">
                <a:extLst>
                  <a:ext uri="{FF2B5EF4-FFF2-40B4-BE49-F238E27FC236}">
                    <a16:creationId xmlns:a16="http://schemas.microsoft.com/office/drawing/2014/main" id="{6E00E323-9FBE-454F-8691-5A1DA3B6D9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7844" y="4550931"/>
                <a:ext cx="0" cy="725903"/>
              </a:xfrm>
              <a:prstGeom prst="line">
                <a:avLst/>
              </a:prstGeom>
              <a:ln w="28575">
                <a:solidFill>
                  <a:srgbClr val="FF000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Conector recto 120">
                <a:extLst>
                  <a:ext uri="{FF2B5EF4-FFF2-40B4-BE49-F238E27FC236}">
                    <a16:creationId xmlns:a16="http://schemas.microsoft.com/office/drawing/2014/main" id="{B9E18E7C-85A5-4775-BC70-0802195C32E8}"/>
                  </a:ext>
                </a:extLst>
              </p:cNvPr>
              <p:cNvCxnSpPr>
                <a:cxnSpLocks/>
                <a:stCxn id="118" idx="2"/>
              </p:cNvCxnSpPr>
              <p:nvPr/>
            </p:nvCxnSpPr>
            <p:spPr>
              <a:xfrm>
                <a:off x="2218452" y="4612885"/>
                <a:ext cx="0" cy="645591"/>
              </a:xfrm>
              <a:prstGeom prst="line">
                <a:avLst/>
              </a:prstGeom>
              <a:ln w="28575">
                <a:solidFill>
                  <a:srgbClr val="FF000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Cerrar llave 74">
                <a:extLst>
                  <a:ext uri="{FF2B5EF4-FFF2-40B4-BE49-F238E27FC236}">
                    <a16:creationId xmlns:a16="http://schemas.microsoft.com/office/drawing/2014/main" id="{F8553C14-6D53-4AE7-A27C-CDB32FA220ED}"/>
                  </a:ext>
                </a:extLst>
              </p:cNvPr>
              <p:cNvSpPr/>
              <p:nvPr/>
            </p:nvSpPr>
            <p:spPr>
              <a:xfrm rot="5400000">
                <a:off x="1950953" y="5372983"/>
                <a:ext cx="161918" cy="369331"/>
              </a:xfrm>
              <a:prstGeom prst="rightBrac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CuadroTexto 121">
                    <a:extLst>
                      <a:ext uri="{FF2B5EF4-FFF2-40B4-BE49-F238E27FC236}">
                        <a16:creationId xmlns:a16="http://schemas.microsoft.com/office/drawing/2014/main" id="{41067553-D432-486F-839C-682F8C65E3D9}"/>
                      </a:ext>
                    </a:extLst>
                  </p:cNvPr>
                  <p:cNvSpPr txBox="1"/>
                  <p:nvPr/>
                </p:nvSpPr>
                <p:spPr>
                  <a:xfrm>
                    <a:off x="1538215" y="5205981"/>
                    <a:ext cx="81139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oMath>
                      </m:oMathPara>
                    </a14:m>
                    <a:endParaRPr lang="es-CL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2" name="CuadroTexto 121">
                    <a:extLst>
                      <a:ext uri="{FF2B5EF4-FFF2-40B4-BE49-F238E27FC236}">
                        <a16:creationId xmlns:a16="http://schemas.microsoft.com/office/drawing/2014/main" id="{41067553-D432-486F-839C-682F8C65E3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38215" y="5205981"/>
                    <a:ext cx="811390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CuadroTexto 122">
                    <a:extLst>
                      <a:ext uri="{FF2B5EF4-FFF2-40B4-BE49-F238E27FC236}">
                        <a16:creationId xmlns:a16="http://schemas.microsoft.com/office/drawing/2014/main" id="{426710EF-9821-44EE-A318-43C5668DC3AD}"/>
                      </a:ext>
                    </a:extLst>
                  </p:cNvPr>
                  <p:cNvSpPr txBox="1"/>
                  <p:nvPr/>
                </p:nvSpPr>
                <p:spPr>
                  <a:xfrm>
                    <a:off x="5944104" y="5243553"/>
                    <a:ext cx="81139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oMath>
                      </m:oMathPara>
                    </a14:m>
                    <a:endParaRPr lang="es-CL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3" name="CuadroTexto 122">
                    <a:extLst>
                      <a:ext uri="{FF2B5EF4-FFF2-40B4-BE49-F238E27FC236}">
                        <a16:creationId xmlns:a16="http://schemas.microsoft.com/office/drawing/2014/main" id="{426710EF-9821-44EE-A318-43C5668DC3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44104" y="5243553"/>
                    <a:ext cx="811390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CuadroTexto 125">
                    <a:extLst>
                      <a:ext uri="{FF2B5EF4-FFF2-40B4-BE49-F238E27FC236}">
                        <a16:creationId xmlns:a16="http://schemas.microsoft.com/office/drawing/2014/main" id="{C20DFDB3-5866-4A63-A43F-1583758629B7}"/>
                      </a:ext>
                    </a:extLst>
                  </p:cNvPr>
                  <p:cNvSpPr txBox="1"/>
                  <p:nvPr/>
                </p:nvSpPr>
                <p:spPr>
                  <a:xfrm>
                    <a:off x="6820998" y="5453724"/>
                    <a:ext cx="254392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FRI para </a:t>
                    </a:r>
                    <a:r>
                      <a:rPr lang="en-US" dirty="0" err="1"/>
                      <a:t>impuslo</a:t>
                    </a:r>
                    <a:r>
                      <a:rPr lang="en-US" dirty="0"/>
                      <a:t> </a:t>
                    </a:r>
                    <a:r>
                      <a:rPr lang="en-US" dirty="0" err="1"/>
                      <a:t>en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oMath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126" name="CuadroTexto 125">
                    <a:extLst>
                      <a:ext uri="{FF2B5EF4-FFF2-40B4-BE49-F238E27FC236}">
                        <a16:creationId xmlns:a16="http://schemas.microsoft.com/office/drawing/2014/main" id="{C20DFDB3-5866-4A63-A43F-1583758629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20998" y="5453724"/>
                    <a:ext cx="2543920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2158" t="-1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8" name="Forma libre: forma 127">
              <a:extLst>
                <a:ext uri="{FF2B5EF4-FFF2-40B4-BE49-F238E27FC236}">
                  <a16:creationId xmlns:a16="http://schemas.microsoft.com/office/drawing/2014/main" id="{1B8F85B0-D6EC-4FB5-8AE3-AFC74A392B32}"/>
                </a:ext>
              </a:extLst>
            </p:cNvPr>
            <p:cNvSpPr/>
            <p:nvPr/>
          </p:nvSpPr>
          <p:spPr>
            <a:xfrm>
              <a:off x="6293121" y="4525108"/>
              <a:ext cx="1053341" cy="1002504"/>
            </a:xfrm>
            <a:custGeom>
              <a:avLst/>
              <a:gdLst>
                <a:gd name="connsiteX0" fmla="*/ 13894 w 1053341"/>
                <a:gd name="connsiteY0" fmla="*/ 0 h 1002504"/>
                <a:gd name="connsiteX1" fmla="*/ 6079 w 1053341"/>
                <a:gd name="connsiteY1" fmla="*/ 765907 h 1002504"/>
                <a:gd name="connsiteX2" fmla="*/ 92048 w 1053341"/>
                <a:gd name="connsiteY2" fmla="*/ 85969 h 1002504"/>
                <a:gd name="connsiteX3" fmla="*/ 224910 w 1053341"/>
                <a:gd name="connsiteY3" fmla="*/ 961292 h 1002504"/>
                <a:gd name="connsiteX4" fmla="*/ 310879 w 1053341"/>
                <a:gd name="connsiteY4" fmla="*/ 93784 h 1002504"/>
                <a:gd name="connsiteX5" fmla="*/ 443741 w 1053341"/>
                <a:gd name="connsiteY5" fmla="*/ 1000369 h 1002504"/>
                <a:gd name="connsiteX6" fmla="*/ 537525 w 1053341"/>
                <a:gd name="connsiteY6" fmla="*/ 359507 h 1002504"/>
                <a:gd name="connsiteX7" fmla="*/ 607864 w 1053341"/>
                <a:gd name="connsiteY7" fmla="*/ 844061 h 1002504"/>
                <a:gd name="connsiteX8" fmla="*/ 686017 w 1053341"/>
                <a:gd name="connsiteY8" fmla="*/ 531446 h 1002504"/>
                <a:gd name="connsiteX9" fmla="*/ 740725 w 1053341"/>
                <a:gd name="connsiteY9" fmla="*/ 719015 h 1002504"/>
                <a:gd name="connsiteX10" fmla="*/ 818879 w 1053341"/>
                <a:gd name="connsiteY10" fmla="*/ 625230 h 1002504"/>
                <a:gd name="connsiteX11" fmla="*/ 881402 w 1053341"/>
                <a:gd name="connsiteY11" fmla="*/ 695569 h 1002504"/>
                <a:gd name="connsiteX12" fmla="*/ 975187 w 1053341"/>
                <a:gd name="connsiteY12" fmla="*/ 664307 h 1002504"/>
                <a:gd name="connsiteX13" fmla="*/ 1053341 w 1053341"/>
                <a:gd name="connsiteY13" fmla="*/ 719015 h 1002504"/>
                <a:gd name="connsiteX0" fmla="*/ 13894 w 1053341"/>
                <a:gd name="connsiteY0" fmla="*/ 0 h 1002504"/>
                <a:gd name="connsiteX1" fmla="*/ 6079 w 1053341"/>
                <a:gd name="connsiteY1" fmla="*/ 765907 h 1002504"/>
                <a:gd name="connsiteX2" fmla="*/ 92048 w 1053341"/>
                <a:gd name="connsiteY2" fmla="*/ 85969 h 1002504"/>
                <a:gd name="connsiteX3" fmla="*/ 224910 w 1053341"/>
                <a:gd name="connsiteY3" fmla="*/ 961292 h 1002504"/>
                <a:gd name="connsiteX4" fmla="*/ 310879 w 1053341"/>
                <a:gd name="connsiteY4" fmla="*/ 93784 h 1002504"/>
                <a:gd name="connsiteX5" fmla="*/ 443741 w 1053341"/>
                <a:gd name="connsiteY5" fmla="*/ 1000369 h 1002504"/>
                <a:gd name="connsiteX6" fmla="*/ 537525 w 1053341"/>
                <a:gd name="connsiteY6" fmla="*/ 359507 h 1002504"/>
                <a:gd name="connsiteX7" fmla="*/ 607864 w 1053341"/>
                <a:gd name="connsiteY7" fmla="*/ 844061 h 1002504"/>
                <a:gd name="connsiteX8" fmla="*/ 686017 w 1053341"/>
                <a:gd name="connsiteY8" fmla="*/ 531446 h 1002504"/>
                <a:gd name="connsiteX9" fmla="*/ 740725 w 1053341"/>
                <a:gd name="connsiteY9" fmla="*/ 719015 h 1002504"/>
                <a:gd name="connsiteX10" fmla="*/ 818879 w 1053341"/>
                <a:gd name="connsiteY10" fmla="*/ 625230 h 1002504"/>
                <a:gd name="connsiteX11" fmla="*/ 897033 w 1053341"/>
                <a:gd name="connsiteY11" fmla="*/ 765908 h 1002504"/>
                <a:gd name="connsiteX12" fmla="*/ 975187 w 1053341"/>
                <a:gd name="connsiteY12" fmla="*/ 664307 h 1002504"/>
                <a:gd name="connsiteX13" fmla="*/ 1053341 w 1053341"/>
                <a:gd name="connsiteY13" fmla="*/ 719015 h 1002504"/>
                <a:gd name="connsiteX0" fmla="*/ 13894 w 1053341"/>
                <a:gd name="connsiteY0" fmla="*/ 0 h 1002504"/>
                <a:gd name="connsiteX1" fmla="*/ 6079 w 1053341"/>
                <a:gd name="connsiteY1" fmla="*/ 765907 h 1002504"/>
                <a:gd name="connsiteX2" fmla="*/ 92048 w 1053341"/>
                <a:gd name="connsiteY2" fmla="*/ 85969 h 1002504"/>
                <a:gd name="connsiteX3" fmla="*/ 224910 w 1053341"/>
                <a:gd name="connsiteY3" fmla="*/ 961292 h 1002504"/>
                <a:gd name="connsiteX4" fmla="*/ 310879 w 1053341"/>
                <a:gd name="connsiteY4" fmla="*/ 93784 h 1002504"/>
                <a:gd name="connsiteX5" fmla="*/ 443741 w 1053341"/>
                <a:gd name="connsiteY5" fmla="*/ 1000369 h 1002504"/>
                <a:gd name="connsiteX6" fmla="*/ 537525 w 1053341"/>
                <a:gd name="connsiteY6" fmla="*/ 359507 h 1002504"/>
                <a:gd name="connsiteX7" fmla="*/ 607864 w 1053341"/>
                <a:gd name="connsiteY7" fmla="*/ 844061 h 1002504"/>
                <a:gd name="connsiteX8" fmla="*/ 686017 w 1053341"/>
                <a:gd name="connsiteY8" fmla="*/ 531446 h 1002504"/>
                <a:gd name="connsiteX9" fmla="*/ 740725 w 1053341"/>
                <a:gd name="connsiteY9" fmla="*/ 719015 h 1002504"/>
                <a:gd name="connsiteX10" fmla="*/ 818879 w 1053341"/>
                <a:gd name="connsiteY10" fmla="*/ 625230 h 1002504"/>
                <a:gd name="connsiteX11" fmla="*/ 897033 w 1053341"/>
                <a:gd name="connsiteY11" fmla="*/ 765908 h 1002504"/>
                <a:gd name="connsiteX12" fmla="*/ 936110 w 1053341"/>
                <a:gd name="connsiteY12" fmla="*/ 625230 h 1002504"/>
                <a:gd name="connsiteX13" fmla="*/ 1053341 w 1053341"/>
                <a:gd name="connsiteY13" fmla="*/ 719015 h 1002504"/>
                <a:gd name="connsiteX0" fmla="*/ 13894 w 1139310"/>
                <a:gd name="connsiteY0" fmla="*/ 0 h 1002504"/>
                <a:gd name="connsiteX1" fmla="*/ 6079 w 1139310"/>
                <a:gd name="connsiteY1" fmla="*/ 765907 h 1002504"/>
                <a:gd name="connsiteX2" fmla="*/ 92048 w 1139310"/>
                <a:gd name="connsiteY2" fmla="*/ 85969 h 1002504"/>
                <a:gd name="connsiteX3" fmla="*/ 224910 w 1139310"/>
                <a:gd name="connsiteY3" fmla="*/ 961292 h 1002504"/>
                <a:gd name="connsiteX4" fmla="*/ 310879 w 1139310"/>
                <a:gd name="connsiteY4" fmla="*/ 93784 h 1002504"/>
                <a:gd name="connsiteX5" fmla="*/ 443741 w 1139310"/>
                <a:gd name="connsiteY5" fmla="*/ 1000369 h 1002504"/>
                <a:gd name="connsiteX6" fmla="*/ 537525 w 1139310"/>
                <a:gd name="connsiteY6" fmla="*/ 359507 h 1002504"/>
                <a:gd name="connsiteX7" fmla="*/ 607864 w 1139310"/>
                <a:gd name="connsiteY7" fmla="*/ 844061 h 1002504"/>
                <a:gd name="connsiteX8" fmla="*/ 686017 w 1139310"/>
                <a:gd name="connsiteY8" fmla="*/ 531446 h 1002504"/>
                <a:gd name="connsiteX9" fmla="*/ 740725 w 1139310"/>
                <a:gd name="connsiteY9" fmla="*/ 719015 h 1002504"/>
                <a:gd name="connsiteX10" fmla="*/ 818879 w 1139310"/>
                <a:gd name="connsiteY10" fmla="*/ 625230 h 1002504"/>
                <a:gd name="connsiteX11" fmla="*/ 897033 w 1139310"/>
                <a:gd name="connsiteY11" fmla="*/ 765908 h 1002504"/>
                <a:gd name="connsiteX12" fmla="*/ 936110 w 1139310"/>
                <a:gd name="connsiteY12" fmla="*/ 625230 h 1002504"/>
                <a:gd name="connsiteX13" fmla="*/ 1139310 w 1139310"/>
                <a:gd name="connsiteY13" fmla="*/ 711199 h 1002504"/>
                <a:gd name="connsiteX0" fmla="*/ 13894 w 1053341"/>
                <a:gd name="connsiteY0" fmla="*/ 0 h 1002504"/>
                <a:gd name="connsiteX1" fmla="*/ 6079 w 1053341"/>
                <a:gd name="connsiteY1" fmla="*/ 765907 h 1002504"/>
                <a:gd name="connsiteX2" fmla="*/ 92048 w 1053341"/>
                <a:gd name="connsiteY2" fmla="*/ 85969 h 1002504"/>
                <a:gd name="connsiteX3" fmla="*/ 224910 w 1053341"/>
                <a:gd name="connsiteY3" fmla="*/ 961292 h 1002504"/>
                <a:gd name="connsiteX4" fmla="*/ 310879 w 1053341"/>
                <a:gd name="connsiteY4" fmla="*/ 93784 h 1002504"/>
                <a:gd name="connsiteX5" fmla="*/ 443741 w 1053341"/>
                <a:gd name="connsiteY5" fmla="*/ 1000369 h 1002504"/>
                <a:gd name="connsiteX6" fmla="*/ 537525 w 1053341"/>
                <a:gd name="connsiteY6" fmla="*/ 359507 h 1002504"/>
                <a:gd name="connsiteX7" fmla="*/ 607864 w 1053341"/>
                <a:gd name="connsiteY7" fmla="*/ 844061 h 1002504"/>
                <a:gd name="connsiteX8" fmla="*/ 686017 w 1053341"/>
                <a:gd name="connsiteY8" fmla="*/ 531446 h 1002504"/>
                <a:gd name="connsiteX9" fmla="*/ 740725 w 1053341"/>
                <a:gd name="connsiteY9" fmla="*/ 719015 h 1002504"/>
                <a:gd name="connsiteX10" fmla="*/ 818879 w 1053341"/>
                <a:gd name="connsiteY10" fmla="*/ 625230 h 1002504"/>
                <a:gd name="connsiteX11" fmla="*/ 897033 w 1053341"/>
                <a:gd name="connsiteY11" fmla="*/ 765908 h 1002504"/>
                <a:gd name="connsiteX12" fmla="*/ 936110 w 1053341"/>
                <a:gd name="connsiteY12" fmla="*/ 625230 h 1002504"/>
                <a:gd name="connsiteX13" fmla="*/ 1053341 w 1053341"/>
                <a:gd name="connsiteY13" fmla="*/ 711199 h 1002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53341" h="1002504">
                  <a:moveTo>
                    <a:pt x="13894" y="0"/>
                  </a:moveTo>
                  <a:cubicBezTo>
                    <a:pt x="3473" y="375789"/>
                    <a:pt x="-6947" y="751579"/>
                    <a:pt x="6079" y="765907"/>
                  </a:cubicBezTo>
                  <a:cubicBezTo>
                    <a:pt x="19105" y="780235"/>
                    <a:pt x="55576" y="53405"/>
                    <a:pt x="92048" y="85969"/>
                  </a:cubicBezTo>
                  <a:cubicBezTo>
                    <a:pt x="128520" y="118533"/>
                    <a:pt x="188438" y="959990"/>
                    <a:pt x="224910" y="961292"/>
                  </a:cubicBezTo>
                  <a:cubicBezTo>
                    <a:pt x="261382" y="962594"/>
                    <a:pt x="274407" y="87271"/>
                    <a:pt x="310879" y="93784"/>
                  </a:cubicBezTo>
                  <a:cubicBezTo>
                    <a:pt x="347351" y="100297"/>
                    <a:pt x="405967" y="956082"/>
                    <a:pt x="443741" y="1000369"/>
                  </a:cubicBezTo>
                  <a:cubicBezTo>
                    <a:pt x="481515" y="1044656"/>
                    <a:pt x="510171" y="385558"/>
                    <a:pt x="537525" y="359507"/>
                  </a:cubicBezTo>
                  <a:cubicBezTo>
                    <a:pt x="564879" y="333456"/>
                    <a:pt x="583115" y="815405"/>
                    <a:pt x="607864" y="844061"/>
                  </a:cubicBezTo>
                  <a:cubicBezTo>
                    <a:pt x="632613" y="872717"/>
                    <a:pt x="663874" y="552287"/>
                    <a:pt x="686017" y="531446"/>
                  </a:cubicBezTo>
                  <a:cubicBezTo>
                    <a:pt x="708160" y="510605"/>
                    <a:pt x="718581" y="703384"/>
                    <a:pt x="740725" y="719015"/>
                  </a:cubicBezTo>
                  <a:cubicBezTo>
                    <a:pt x="762869" y="734646"/>
                    <a:pt x="792828" y="617415"/>
                    <a:pt x="818879" y="625230"/>
                  </a:cubicBezTo>
                  <a:cubicBezTo>
                    <a:pt x="844930" y="633045"/>
                    <a:pt x="877495" y="765908"/>
                    <a:pt x="897033" y="765908"/>
                  </a:cubicBezTo>
                  <a:cubicBezTo>
                    <a:pt x="916571" y="765908"/>
                    <a:pt x="907453" y="621322"/>
                    <a:pt x="936110" y="625230"/>
                  </a:cubicBezTo>
                  <a:cubicBezTo>
                    <a:pt x="964767" y="629138"/>
                    <a:pt x="1028592" y="780235"/>
                    <a:pt x="1053341" y="711199"/>
                  </a:cubicBezTo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3051736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>
            <a:extLst>
              <a:ext uri="{FF2B5EF4-FFF2-40B4-BE49-F238E27FC236}">
                <a16:creationId xmlns:a16="http://schemas.microsoft.com/office/drawing/2014/main" id="{DB90DBC4-51F8-4B24-BFA0-05DF9F8CD77E}"/>
              </a:ext>
            </a:extLst>
          </p:cNvPr>
          <p:cNvGrpSpPr/>
          <p:nvPr/>
        </p:nvGrpSpPr>
        <p:grpSpPr>
          <a:xfrm>
            <a:off x="300027" y="147414"/>
            <a:ext cx="5160791" cy="1478793"/>
            <a:chOff x="1204467" y="1952768"/>
            <a:chExt cx="5160791" cy="1478793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46808ABC-5D71-483C-AB3F-6DA3E4102D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60926" y="1965548"/>
              <a:ext cx="0" cy="1096681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45453829-BD27-4586-AC07-A17F1696CA3B}"/>
                </a:ext>
              </a:extLst>
            </p:cNvPr>
            <p:cNvCxnSpPr>
              <a:cxnSpLocks/>
            </p:cNvCxnSpPr>
            <p:nvPr/>
          </p:nvCxnSpPr>
          <p:spPr>
            <a:xfrm>
              <a:off x="4015067" y="3062229"/>
              <a:ext cx="179077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077948C0-4BC3-432E-BE8D-99D0378A6EA0}"/>
                    </a:ext>
                  </a:extLst>
                </p:cNvPr>
                <p:cNvSpPr txBox="1"/>
                <p:nvPr/>
              </p:nvSpPr>
              <p:spPr>
                <a:xfrm>
                  <a:off x="5664925" y="2796882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077948C0-4BC3-432E-BE8D-99D0378A6E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4925" y="2796882"/>
                  <a:ext cx="480043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167956A3-50E1-4CB1-80BC-C7477DE29865}"/>
                    </a:ext>
                  </a:extLst>
                </p:cNvPr>
                <p:cNvSpPr txBox="1"/>
                <p:nvPr/>
              </p:nvSpPr>
              <p:spPr>
                <a:xfrm>
                  <a:off x="4079631" y="3062229"/>
                  <a:ext cx="3595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167956A3-50E1-4CB1-80BC-C7477DE29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9631" y="3062229"/>
                  <a:ext cx="35950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3C5FBE74-FB49-402A-B3C7-D82011CA25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50326" y="1952768"/>
              <a:ext cx="0" cy="1096681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CBEAE848-4C6E-4D72-A84C-28718E8DD550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67" y="3049449"/>
              <a:ext cx="179077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1F2BC93B-07C5-45F4-BEC9-C28E4C826E8D}"/>
                    </a:ext>
                  </a:extLst>
                </p:cNvPr>
                <p:cNvSpPr txBox="1"/>
                <p:nvPr/>
              </p:nvSpPr>
              <p:spPr>
                <a:xfrm>
                  <a:off x="2854325" y="2784102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1F2BC93B-07C5-45F4-BEC9-C28E4C826E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4325" y="2784102"/>
                  <a:ext cx="48004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ACC2933E-ECCE-497D-98BD-60D4234013B8}"/>
                    </a:ext>
                  </a:extLst>
                </p:cNvPr>
                <p:cNvSpPr txBox="1"/>
                <p:nvPr/>
              </p:nvSpPr>
              <p:spPr>
                <a:xfrm>
                  <a:off x="1288409" y="3049449"/>
                  <a:ext cx="3595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ACC2933E-ECCE-497D-98BD-60D423401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8409" y="3049449"/>
                  <a:ext cx="35950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F177F1EE-FEB8-4B61-AD7E-87C0CCA6D9D5}"/>
                    </a:ext>
                  </a:extLst>
                </p:cNvPr>
                <p:cNvSpPr txBox="1"/>
                <p:nvPr/>
              </p:nvSpPr>
              <p:spPr>
                <a:xfrm>
                  <a:off x="2442566" y="1966403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F177F1EE-FEB8-4B61-AD7E-87C0CCA6D9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2566" y="1966403"/>
                  <a:ext cx="81139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66160F25-C8F7-407D-B24E-993CD8F47DDE}"/>
                    </a:ext>
                  </a:extLst>
                </p:cNvPr>
                <p:cNvSpPr txBox="1"/>
                <p:nvPr/>
              </p:nvSpPr>
              <p:spPr>
                <a:xfrm>
                  <a:off x="4743614" y="2231972"/>
                  <a:ext cx="16216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l-GR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i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66160F25-C8F7-407D-B24E-993CD8F47D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3614" y="2231972"/>
                  <a:ext cx="1621644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FF6D0525-0836-4C8B-BC04-22808C4ADF6D}"/>
                </a:ext>
              </a:extLst>
            </p:cNvPr>
            <p:cNvSpPr/>
            <p:nvPr/>
          </p:nvSpPr>
          <p:spPr>
            <a:xfrm>
              <a:off x="1464417" y="2109166"/>
              <a:ext cx="1389908" cy="479916"/>
            </a:xfrm>
            <a:custGeom>
              <a:avLst/>
              <a:gdLst>
                <a:gd name="connsiteX0" fmla="*/ 0 w 1447800"/>
                <a:gd name="connsiteY0" fmla="*/ 406452 h 558852"/>
                <a:gd name="connsiteX1" fmla="*/ 211666 w 1447800"/>
                <a:gd name="connsiteY1" fmla="*/ 160918 h 558852"/>
                <a:gd name="connsiteX2" fmla="*/ 524933 w 1447800"/>
                <a:gd name="connsiteY2" fmla="*/ 321785 h 558852"/>
                <a:gd name="connsiteX3" fmla="*/ 711200 w 1447800"/>
                <a:gd name="connsiteY3" fmla="*/ 52 h 558852"/>
                <a:gd name="connsiteX4" fmla="*/ 973666 w 1447800"/>
                <a:gd name="connsiteY4" fmla="*/ 296385 h 558852"/>
                <a:gd name="connsiteX5" fmla="*/ 1320800 w 1447800"/>
                <a:gd name="connsiteY5" fmla="*/ 296385 h 558852"/>
                <a:gd name="connsiteX6" fmla="*/ 1447800 w 1447800"/>
                <a:gd name="connsiteY6" fmla="*/ 558852 h 55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7800" h="558852">
                  <a:moveTo>
                    <a:pt x="0" y="406452"/>
                  </a:moveTo>
                  <a:cubicBezTo>
                    <a:pt x="62088" y="290740"/>
                    <a:pt x="124177" y="175029"/>
                    <a:pt x="211666" y="160918"/>
                  </a:cubicBezTo>
                  <a:cubicBezTo>
                    <a:pt x="299155" y="146807"/>
                    <a:pt x="441677" y="348596"/>
                    <a:pt x="524933" y="321785"/>
                  </a:cubicBezTo>
                  <a:cubicBezTo>
                    <a:pt x="608189" y="294974"/>
                    <a:pt x="636411" y="4285"/>
                    <a:pt x="711200" y="52"/>
                  </a:cubicBezTo>
                  <a:cubicBezTo>
                    <a:pt x="785989" y="-4181"/>
                    <a:pt x="872066" y="246996"/>
                    <a:pt x="973666" y="296385"/>
                  </a:cubicBezTo>
                  <a:cubicBezTo>
                    <a:pt x="1075266" y="345774"/>
                    <a:pt x="1241778" y="252641"/>
                    <a:pt x="1320800" y="296385"/>
                  </a:cubicBezTo>
                  <a:cubicBezTo>
                    <a:pt x="1399822" y="340129"/>
                    <a:pt x="1336322" y="550385"/>
                    <a:pt x="1447800" y="558852"/>
                  </a:cubicBezTo>
                </a:path>
              </a:pathLst>
            </a:cu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rgbClr val="FF0000"/>
                </a:solidFill>
              </a:endParaRPr>
            </a:p>
          </p:txBody>
        </p: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70BD9DEF-8090-46D4-B065-31942F619480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1968360" y="2385500"/>
              <a:ext cx="0" cy="645591"/>
            </a:xfrm>
            <a:prstGeom prst="line">
              <a:avLst/>
            </a:prstGeom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1CA315B1-036C-47AD-A012-54B7193611C0}"/>
                    </a:ext>
                  </a:extLst>
                </p:cNvPr>
                <p:cNvSpPr txBox="1"/>
                <p:nvPr/>
              </p:nvSpPr>
              <p:spPr>
                <a:xfrm>
                  <a:off x="4064705" y="3006225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s-CL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1CA315B1-036C-47AD-A012-54B7193611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4705" y="3006225"/>
                  <a:ext cx="81139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4DE64A48-4080-41C6-A6EE-C3A87E671334}"/>
                </a:ext>
              </a:extLst>
            </p:cNvPr>
            <p:cNvSpPr/>
            <p:nvPr/>
          </p:nvSpPr>
          <p:spPr>
            <a:xfrm>
              <a:off x="4417429" y="2328861"/>
              <a:ext cx="1053341" cy="1002504"/>
            </a:xfrm>
            <a:custGeom>
              <a:avLst/>
              <a:gdLst>
                <a:gd name="connsiteX0" fmla="*/ 13894 w 1053341"/>
                <a:gd name="connsiteY0" fmla="*/ 0 h 1002504"/>
                <a:gd name="connsiteX1" fmla="*/ 6079 w 1053341"/>
                <a:gd name="connsiteY1" fmla="*/ 765907 h 1002504"/>
                <a:gd name="connsiteX2" fmla="*/ 92048 w 1053341"/>
                <a:gd name="connsiteY2" fmla="*/ 85969 h 1002504"/>
                <a:gd name="connsiteX3" fmla="*/ 224910 w 1053341"/>
                <a:gd name="connsiteY3" fmla="*/ 961292 h 1002504"/>
                <a:gd name="connsiteX4" fmla="*/ 310879 w 1053341"/>
                <a:gd name="connsiteY4" fmla="*/ 93784 h 1002504"/>
                <a:gd name="connsiteX5" fmla="*/ 443741 w 1053341"/>
                <a:gd name="connsiteY5" fmla="*/ 1000369 h 1002504"/>
                <a:gd name="connsiteX6" fmla="*/ 537525 w 1053341"/>
                <a:gd name="connsiteY6" fmla="*/ 359507 h 1002504"/>
                <a:gd name="connsiteX7" fmla="*/ 607864 w 1053341"/>
                <a:gd name="connsiteY7" fmla="*/ 844061 h 1002504"/>
                <a:gd name="connsiteX8" fmla="*/ 686017 w 1053341"/>
                <a:gd name="connsiteY8" fmla="*/ 531446 h 1002504"/>
                <a:gd name="connsiteX9" fmla="*/ 740725 w 1053341"/>
                <a:gd name="connsiteY9" fmla="*/ 719015 h 1002504"/>
                <a:gd name="connsiteX10" fmla="*/ 818879 w 1053341"/>
                <a:gd name="connsiteY10" fmla="*/ 625230 h 1002504"/>
                <a:gd name="connsiteX11" fmla="*/ 881402 w 1053341"/>
                <a:gd name="connsiteY11" fmla="*/ 695569 h 1002504"/>
                <a:gd name="connsiteX12" fmla="*/ 975187 w 1053341"/>
                <a:gd name="connsiteY12" fmla="*/ 664307 h 1002504"/>
                <a:gd name="connsiteX13" fmla="*/ 1053341 w 1053341"/>
                <a:gd name="connsiteY13" fmla="*/ 719015 h 1002504"/>
                <a:gd name="connsiteX0" fmla="*/ 13894 w 1053341"/>
                <a:gd name="connsiteY0" fmla="*/ 0 h 1002504"/>
                <a:gd name="connsiteX1" fmla="*/ 6079 w 1053341"/>
                <a:gd name="connsiteY1" fmla="*/ 765907 h 1002504"/>
                <a:gd name="connsiteX2" fmla="*/ 92048 w 1053341"/>
                <a:gd name="connsiteY2" fmla="*/ 85969 h 1002504"/>
                <a:gd name="connsiteX3" fmla="*/ 224910 w 1053341"/>
                <a:gd name="connsiteY3" fmla="*/ 961292 h 1002504"/>
                <a:gd name="connsiteX4" fmla="*/ 310879 w 1053341"/>
                <a:gd name="connsiteY4" fmla="*/ 93784 h 1002504"/>
                <a:gd name="connsiteX5" fmla="*/ 443741 w 1053341"/>
                <a:gd name="connsiteY5" fmla="*/ 1000369 h 1002504"/>
                <a:gd name="connsiteX6" fmla="*/ 537525 w 1053341"/>
                <a:gd name="connsiteY6" fmla="*/ 359507 h 1002504"/>
                <a:gd name="connsiteX7" fmla="*/ 607864 w 1053341"/>
                <a:gd name="connsiteY7" fmla="*/ 844061 h 1002504"/>
                <a:gd name="connsiteX8" fmla="*/ 686017 w 1053341"/>
                <a:gd name="connsiteY8" fmla="*/ 531446 h 1002504"/>
                <a:gd name="connsiteX9" fmla="*/ 740725 w 1053341"/>
                <a:gd name="connsiteY9" fmla="*/ 719015 h 1002504"/>
                <a:gd name="connsiteX10" fmla="*/ 818879 w 1053341"/>
                <a:gd name="connsiteY10" fmla="*/ 625230 h 1002504"/>
                <a:gd name="connsiteX11" fmla="*/ 897033 w 1053341"/>
                <a:gd name="connsiteY11" fmla="*/ 765908 h 1002504"/>
                <a:gd name="connsiteX12" fmla="*/ 975187 w 1053341"/>
                <a:gd name="connsiteY12" fmla="*/ 664307 h 1002504"/>
                <a:gd name="connsiteX13" fmla="*/ 1053341 w 1053341"/>
                <a:gd name="connsiteY13" fmla="*/ 719015 h 1002504"/>
                <a:gd name="connsiteX0" fmla="*/ 13894 w 1053341"/>
                <a:gd name="connsiteY0" fmla="*/ 0 h 1002504"/>
                <a:gd name="connsiteX1" fmla="*/ 6079 w 1053341"/>
                <a:gd name="connsiteY1" fmla="*/ 765907 h 1002504"/>
                <a:gd name="connsiteX2" fmla="*/ 92048 w 1053341"/>
                <a:gd name="connsiteY2" fmla="*/ 85969 h 1002504"/>
                <a:gd name="connsiteX3" fmla="*/ 224910 w 1053341"/>
                <a:gd name="connsiteY3" fmla="*/ 961292 h 1002504"/>
                <a:gd name="connsiteX4" fmla="*/ 310879 w 1053341"/>
                <a:gd name="connsiteY4" fmla="*/ 93784 h 1002504"/>
                <a:gd name="connsiteX5" fmla="*/ 443741 w 1053341"/>
                <a:gd name="connsiteY5" fmla="*/ 1000369 h 1002504"/>
                <a:gd name="connsiteX6" fmla="*/ 537525 w 1053341"/>
                <a:gd name="connsiteY6" fmla="*/ 359507 h 1002504"/>
                <a:gd name="connsiteX7" fmla="*/ 607864 w 1053341"/>
                <a:gd name="connsiteY7" fmla="*/ 844061 h 1002504"/>
                <a:gd name="connsiteX8" fmla="*/ 686017 w 1053341"/>
                <a:gd name="connsiteY8" fmla="*/ 531446 h 1002504"/>
                <a:gd name="connsiteX9" fmla="*/ 740725 w 1053341"/>
                <a:gd name="connsiteY9" fmla="*/ 719015 h 1002504"/>
                <a:gd name="connsiteX10" fmla="*/ 818879 w 1053341"/>
                <a:gd name="connsiteY10" fmla="*/ 625230 h 1002504"/>
                <a:gd name="connsiteX11" fmla="*/ 897033 w 1053341"/>
                <a:gd name="connsiteY11" fmla="*/ 765908 h 1002504"/>
                <a:gd name="connsiteX12" fmla="*/ 936110 w 1053341"/>
                <a:gd name="connsiteY12" fmla="*/ 625230 h 1002504"/>
                <a:gd name="connsiteX13" fmla="*/ 1053341 w 1053341"/>
                <a:gd name="connsiteY13" fmla="*/ 719015 h 1002504"/>
                <a:gd name="connsiteX0" fmla="*/ 13894 w 1139310"/>
                <a:gd name="connsiteY0" fmla="*/ 0 h 1002504"/>
                <a:gd name="connsiteX1" fmla="*/ 6079 w 1139310"/>
                <a:gd name="connsiteY1" fmla="*/ 765907 h 1002504"/>
                <a:gd name="connsiteX2" fmla="*/ 92048 w 1139310"/>
                <a:gd name="connsiteY2" fmla="*/ 85969 h 1002504"/>
                <a:gd name="connsiteX3" fmla="*/ 224910 w 1139310"/>
                <a:gd name="connsiteY3" fmla="*/ 961292 h 1002504"/>
                <a:gd name="connsiteX4" fmla="*/ 310879 w 1139310"/>
                <a:gd name="connsiteY4" fmla="*/ 93784 h 1002504"/>
                <a:gd name="connsiteX5" fmla="*/ 443741 w 1139310"/>
                <a:gd name="connsiteY5" fmla="*/ 1000369 h 1002504"/>
                <a:gd name="connsiteX6" fmla="*/ 537525 w 1139310"/>
                <a:gd name="connsiteY6" fmla="*/ 359507 h 1002504"/>
                <a:gd name="connsiteX7" fmla="*/ 607864 w 1139310"/>
                <a:gd name="connsiteY7" fmla="*/ 844061 h 1002504"/>
                <a:gd name="connsiteX8" fmla="*/ 686017 w 1139310"/>
                <a:gd name="connsiteY8" fmla="*/ 531446 h 1002504"/>
                <a:gd name="connsiteX9" fmla="*/ 740725 w 1139310"/>
                <a:gd name="connsiteY9" fmla="*/ 719015 h 1002504"/>
                <a:gd name="connsiteX10" fmla="*/ 818879 w 1139310"/>
                <a:gd name="connsiteY10" fmla="*/ 625230 h 1002504"/>
                <a:gd name="connsiteX11" fmla="*/ 897033 w 1139310"/>
                <a:gd name="connsiteY11" fmla="*/ 765908 h 1002504"/>
                <a:gd name="connsiteX12" fmla="*/ 936110 w 1139310"/>
                <a:gd name="connsiteY12" fmla="*/ 625230 h 1002504"/>
                <a:gd name="connsiteX13" fmla="*/ 1139310 w 1139310"/>
                <a:gd name="connsiteY13" fmla="*/ 711199 h 1002504"/>
                <a:gd name="connsiteX0" fmla="*/ 13894 w 1053341"/>
                <a:gd name="connsiteY0" fmla="*/ 0 h 1002504"/>
                <a:gd name="connsiteX1" fmla="*/ 6079 w 1053341"/>
                <a:gd name="connsiteY1" fmla="*/ 765907 h 1002504"/>
                <a:gd name="connsiteX2" fmla="*/ 92048 w 1053341"/>
                <a:gd name="connsiteY2" fmla="*/ 85969 h 1002504"/>
                <a:gd name="connsiteX3" fmla="*/ 224910 w 1053341"/>
                <a:gd name="connsiteY3" fmla="*/ 961292 h 1002504"/>
                <a:gd name="connsiteX4" fmla="*/ 310879 w 1053341"/>
                <a:gd name="connsiteY4" fmla="*/ 93784 h 1002504"/>
                <a:gd name="connsiteX5" fmla="*/ 443741 w 1053341"/>
                <a:gd name="connsiteY5" fmla="*/ 1000369 h 1002504"/>
                <a:gd name="connsiteX6" fmla="*/ 537525 w 1053341"/>
                <a:gd name="connsiteY6" fmla="*/ 359507 h 1002504"/>
                <a:gd name="connsiteX7" fmla="*/ 607864 w 1053341"/>
                <a:gd name="connsiteY7" fmla="*/ 844061 h 1002504"/>
                <a:gd name="connsiteX8" fmla="*/ 686017 w 1053341"/>
                <a:gd name="connsiteY8" fmla="*/ 531446 h 1002504"/>
                <a:gd name="connsiteX9" fmla="*/ 740725 w 1053341"/>
                <a:gd name="connsiteY9" fmla="*/ 719015 h 1002504"/>
                <a:gd name="connsiteX10" fmla="*/ 818879 w 1053341"/>
                <a:gd name="connsiteY10" fmla="*/ 625230 h 1002504"/>
                <a:gd name="connsiteX11" fmla="*/ 897033 w 1053341"/>
                <a:gd name="connsiteY11" fmla="*/ 765908 h 1002504"/>
                <a:gd name="connsiteX12" fmla="*/ 936110 w 1053341"/>
                <a:gd name="connsiteY12" fmla="*/ 625230 h 1002504"/>
                <a:gd name="connsiteX13" fmla="*/ 1053341 w 1053341"/>
                <a:gd name="connsiteY13" fmla="*/ 711199 h 1002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53341" h="1002504">
                  <a:moveTo>
                    <a:pt x="13894" y="0"/>
                  </a:moveTo>
                  <a:cubicBezTo>
                    <a:pt x="3473" y="375789"/>
                    <a:pt x="-6947" y="751579"/>
                    <a:pt x="6079" y="765907"/>
                  </a:cubicBezTo>
                  <a:cubicBezTo>
                    <a:pt x="19105" y="780235"/>
                    <a:pt x="55576" y="53405"/>
                    <a:pt x="92048" y="85969"/>
                  </a:cubicBezTo>
                  <a:cubicBezTo>
                    <a:pt x="128520" y="118533"/>
                    <a:pt x="188438" y="959990"/>
                    <a:pt x="224910" y="961292"/>
                  </a:cubicBezTo>
                  <a:cubicBezTo>
                    <a:pt x="261382" y="962594"/>
                    <a:pt x="274407" y="87271"/>
                    <a:pt x="310879" y="93784"/>
                  </a:cubicBezTo>
                  <a:cubicBezTo>
                    <a:pt x="347351" y="100297"/>
                    <a:pt x="405967" y="956082"/>
                    <a:pt x="443741" y="1000369"/>
                  </a:cubicBezTo>
                  <a:cubicBezTo>
                    <a:pt x="481515" y="1044656"/>
                    <a:pt x="510171" y="385558"/>
                    <a:pt x="537525" y="359507"/>
                  </a:cubicBezTo>
                  <a:cubicBezTo>
                    <a:pt x="564879" y="333456"/>
                    <a:pt x="583115" y="815405"/>
                    <a:pt x="607864" y="844061"/>
                  </a:cubicBezTo>
                  <a:cubicBezTo>
                    <a:pt x="632613" y="872717"/>
                    <a:pt x="663874" y="552287"/>
                    <a:pt x="686017" y="531446"/>
                  </a:cubicBezTo>
                  <a:cubicBezTo>
                    <a:pt x="708160" y="510605"/>
                    <a:pt x="718581" y="703384"/>
                    <a:pt x="740725" y="719015"/>
                  </a:cubicBezTo>
                  <a:cubicBezTo>
                    <a:pt x="762869" y="734646"/>
                    <a:pt x="792828" y="617415"/>
                    <a:pt x="818879" y="625230"/>
                  </a:cubicBezTo>
                  <a:cubicBezTo>
                    <a:pt x="844930" y="633045"/>
                    <a:pt x="877495" y="765908"/>
                    <a:pt x="897033" y="765908"/>
                  </a:cubicBezTo>
                  <a:cubicBezTo>
                    <a:pt x="916571" y="765908"/>
                    <a:pt x="907453" y="621322"/>
                    <a:pt x="936110" y="625230"/>
                  </a:cubicBezTo>
                  <a:cubicBezTo>
                    <a:pt x="964767" y="629138"/>
                    <a:pt x="1028592" y="780235"/>
                    <a:pt x="1053341" y="711199"/>
                  </a:cubicBezTo>
                </a:path>
              </a:pathLst>
            </a:cu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16621614-C061-4922-92BC-ADF92F7ADF52}"/>
                    </a:ext>
                  </a:extLst>
                </p:cNvPr>
                <p:cNvSpPr txBox="1"/>
                <p:nvPr/>
              </p:nvSpPr>
              <p:spPr>
                <a:xfrm>
                  <a:off x="1933435" y="2501108"/>
                  <a:ext cx="103561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16621614-C061-4922-92BC-ADF92F7ADF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3435" y="2501108"/>
                  <a:ext cx="1035618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3C2E3007-F755-4751-8018-0924BA795149}"/>
                    </a:ext>
                  </a:extLst>
                </p:cNvPr>
                <p:cNvSpPr txBox="1"/>
                <p:nvPr/>
              </p:nvSpPr>
              <p:spPr>
                <a:xfrm>
                  <a:off x="1602272" y="2962033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s-CL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3C2E3007-F755-4751-8018-0924BA7951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2272" y="2962033"/>
                  <a:ext cx="81139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Flecha: a la derecha 22">
              <a:extLst>
                <a:ext uri="{FF2B5EF4-FFF2-40B4-BE49-F238E27FC236}">
                  <a16:creationId xmlns:a16="http://schemas.microsoft.com/office/drawing/2014/main" id="{C8FCC686-3FE7-430C-9452-64942D682C25}"/>
                </a:ext>
              </a:extLst>
            </p:cNvPr>
            <p:cNvSpPr/>
            <p:nvPr/>
          </p:nvSpPr>
          <p:spPr>
            <a:xfrm>
              <a:off x="3253956" y="2335735"/>
              <a:ext cx="607339" cy="265569"/>
            </a:xfrm>
            <a:prstGeom prst="rightArrow">
              <a:avLst/>
            </a:prstGeom>
            <a:no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5B564F2-FB8A-4256-AF23-71BAE5FA6E05}"/>
              </a:ext>
            </a:extLst>
          </p:cNvPr>
          <p:cNvGrpSpPr/>
          <p:nvPr/>
        </p:nvGrpSpPr>
        <p:grpSpPr>
          <a:xfrm>
            <a:off x="1222389" y="2831930"/>
            <a:ext cx="5277441" cy="2769195"/>
            <a:chOff x="1222389" y="2831930"/>
            <a:chExt cx="5277441" cy="2769195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9FF82A48-78EF-455D-823F-3C4AD14DF9B7}"/>
                </a:ext>
              </a:extLst>
            </p:cNvPr>
            <p:cNvGrpSpPr/>
            <p:nvPr/>
          </p:nvGrpSpPr>
          <p:grpSpPr>
            <a:xfrm>
              <a:off x="2248972" y="2831930"/>
              <a:ext cx="4236099" cy="851293"/>
              <a:chOff x="3100171" y="1602658"/>
              <a:chExt cx="4236099" cy="85129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CuadroTexto 25">
                    <a:extLst>
                      <a:ext uri="{FF2B5EF4-FFF2-40B4-BE49-F238E27FC236}">
                        <a16:creationId xmlns:a16="http://schemas.microsoft.com/office/drawing/2014/main" id="{C3A99B7A-039C-433A-AEC9-EBD18D026503}"/>
                      </a:ext>
                    </a:extLst>
                  </p:cNvPr>
                  <p:cNvSpPr txBox="1"/>
                  <p:nvPr/>
                </p:nvSpPr>
                <p:spPr>
                  <a:xfrm>
                    <a:off x="3100171" y="1705138"/>
                    <a:ext cx="1548881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/>
                      <a:t>Excitación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26" name="CuadroTexto 25">
                    <a:extLst>
                      <a:ext uri="{FF2B5EF4-FFF2-40B4-BE49-F238E27FC236}">
                        <a16:creationId xmlns:a16="http://schemas.microsoft.com/office/drawing/2014/main" id="{C3A99B7A-039C-433A-AEC9-EBD18D0265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00171" y="1705138"/>
                    <a:ext cx="1548881" cy="64633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t="-4717" b="-7547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Rectángulo: esquinas redondeadas 26">
                    <a:extLst>
                      <a:ext uri="{FF2B5EF4-FFF2-40B4-BE49-F238E27FC236}">
                        <a16:creationId xmlns:a16="http://schemas.microsoft.com/office/drawing/2014/main" id="{550099C9-8140-4F1E-BE28-E812CF0865AA}"/>
                      </a:ext>
                    </a:extLst>
                  </p:cNvPr>
                  <p:cNvSpPr/>
                  <p:nvPr/>
                </p:nvSpPr>
                <p:spPr>
                  <a:xfrm>
                    <a:off x="4483510" y="1602658"/>
                    <a:ext cx="1469421" cy="851293"/>
                  </a:xfrm>
                  <a:prstGeom prst="roundRect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Sistema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27" name="Rectángulo: esquinas redondeadas 26">
                    <a:extLst>
                      <a:ext uri="{FF2B5EF4-FFF2-40B4-BE49-F238E27FC236}">
                        <a16:creationId xmlns:a16="http://schemas.microsoft.com/office/drawing/2014/main" id="{550099C9-8140-4F1E-BE28-E812CF0865A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83510" y="1602658"/>
                    <a:ext cx="1469421" cy="851293"/>
                  </a:xfrm>
                  <a:prstGeom prst="round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28575"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Conector recto de flecha 27">
                <a:extLst>
                  <a:ext uri="{FF2B5EF4-FFF2-40B4-BE49-F238E27FC236}">
                    <a16:creationId xmlns:a16="http://schemas.microsoft.com/office/drawing/2014/main" id="{7C1159CA-DCD8-462F-A89F-15884E43F108}"/>
                  </a:ext>
                </a:extLst>
              </p:cNvPr>
              <p:cNvCxnSpPr>
                <a:cxnSpLocks/>
                <a:endCxn id="27" idx="1"/>
              </p:cNvCxnSpPr>
              <p:nvPr/>
            </p:nvCxnSpPr>
            <p:spPr>
              <a:xfrm>
                <a:off x="3265714" y="2028305"/>
                <a:ext cx="1217796" cy="0"/>
              </a:xfrm>
              <a:prstGeom prst="straightConnector1">
                <a:avLst/>
              </a:prstGeom>
              <a:ln w="28575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CuadroTexto 28">
                    <a:extLst>
                      <a:ext uri="{FF2B5EF4-FFF2-40B4-BE49-F238E27FC236}">
                        <a16:creationId xmlns:a16="http://schemas.microsoft.com/office/drawing/2014/main" id="{28757B17-0072-4012-8E19-C509A610FCA0}"/>
                      </a:ext>
                    </a:extLst>
                  </p:cNvPr>
                  <p:cNvSpPr txBox="1"/>
                  <p:nvPr/>
                </p:nvSpPr>
                <p:spPr>
                  <a:xfrm>
                    <a:off x="5787389" y="1705138"/>
                    <a:ext cx="1548881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dirty="0"/>
                      <a:t>Respuesta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29" name="CuadroTexto 28">
                    <a:extLst>
                      <a:ext uri="{FF2B5EF4-FFF2-40B4-BE49-F238E27FC236}">
                        <a16:creationId xmlns:a16="http://schemas.microsoft.com/office/drawing/2014/main" id="{28757B17-0072-4012-8E19-C509A610FC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7389" y="1705138"/>
                    <a:ext cx="1548881" cy="64633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t="-4717" b="-7547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0" name="Conector recto de flecha 29">
                <a:extLst>
                  <a:ext uri="{FF2B5EF4-FFF2-40B4-BE49-F238E27FC236}">
                    <a16:creationId xmlns:a16="http://schemas.microsoft.com/office/drawing/2014/main" id="{DABDA846-4C8D-475A-95D7-BA00F95FC5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2932" y="2028305"/>
                <a:ext cx="1217796" cy="0"/>
              </a:xfrm>
              <a:prstGeom prst="straightConnector1">
                <a:avLst/>
              </a:prstGeom>
              <a:ln w="28575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A8F1132F-CEFE-4778-85C5-D7FF589BE2FE}"/>
                </a:ext>
              </a:extLst>
            </p:cNvPr>
            <p:cNvSpPr txBox="1"/>
            <p:nvPr/>
          </p:nvSpPr>
          <p:spPr>
            <a:xfrm>
              <a:off x="1222389" y="3865375"/>
              <a:ext cx="15488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accent1"/>
                  </a:solidFill>
                </a:rPr>
                <a:t>Dominio</a:t>
              </a:r>
              <a:r>
                <a:rPr lang="en-US" dirty="0">
                  <a:solidFill>
                    <a:schemeClr val="accent1"/>
                  </a:solidFill>
                </a:rPr>
                <a:t> </a:t>
              </a:r>
              <a:r>
                <a:rPr lang="en-US" dirty="0" err="1">
                  <a:solidFill>
                    <a:schemeClr val="accent1"/>
                  </a:solidFill>
                </a:rPr>
                <a:t>tiempo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2C6D77E6-50F4-4B0B-879E-376B185B95CB}"/>
                </a:ext>
              </a:extLst>
            </p:cNvPr>
            <p:cNvSpPr txBox="1"/>
            <p:nvPr/>
          </p:nvSpPr>
          <p:spPr>
            <a:xfrm>
              <a:off x="1222389" y="4919011"/>
              <a:ext cx="12912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accent2"/>
                  </a:solidFill>
                </a:rPr>
                <a:t>Dominio</a:t>
              </a:r>
              <a:r>
                <a:rPr lang="en-US" dirty="0">
                  <a:solidFill>
                    <a:schemeClr val="accent2"/>
                  </a:solidFill>
                </a:rPr>
                <a:t> </a:t>
              </a:r>
              <a:r>
                <a:rPr lang="en-US" dirty="0" err="1">
                  <a:solidFill>
                    <a:schemeClr val="accent2"/>
                  </a:solidFill>
                </a:rPr>
                <a:t>complejo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56A8EB17-628A-4EAC-87A1-4E2743BDE743}"/>
                    </a:ext>
                  </a:extLst>
                </p:cNvPr>
                <p:cNvSpPr txBox="1"/>
                <p:nvPr/>
              </p:nvSpPr>
              <p:spPr>
                <a:xfrm>
                  <a:off x="2214124" y="3906775"/>
                  <a:ext cx="11581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56A8EB17-628A-4EAC-87A1-4E2743BDE7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4124" y="3906775"/>
                  <a:ext cx="1158117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FFBCA0E1-FFA4-4A33-A05F-0C736B58900A}"/>
                </a:ext>
              </a:extLst>
            </p:cNvPr>
            <p:cNvCxnSpPr/>
            <p:nvPr/>
          </p:nvCxnSpPr>
          <p:spPr>
            <a:xfrm>
              <a:off x="3128524" y="4097261"/>
              <a:ext cx="634481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702785B3-C0C8-4B90-9DFD-313414D1E1BD}"/>
                    </a:ext>
                  </a:extLst>
                </p:cNvPr>
                <p:cNvSpPr txBox="1"/>
                <p:nvPr/>
              </p:nvSpPr>
              <p:spPr>
                <a:xfrm>
                  <a:off x="3555182" y="3904875"/>
                  <a:ext cx="15488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702785B3-C0C8-4B90-9DFD-313414D1E1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5182" y="3904875"/>
                  <a:ext cx="1548881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Conector recto de flecha 36">
              <a:extLst>
                <a:ext uri="{FF2B5EF4-FFF2-40B4-BE49-F238E27FC236}">
                  <a16:creationId xmlns:a16="http://schemas.microsoft.com/office/drawing/2014/main" id="{D123784A-1D31-4398-A08A-453D3C41C278}"/>
                </a:ext>
              </a:extLst>
            </p:cNvPr>
            <p:cNvCxnSpPr/>
            <p:nvPr/>
          </p:nvCxnSpPr>
          <p:spPr>
            <a:xfrm>
              <a:off x="4929970" y="4097261"/>
              <a:ext cx="634481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A98D9D15-31AF-46E0-A9E9-52C987B443C3}"/>
                    </a:ext>
                  </a:extLst>
                </p:cNvPr>
                <p:cNvSpPr txBox="1"/>
                <p:nvPr/>
              </p:nvSpPr>
              <p:spPr>
                <a:xfrm>
                  <a:off x="5321357" y="3923131"/>
                  <a:ext cx="11581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A98D9D15-31AF-46E0-A9E9-52C987B443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1357" y="3923131"/>
                  <a:ext cx="1158117" cy="369332"/>
                </a:xfrm>
                <a:prstGeom prst="rect">
                  <a:avLst/>
                </a:prstGeom>
                <a:blipFill>
                  <a:blip r:embed="rId1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Flecha: hacia abajo 38">
              <a:extLst>
                <a:ext uri="{FF2B5EF4-FFF2-40B4-BE49-F238E27FC236}">
                  <a16:creationId xmlns:a16="http://schemas.microsoft.com/office/drawing/2014/main" id="{05B032A9-4787-4717-864A-D00AA1991795}"/>
                </a:ext>
              </a:extLst>
            </p:cNvPr>
            <p:cNvSpPr/>
            <p:nvPr/>
          </p:nvSpPr>
          <p:spPr>
            <a:xfrm>
              <a:off x="2674307" y="4360985"/>
              <a:ext cx="237749" cy="646331"/>
            </a:xfrm>
            <a:prstGeom prst="downArrow">
              <a:avLst/>
            </a:prstGeom>
            <a:no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0B0C8015-5ECD-43EC-8B1B-1264552A5A8F}"/>
                    </a:ext>
                  </a:extLst>
                </p:cNvPr>
                <p:cNvSpPr txBox="1"/>
                <p:nvPr/>
              </p:nvSpPr>
              <p:spPr>
                <a:xfrm>
                  <a:off x="2263731" y="5035360"/>
                  <a:ext cx="11581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0B0C8015-5ECD-43EC-8B1B-1264552A5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3731" y="5035360"/>
                  <a:ext cx="1158117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Conector recto de flecha 40">
              <a:extLst>
                <a:ext uri="{FF2B5EF4-FFF2-40B4-BE49-F238E27FC236}">
                  <a16:creationId xmlns:a16="http://schemas.microsoft.com/office/drawing/2014/main" id="{9E2D1279-C31F-4E8D-B23A-B40F6DD46AEB}"/>
                </a:ext>
              </a:extLst>
            </p:cNvPr>
            <p:cNvCxnSpPr/>
            <p:nvPr/>
          </p:nvCxnSpPr>
          <p:spPr>
            <a:xfrm>
              <a:off x="3160265" y="5224637"/>
              <a:ext cx="634481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CuadroTexto 41">
                  <a:extLst>
                    <a:ext uri="{FF2B5EF4-FFF2-40B4-BE49-F238E27FC236}">
                      <a16:creationId xmlns:a16="http://schemas.microsoft.com/office/drawing/2014/main" id="{FD390118-7536-4BA2-A22A-F602AC1CA967}"/>
                    </a:ext>
                  </a:extLst>
                </p:cNvPr>
                <p:cNvSpPr txBox="1"/>
                <p:nvPr/>
              </p:nvSpPr>
              <p:spPr>
                <a:xfrm>
                  <a:off x="3567610" y="5013887"/>
                  <a:ext cx="15488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CuadroTexto 41">
                  <a:extLst>
                    <a:ext uri="{FF2B5EF4-FFF2-40B4-BE49-F238E27FC236}">
                      <a16:creationId xmlns:a16="http://schemas.microsoft.com/office/drawing/2014/main" id="{FD390118-7536-4BA2-A22A-F602AC1CA9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67610" y="5013887"/>
                  <a:ext cx="1548881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Conector recto de flecha 42">
              <a:extLst>
                <a:ext uri="{FF2B5EF4-FFF2-40B4-BE49-F238E27FC236}">
                  <a16:creationId xmlns:a16="http://schemas.microsoft.com/office/drawing/2014/main" id="{24694FB4-D07D-4D98-8FD4-A34A9A5676A5}"/>
                </a:ext>
              </a:extLst>
            </p:cNvPr>
            <p:cNvCxnSpPr/>
            <p:nvPr/>
          </p:nvCxnSpPr>
          <p:spPr>
            <a:xfrm>
              <a:off x="4923287" y="5198553"/>
              <a:ext cx="634481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23CAF5D7-E782-4E6A-B78E-31867B3B1724}"/>
                    </a:ext>
                  </a:extLst>
                </p:cNvPr>
                <p:cNvSpPr txBox="1"/>
                <p:nvPr/>
              </p:nvSpPr>
              <p:spPr>
                <a:xfrm>
                  <a:off x="5341713" y="4967317"/>
                  <a:ext cx="11581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23CAF5D7-E782-4E6A-B78E-31867B3B17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1713" y="4967317"/>
                  <a:ext cx="1158117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69B5F844-623E-4C5B-AA37-9A61EE9661EF}"/>
                    </a:ext>
                  </a:extLst>
                </p:cNvPr>
                <p:cNvSpPr txBox="1"/>
                <p:nvPr/>
              </p:nvSpPr>
              <p:spPr>
                <a:xfrm>
                  <a:off x="2710900" y="4481362"/>
                  <a:ext cx="6344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L" i="1" smtClean="0">
                            <a:latin typeface="Cambria Math" panose="02040503050406030204" pitchFamily="18" charset="0"/>
                          </a:rPr>
                          <m:t>ℒ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69B5F844-623E-4C5B-AA37-9A61EE9661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0900" y="4481362"/>
                  <a:ext cx="634481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Flecha: hacia abajo 45">
              <a:extLst>
                <a:ext uri="{FF2B5EF4-FFF2-40B4-BE49-F238E27FC236}">
                  <a16:creationId xmlns:a16="http://schemas.microsoft.com/office/drawing/2014/main" id="{42C38098-74C8-49FE-A540-91A1E949EB3E}"/>
                </a:ext>
              </a:extLst>
            </p:cNvPr>
            <p:cNvSpPr/>
            <p:nvPr/>
          </p:nvSpPr>
          <p:spPr>
            <a:xfrm rot="10800000">
              <a:off x="5716974" y="4320986"/>
              <a:ext cx="237749" cy="646331"/>
            </a:xfrm>
            <a:prstGeom prst="downArrow">
              <a:avLst/>
            </a:prstGeom>
            <a:no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61E7C8F9-2173-48B3-913B-0B7B0531A44C}"/>
                    </a:ext>
                  </a:extLst>
                </p:cNvPr>
                <p:cNvSpPr txBox="1"/>
                <p:nvPr/>
              </p:nvSpPr>
              <p:spPr>
                <a:xfrm>
                  <a:off x="5833058" y="4433241"/>
                  <a:ext cx="6344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CL" i="1" smtClean="0"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61E7C8F9-2173-48B3-913B-0B7B0531A4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3058" y="4433241"/>
                  <a:ext cx="634481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71A4947A-C21D-46AC-8607-78A931391AB6}"/>
                </a:ext>
              </a:extLst>
            </p:cNvPr>
            <p:cNvSpPr txBox="1"/>
            <p:nvPr/>
          </p:nvSpPr>
          <p:spPr>
            <a:xfrm>
              <a:off x="3918782" y="4190942"/>
              <a:ext cx="13217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accent1"/>
                  </a:solidFill>
                </a:rPr>
                <a:t>convolución</a:t>
              </a:r>
              <a:endParaRPr lang="es-CL" sz="1200" dirty="0">
                <a:solidFill>
                  <a:schemeClr val="accent1"/>
                </a:solidFill>
              </a:endParaRPr>
            </a:p>
          </p:txBody>
        </p: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F58BDC95-5A2D-4E41-9665-34FA09F31CE0}"/>
                </a:ext>
              </a:extLst>
            </p:cNvPr>
            <p:cNvSpPr txBox="1"/>
            <p:nvPr/>
          </p:nvSpPr>
          <p:spPr>
            <a:xfrm>
              <a:off x="3846888" y="5324126"/>
              <a:ext cx="13217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accent2"/>
                  </a:solidFill>
                </a:rPr>
                <a:t>multiplicación</a:t>
              </a:r>
              <a:endParaRPr lang="es-CL" sz="1200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5552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o 33">
            <a:extLst>
              <a:ext uri="{FF2B5EF4-FFF2-40B4-BE49-F238E27FC236}">
                <a16:creationId xmlns:a16="http://schemas.microsoft.com/office/drawing/2014/main" id="{4C090C0E-D50D-4A68-92B8-E843E6ED1083}"/>
              </a:ext>
            </a:extLst>
          </p:cNvPr>
          <p:cNvGrpSpPr/>
          <p:nvPr/>
        </p:nvGrpSpPr>
        <p:grpSpPr>
          <a:xfrm>
            <a:off x="621026" y="217937"/>
            <a:ext cx="5474974" cy="2649903"/>
            <a:chOff x="1267243" y="1001708"/>
            <a:chExt cx="5474974" cy="2649903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9FF82A48-78EF-455D-823F-3C4AD14DF9B7}"/>
                </a:ext>
              </a:extLst>
            </p:cNvPr>
            <p:cNvGrpSpPr/>
            <p:nvPr/>
          </p:nvGrpSpPr>
          <p:grpSpPr>
            <a:xfrm>
              <a:off x="2112939" y="1367645"/>
              <a:ext cx="4629278" cy="718028"/>
              <a:chOff x="3569942" y="1672820"/>
              <a:chExt cx="4629278" cy="7180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CuadroTexto 25">
                    <a:extLst>
                      <a:ext uri="{FF2B5EF4-FFF2-40B4-BE49-F238E27FC236}">
                        <a16:creationId xmlns:a16="http://schemas.microsoft.com/office/drawing/2014/main" id="{C3A99B7A-039C-433A-AEC9-EBD18D026503}"/>
                      </a:ext>
                    </a:extLst>
                  </p:cNvPr>
                  <p:cNvSpPr txBox="1"/>
                  <p:nvPr/>
                </p:nvSpPr>
                <p:spPr>
                  <a:xfrm>
                    <a:off x="3569942" y="1672820"/>
                    <a:ext cx="154888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CuadroTexto 25">
                    <a:extLst>
                      <a:ext uri="{FF2B5EF4-FFF2-40B4-BE49-F238E27FC236}">
                        <a16:creationId xmlns:a16="http://schemas.microsoft.com/office/drawing/2014/main" id="{C3A99B7A-039C-433A-AEC9-EBD18D0265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9942" y="1672820"/>
                    <a:ext cx="1548881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Rectángulo: esquinas redondeadas 26">
                <a:extLst>
                  <a:ext uri="{FF2B5EF4-FFF2-40B4-BE49-F238E27FC236}">
                    <a16:creationId xmlns:a16="http://schemas.microsoft.com/office/drawing/2014/main" id="{550099C9-8140-4F1E-BE28-E812CF0865AA}"/>
                  </a:ext>
                </a:extLst>
              </p:cNvPr>
              <p:cNvSpPr/>
              <p:nvPr/>
            </p:nvSpPr>
            <p:spPr>
              <a:xfrm>
                <a:off x="4947928" y="1705138"/>
                <a:ext cx="1005004" cy="685710"/>
              </a:xfrm>
              <a:prstGeom prst="roundRect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Sistema</a:t>
                </a:r>
              </a:p>
            </p:txBody>
          </p:sp>
          <p:cxnSp>
            <p:nvCxnSpPr>
              <p:cNvPr id="28" name="Conector recto de flecha 27">
                <a:extLst>
                  <a:ext uri="{FF2B5EF4-FFF2-40B4-BE49-F238E27FC236}">
                    <a16:creationId xmlns:a16="http://schemas.microsoft.com/office/drawing/2014/main" id="{7C1159CA-DCD8-462F-A89F-15884E43F108}"/>
                  </a:ext>
                </a:extLst>
              </p:cNvPr>
              <p:cNvCxnSpPr>
                <a:cxnSpLocks/>
                <a:endCxn id="27" idx="1"/>
              </p:cNvCxnSpPr>
              <p:nvPr/>
            </p:nvCxnSpPr>
            <p:spPr>
              <a:xfrm>
                <a:off x="3725028" y="2028305"/>
                <a:ext cx="1222900" cy="0"/>
              </a:xfrm>
              <a:prstGeom prst="straightConnector1">
                <a:avLst/>
              </a:prstGeom>
              <a:ln w="28575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CuadroTexto 28">
                    <a:extLst>
                      <a:ext uri="{FF2B5EF4-FFF2-40B4-BE49-F238E27FC236}">
                        <a16:creationId xmlns:a16="http://schemas.microsoft.com/office/drawing/2014/main" id="{28757B17-0072-4012-8E19-C509A610FCA0}"/>
                      </a:ext>
                    </a:extLst>
                  </p:cNvPr>
                  <p:cNvSpPr txBox="1"/>
                  <p:nvPr/>
                </p:nvSpPr>
                <p:spPr>
                  <a:xfrm>
                    <a:off x="5774243" y="1676214"/>
                    <a:ext cx="242497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es-CL" i="1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CuadroTexto 28">
                    <a:extLst>
                      <a:ext uri="{FF2B5EF4-FFF2-40B4-BE49-F238E27FC236}">
                        <a16:creationId xmlns:a16="http://schemas.microsoft.com/office/drawing/2014/main" id="{28757B17-0072-4012-8E19-C509A610FC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74243" y="1676214"/>
                    <a:ext cx="2424977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0" name="Conector recto de flecha 29">
                <a:extLst>
                  <a:ext uri="{FF2B5EF4-FFF2-40B4-BE49-F238E27FC236}">
                    <a16:creationId xmlns:a16="http://schemas.microsoft.com/office/drawing/2014/main" id="{DABDA846-4C8D-475A-95D7-BA00F95FC5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2932" y="2028305"/>
                <a:ext cx="1217796" cy="0"/>
              </a:xfrm>
              <a:prstGeom prst="straightConnector1">
                <a:avLst/>
              </a:prstGeom>
              <a:ln w="28575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A8F1132F-CEFE-4778-85C5-D7FF589BE2FE}"/>
                </a:ext>
              </a:extLst>
            </p:cNvPr>
            <p:cNvSpPr txBox="1"/>
            <p:nvPr/>
          </p:nvSpPr>
          <p:spPr>
            <a:xfrm>
              <a:off x="1267243" y="1432223"/>
              <a:ext cx="15488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accent1"/>
                  </a:solidFill>
                </a:rPr>
                <a:t>Dominio</a:t>
              </a:r>
              <a:r>
                <a:rPr lang="en-US" dirty="0">
                  <a:solidFill>
                    <a:schemeClr val="accent1"/>
                  </a:solidFill>
                </a:rPr>
                <a:t> </a:t>
              </a:r>
              <a:r>
                <a:rPr lang="en-US" dirty="0" err="1">
                  <a:solidFill>
                    <a:schemeClr val="accent1"/>
                  </a:solidFill>
                </a:rPr>
                <a:t>tiempo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2C6D77E6-50F4-4B0B-879E-376B185B95CB}"/>
                </a:ext>
              </a:extLst>
            </p:cNvPr>
            <p:cNvSpPr txBox="1"/>
            <p:nvPr/>
          </p:nvSpPr>
          <p:spPr>
            <a:xfrm>
              <a:off x="1270926" y="2543615"/>
              <a:ext cx="12912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accent2"/>
                  </a:solidFill>
                </a:rPr>
                <a:t>Dominio</a:t>
              </a:r>
              <a:r>
                <a:rPr lang="en-US" dirty="0">
                  <a:solidFill>
                    <a:schemeClr val="accent2"/>
                  </a:solidFill>
                </a:rPr>
                <a:t> </a:t>
              </a:r>
              <a:r>
                <a:rPr lang="en-US" dirty="0" err="1">
                  <a:solidFill>
                    <a:schemeClr val="accent2"/>
                  </a:solidFill>
                </a:rPr>
                <a:t>complejo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39" name="Flecha: hacia abajo 38">
              <a:extLst>
                <a:ext uri="{FF2B5EF4-FFF2-40B4-BE49-F238E27FC236}">
                  <a16:creationId xmlns:a16="http://schemas.microsoft.com/office/drawing/2014/main" id="{05B032A9-4787-4717-864A-D00AA1991795}"/>
                </a:ext>
              </a:extLst>
            </p:cNvPr>
            <p:cNvSpPr/>
            <p:nvPr/>
          </p:nvSpPr>
          <p:spPr>
            <a:xfrm>
              <a:off x="3925797" y="2161761"/>
              <a:ext cx="230132" cy="383740"/>
            </a:xfrm>
            <a:prstGeom prst="downArrow">
              <a:avLst/>
            </a:prstGeom>
            <a:no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0B0C8015-5ECD-43EC-8B1B-1264552A5A8F}"/>
                    </a:ext>
                  </a:extLst>
                </p:cNvPr>
                <p:cNvSpPr txBox="1"/>
                <p:nvPr/>
              </p:nvSpPr>
              <p:spPr>
                <a:xfrm>
                  <a:off x="2299295" y="2563303"/>
                  <a:ext cx="11581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0B0C8015-5ECD-43EC-8B1B-1264552A5A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9295" y="2563303"/>
                  <a:ext cx="1158117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CuadroTexto 41">
                  <a:extLst>
                    <a:ext uri="{FF2B5EF4-FFF2-40B4-BE49-F238E27FC236}">
                      <a16:creationId xmlns:a16="http://schemas.microsoft.com/office/drawing/2014/main" id="{FD390118-7536-4BA2-A22A-F602AC1CA967}"/>
                    </a:ext>
                  </a:extLst>
                </p:cNvPr>
                <p:cNvSpPr txBox="1"/>
                <p:nvPr/>
              </p:nvSpPr>
              <p:spPr>
                <a:xfrm>
                  <a:off x="4503834" y="2543615"/>
                  <a:ext cx="20517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CuadroTexto 41">
                  <a:extLst>
                    <a:ext uri="{FF2B5EF4-FFF2-40B4-BE49-F238E27FC236}">
                      <a16:creationId xmlns:a16="http://schemas.microsoft.com/office/drawing/2014/main" id="{FD390118-7536-4BA2-A22A-F602AC1CA9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3834" y="2543615"/>
                  <a:ext cx="205179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69B5F844-623E-4C5B-AA37-9A61EE9661EF}"/>
                    </a:ext>
                  </a:extLst>
                </p:cNvPr>
                <p:cNvSpPr txBox="1"/>
                <p:nvPr/>
              </p:nvSpPr>
              <p:spPr>
                <a:xfrm>
                  <a:off x="3962234" y="2144360"/>
                  <a:ext cx="6344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L" i="1" smtClean="0">
                            <a:latin typeface="Cambria Math" panose="02040503050406030204" pitchFamily="18" charset="0"/>
                          </a:rPr>
                          <m:t>ℒ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69B5F844-623E-4C5B-AA37-9A61EE9661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2234" y="2144360"/>
                  <a:ext cx="63448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87F589CA-50D2-4660-831F-EB9EF6FEDF0E}"/>
                    </a:ext>
                  </a:extLst>
                </p:cNvPr>
                <p:cNvSpPr txBox="1"/>
                <p:nvPr/>
              </p:nvSpPr>
              <p:spPr>
                <a:xfrm>
                  <a:off x="3266423" y="1001708"/>
                  <a:ext cx="15488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87F589CA-50D2-4660-831F-EB9EF6FEDF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6423" y="1001708"/>
                  <a:ext cx="1548881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Rectángulo: esquinas redondeadas 51">
              <a:extLst>
                <a:ext uri="{FF2B5EF4-FFF2-40B4-BE49-F238E27FC236}">
                  <a16:creationId xmlns:a16="http://schemas.microsoft.com/office/drawing/2014/main" id="{63598F9E-D2E6-4ABE-95E6-CC356E0B3B39}"/>
                </a:ext>
              </a:extLst>
            </p:cNvPr>
            <p:cNvSpPr/>
            <p:nvPr/>
          </p:nvSpPr>
          <p:spPr>
            <a:xfrm>
              <a:off x="3498830" y="2589780"/>
              <a:ext cx="1005004" cy="685710"/>
            </a:xfrm>
            <a:prstGeom prst="roundRect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Sistema</a:t>
              </a:r>
            </a:p>
          </p:txBody>
        </p:sp>
        <p:cxnSp>
          <p:nvCxnSpPr>
            <p:cNvPr id="53" name="Conector recto de flecha 52">
              <a:extLst>
                <a:ext uri="{FF2B5EF4-FFF2-40B4-BE49-F238E27FC236}">
                  <a16:creationId xmlns:a16="http://schemas.microsoft.com/office/drawing/2014/main" id="{EF6C40FF-F4EA-455E-A606-02298FDF275A}"/>
                </a:ext>
              </a:extLst>
            </p:cNvPr>
            <p:cNvCxnSpPr>
              <a:cxnSpLocks/>
              <a:endCxn id="52" idx="1"/>
            </p:cNvCxnSpPr>
            <p:nvPr/>
          </p:nvCxnSpPr>
          <p:spPr>
            <a:xfrm>
              <a:off x="2275930" y="2912947"/>
              <a:ext cx="1222900" cy="0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Conector recto de flecha 53">
              <a:extLst>
                <a:ext uri="{FF2B5EF4-FFF2-40B4-BE49-F238E27FC236}">
                  <a16:creationId xmlns:a16="http://schemas.microsoft.com/office/drawing/2014/main" id="{3A0A2161-6BBC-42BE-B1C0-65274B33F6FF}"/>
                </a:ext>
              </a:extLst>
            </p:cNvPr>
            <p:cNvCxnSpPr>
              <a:cxnSpLocks/>
            </p:cNvCxnSpPr>
            <p:nvPr/>
          </p:nvCxnSpPr>
          <p:spPr>
            <a:xfrm>
              <a:off x="4503834" y="2912947"/>
              <a:ext cx="1217796" cy="0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CuadroTexto 54">
                  <a:extLst>
                    <a:ext uri="{FF2B5EF4-FFF2-40B4-BE49-F238E27FC236}">
                      <a16:creationId xmlns:a16="http://schemas.microsoft.com/office/drawing/2014/main" id="{519C9D8B-BF30-4707-9AD8-80C1A508E4C1}"/>
                    </a:ext>
                  </a:extLst>
                </p:cNvPr>
                <p:cNvSpPr txBox="1"/>
                <p:nvPr/>
              </p:nvSpPr>
              <p:spPr>
                <a:xfrm>
                  <a:off x="3266423" y="3282279"/>
                  <a:ext cx="15488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CuadroTexto 54">
                  <a:extLst>
                    <a:ext uri="{FF2B5EF4-FFF2-40B4-BE49-F238E27FC236}">
                      <a16:creationId xmlns:a16="http://schemas.microsoft.com/office/drawing/2014/main" id="{519C9D8B-BF30-4707-9AD8-80C1A508E4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6423" y="3282279"/>
                  <a:ext cx="1548881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5C0E691E-E070-442E-8E12-191E9D14191B}"/>
              </a:ext>
            </a:extLst>
          </p:cNvPr>
          <p:cNvGrpSpPr/>
          <p:nvPr/>
        </p:nvGrpSpPr>
        <p:grpSpPr>
          <a:xfrm>
            <a:off x="318288" y="2775506"/>
            <a:ext cx="2760164" cy="1860134"/>
            <a:chOff x="2099388" y="3626266"/>
            <a:chExt cx="2760164" cy="1860134"/>
          </a:xfrm>
        </p:grpSpPr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08CF6E81-B78C-412C-8AFE-ADC2B1EDC9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9724" y="3862341"/>
              <a:ext cx="0" cy="1624059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D29FE8FC-2E24-4B3C-9BA2-2DCA3AFC3AD2}"/>
                </a:ext>
              </a:extLst>
            </p:cNvPr>
            <p:cNvCxnSpPr>
              <a:cxnSpLocks/>
            </p:cNvCxnSpPr>
            <p:nvPr/>
          </p:nvCxnSpPr>
          <p:spPr>
            <a:xfrm>
              <a:off x="2099388" y="4959022"/>
              <a:ext cx="2069699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018CB0F4-639F-44FD-9351-4BC349288D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9724" y="4469363"/>
              <a:ext cx="790513" cy="489659"/>
            </a:xfrm>
            <a:prstGeom prst="line">
              <a:avLst/>
            </a:prstGeom>
            <a:ln w="28575">
              <a:solidFill>
                <a:schemeClr val="accent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F9F5ACAB-303A-4F65-A49F-9EDB34A30C6E}"/>
                    </a:ext>
                  </a:extLst>
                </p:cNvPr>
                <p:cNvSpPr txBox="1"/>
                <p:nvPr/>
              </p:nvSpPr>
              <p:spPr>
                <a:xfrm>
                  <a:off x="2279259" y="3626266"/>
                  <a:ext cx="6904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𝐼𝑚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F9F5ACAB-303A-4F65-A49F-9EDB34A30C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9259" y="3626266"/>
                  <a:ext cx="690465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14159"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DA862236-4D88-408D-92E8-74B67011188C}"/>
                    </a:ext>
                  </a:extLst>
                </p:cNvPr>
                <p:cNvSpPr txBox="1"/>
                <p:nvPr/>
              </p:nvSpPr>
              <p:spPr>
                <a:xfrm>
                  <a:off x="4169087" y="4774356"/>
                  <a:ext cx="6904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DA862236-4D88-408D-92E8-74B6701118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9087" y="4774356"/>
                  <a:ext cx="690465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11504"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CuadroTexto 87">
                  <a:extLst>
                    <a:ext uri="{FF2B5EF4-FFF2-40B4-BE49-F238E27FC236}">
                      <a16:creationId xmlns:a16="http://schemas.microsoft.com/office/drawing/2014/main" id="{F782BD23-8578-4F10-B22C-5F52AB9143DB}"/>
                    </a:ext>
                  </a:extLst>
                </p:cNvPr>
                <p:cNvSpPr txBox="1"/>
                <p:nvPr/>
              </p:nvSpPr>
              <p:spPr>
                <a:xfrm>
                  <a:off x="3355115" y="4498927"/>
                  <a:ext cx="6904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88" name="CuadroTexto 87">
                  <a:extLst>
                    <a:ext uri="{FF2B5EF4-FFF2-40B4-BE49-F238E27FC236}">
                      <a16:creationId xmlns:a16="http://schemas.microsoft.com/office/drawing/2014/main" id="{F782BD23-8578-4F10-B22C-5F52AB9143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5115" y="4498927"/>
                  <a:ext cx="690465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E8242DED-D2F4-49A6-8E96-4BC56BC3C439}"/>
              </a:ext>
            </a:extLst>
          </p:cNvPr>
          <p:cNvGrpSpPr/>
          <p:nvPr/>
        </p:nvGrpSpPr>
        <p:grpSpPr>
          <a:xfrm>
            <a:off x="2823459" y="4236287"/>
            <a:ext cx="3443934" cy="2200820"/>
            <a:chOff x="7109927" y="667020"/>
            <a:chExt cx="3443934" cy="2200820"/>
          </a:xfrm>
        </p:grpSpPr>
        <p:grpSp>
          <p:nvGrpSpPr>
            <p:cNvPr id="94" name="Grupo 93">
              <a:extLst>
                <a:ext uri="{FF2B5EF4-FFF2-40B4-BE49-F238E27FC236}">
                  <a16:creationId xmlns:a16="http://schemas.microsoft.com/office/drawing/2014/main" id="{75F6D1D7-8F83-42DB-BDB5-DB27A3BABF4A}"/>
                </a:ext>
              </a:extLst>
            </p:cNvPr>
            <p:cNvGrpSpPr/>
            <p:nvPr/>
          </p:nvGrpSpPr>
          <p:grpSpPr>
            <a:xfrm>
              <a:off x="7109927" y="667020"/>
              <a:ext cx="2919925" cy="2200820"/>
              <a:chOff x="1907107" y="3626266"/>
              <a:chExt cx="2919925" cy="2200820"/>
            </a:xfrm>
          </p:grpSpPr>
          <p:cxnSp>
            <p:nvCxnSpPr>
              <p:cNvPr id="95" name="Conector recto 94">
                <a:extLst>
                  <a:ext uri="{FF2B5EF4-FFF2-40B4-BE49-F238E27FC236}">
                    <a16:creationId xmlns:a16="http://schemas.microsoft.com/office/drawing/2014/main" id="{E083107E-63EC-4B76-B424-51B85703EA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69724" y="3862341"/>
                <a:ext cx="0" cy="1964745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6" name="Conector recto 95">
                <a:extLst>
                  <a:ext uri="{FF2B5EF4-FFF2-40B4-BE49-F238E27FC236}">
                    <a16:creationId xmlns:a16="http://schemas.microsoft.com/office/drawing/2014/main" id="{81DDEFB3-4700-459B-B71E-0CC0DCCDC4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07107" y="4962047"/>
                <a:ext cx="226198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CuadroTexto 97">
                    <a:extLst>
                      <a:ext uri="{FF2B5EF4-FFF2-40B4-BE49-F238E27FC236}">
                        <a16:creationId xmlns:a16="http://schemas.microsoft.com/office/drawing/2014/main" id="{96AF0CB9-B70C-496E-BA8D-B98897A62A06}"/>
                      </a:ext>
                    </a:extLst>
                  </p:cNvPr>
                  <p:cNvSpPr txBox="1"/>
                  <p:nvPr/>
                </p:nvSpPr>
                <p:spPr>
                  <a:xfrm>
                    <a:off x="2279259" y="3626266"/>
                    <a:ext cx="69046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98" name="CuadroTexto 97">
                    <a:extLst>
                      <a:ext uri="{FF2B5EF4-FFF2-40B4-BE49-F238E27FC236}">
                        <a16:creationId xmlns:a16="http://schemas.microsoft.com/office/drawing/2014/main" id="{96AF0CB9-B70C-496E-BA8D-B98897A62A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9259" y="3626266"/>
                    <a:ext cx="690465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13158"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CuadroTexto 98">
                    <a:extLst>
                      <a:ext uri="{FF2B5EF4-FFF2-40B4-BE49-F238E27FC236}">
                        <a16:creationId xmlns:a16="http://schemas.microsoft.com/office/drawing/2014/main" id="{E7DB2819-F21D-427C-8293-B382906A11D9}"/>
                      </a:ext>
                    </a:extLst>
                  </p:cNvPr>
                  <p:cNvSpPr txBox="1"/>
                  <p:nvPr/>
                </p:nvSpPr>
                <p:spPr>
                  <a:xfrm>
                    <a:off x="4136567" y="4777381"/>
                    <a:ext cx="69046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99" name="CuadroTexto 98">
                    <a:extLst>
                      <a:ext uri="{FF2B5EF4-FFF2-40B4-BE49-F238E27FC236}">
                        <a16:creationId xmlns:a16="http://schemas.microsoft.com/office/drawing/2014/main" id="{E7DB2819-F21D-427C-8293-B382906A11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36567" y="4777381"/>
                    <a:ext cx="690465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1504"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3" name="Elipse 102">
              <a:extLst>
                <a:ext uri="{FF2B5EF4-FFF2-40B4-BE49-F238E27FC236}">
                  <a16:creationId xmlns:a16="http://schemas.microsoft.com/office/drawing/2014/main" id="{ED5DDCF1-25AE-4DB4-AD0D-ADDD838180F2}"/>
                </a:ext>
              </a:extLst>
            </p:cNvPr>
            <p:cNvSpPr/>
            <p:nvPr/>
          </p:nvSpPr>
          <p:spPr>
            <a:xfrm>
              <a:off x="7499394" y="1914471"/>
              <a:ext cx="187684" cy="187200"/>
            </a:xfrm>
            <a:prstGeom prst="ellipse">
              <a:avLst/>
            </a:prstGeom>
            <a:noFill/>
            <a:ln w="381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4" name="Elipse 103">
              <a:extLst>
                <a:ext uri="{FF2B5EF4-FFF2-40B4-BE49-F238E27FC236}">
                  <a16:creationId xmlns:a16="http://schemas.microsoft.com/office/drawing/2014/main" id="{BDD94417-552F-4AA4-8B52-D43848BE10CA}"/>
                </a:ext>
              </a:extLst>
            </p:cNvPr>
            <p:cNvSpPr/>
            <p:nvPr/>
          </p:nvSpPr>
          <p:spPr>
            <a:xfrm>
              <a:off x="8662124" y="1909201"/>
              <a:ext cx="187684" cy="187200"/>
            </a:xfrm>
            <a:prstGeom prst="ellipse">
              <a:avLst/>
            </a:prstGeom>
            <a:noFill/>
            <a:ln w="381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grpSp>
          <p:nvGrpSpPr>
            <p:cNvPr id="111" name="Grupo 110">
              <a:extLst>
                <a:ext uri="{FF2B5EF4-FFF2-40B4-BE49-F238E27FC236}">
                  <a16:creationId xmlns:a16="http://schemas.microsoft.com/office/drawing/2014/main" id="{D072AF95-1AD8-4735-8388-A7D7342220C7}"/>
                </a:ext>
              </a:extLst>
            </p:cNvPr>
            <p:cNvGrpSpPr/>
            <p:nvPr/>
          </p:nvGrpSpPr>
          <p:grpSpPr>
            <a:xfrm>
              <a:off x="8085599" y="1291443"/>
              <a:ext cx="187365" cy="190254"/>
              <a:chOff x="9762926" y="595415"/>
              <a:chExt cx="293112" cy="293146"/>
            </a:xfrm>
          </p:grpSpPr>
          <p:cxnSp>
            <p:nvCxnSpPr>
              <p:cNvPr id="106" name="Conector recto 105">
                <a:extLst>
                  <a:ext uri="{FF2B5EF4-FFF2-40B4-BE49-F238E27FC236}">
                    <a16:creationId xmlns:a16="http://schemas.microsoft.com/office/drawing/2014/main" id="{C0F70D75-E887-407F-A721-DC11F269B599}"/>
                  </a:ext>
                </a:extLst>
              </p:cNvPr>
              <p:cNvCxnSpPr/>
              <p:nvPr/>
            </p:nvCxnSpPr>
            <p:spPr>
              <a:xfrm>
                <a:off x="9768038" y="600561"/>
                <a:ext cx="288000" cy="288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Conector recto 106">
                <a:extLst>
                  <a:ext uri="{FF2B5EF4-FFF2-40B4-BE49-F238E27FC236}">
                    <a16:creationId xmlns:a16="http://schemas.microsoft.com/office/drawing/2014/main" id="{E06393AC-DFE6-4655-BC72-C84B166546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62926" y="595415"/>
                <a:ext cx="288000" cy="28690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5" name="Grupo 114">
              <a:extLst>
                <a:ext uri="{FF2B5EF4-FFF2-40B4-BE49-F238E27FC236}">
                  <a16:creationId xmlns:a16="http://schemas.microsoft.com/office/drawing/2014/main" id="{27759E2E-EFDF-4202-AA17-58C14F10F0B8}"/>
                </a:ext>
              </a:extLst>
            </p:cNvPr>
            <p:cNvGrpSpPr/>
            <p:nvPr/>
          </p:nvGrpSpPr>
          <p:grpSpPr>
            <a:xfrm>
              <a:off x="8085599" y="2498508"/>
              <a:ext cx="187365" cy="190254"/>
              <a:chOff x="9762926" y="595415"/>
              <a:chExt cx="293112" cy="293146"/>
            </a:xfrm>
          </p:grpSpPr>
          <p:cxnSp>
            <p:nvCxnSpPr>
              <p:cNvPr id="116" name="Conector recto 115">
                <a:extLst>
                  <a:ext uri="{FF2B5EF4-FFF2-40B4-BE49-F238E27FC236}">
                    <a16:creationId xmlns:a16="http://schemas.microsoft.com/office/drawing/2014/main" id="{E1D899C9-16E6-4DD6-8F7B-EFE127DB679D}"/>
                  </a:ext>
                </a:extLst>
              </p:cNvPr>
              <p:cNvCxnSpPr/>
              <p:nvPr/>
            </p:nvCxnSpPr>
            <p:spPr>
              <a:xfrm>
                <a:off x="9768038" y="600561"/>
                <a:ext cx="288000" cy="288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Conector recto 116">
                <a:extLst>
                  <a:ext uri="{FF2B5EF4-FFF2-40B4-BE49-F238E27FC236}">
                    <a16:creationId xmlns:a16="http://schemas.microsoft.com/office/drawing/2014/main" id="{2F7EB0F4-6066-47CA-8FA3-A7683F82BF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62926" y="595415"/>
                <a:ext cx="288000" cy="28690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2A5E45B3-F0CD-4932-BC5D-801146F2B1A2}"/>
                </a:ext>
              </a:extLst>
            </p:cNvPr>
            <p:cNvGrpSpPr/>
            <p:nvPr/>
          </p:nvGrpSpPr>
          <p:grpSpPr>
            <a:xfrm>
              <a:off x="9339387" y="1036352"/>
              <a:ext cx="187365" cy="190254"/>
              <a:chOff x="9762926" y="595415"/>
              <a:chExt cx="293112" cy="293146"/>
            </a:xfrm>
          </p:grpSpPr>
          <p:cxnSp>
            <p:nvCxnSpPr>
              <p:cNvPr id="119" name="Conector recto 118">
                <a:extLst>
                  <a:ext uri="{FF2B5EF4-FFF2-40B4-BE49-F238E27FC236}">
                    <a16:creationId xmlns:a16="http://schemas.microsoft.com/office/drawing/2014/main" id="{7334009C-6474-4F99-B3BE-3935255817C0}"/>
                  </a:ext>
                </a:extLst>
              </p:cNvPr>
              <p:cNvCxnSpPr/>
              <p:nvPr/>
            </p:nvCxnSpPr>
            <p:spPr>
              <a:xfrm>
                <a:off x="9768038" y="600561"/>
                <a:ext cx="288000" cy="28800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Conector recto 119">
                <a:extLst>
                  <a:ext uri="{FF2B5EF4-FFF2-40B4-BE49-F238E27FC236}">
                    <a16:creationId xmlns:a16="http://schemas.microsoft.com/office/drawing/2014/main" id="{F1C6846C-DA62-468F-A076-2FF73E4B7F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62926" y="595415"/>
                <a:ext cx="288000" cy="28690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1" name="CuadroTexto 120">
              <a:extLst>
                <a:ext uri="{FF2B5EF4-FFF2-40B4-BE49-F238E27FC236}">
                  <a16:creationId xmlns:a16="http://schemas.microsoft.com/office/drawing/2014/main" id="{DC10DB6F-EE3C-4E21-B288-9FEC5A86C988}"/>
                </a:ext>
              </a:extLst>
            </p:cNvPr>
            <p:cNvSpPr txBox="1"/>
            <p:nvPr/>
          </p:nvSpPr>
          <p:spPr>
            <a:xfrm>
              <a:off x="9439806" y="932570"/>
              <a:ext cx="1079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: polos</a:t>
              </a:r>
              <a:endParaRPr lang="es-CL" dirty="0">
                <a:solidFill>
                  <a:srgbClr val="FF0000"/>
                </a:solidFill>
              </a:endParaRPr>
            </a:p>
          </p:txBody>
        </p:sp>
        <p:sp>
          <p:nvSpPr>
            <p:cNvPr id="122" name="Elipse 121">
              <a:extLst>
                <a:ext uri="{FF2B5EF4-FFF2-40B4-BE49-F238E27FC236}">
                  <a16:creationId xmlns:a16="http://schemas.microsoft.com/office/drawing/2014/main" id="{3A5AE61C-A992-4BB9-B7DD-EBB81DCE4426}"/>
                </a:ext>
              </a:extLst>
            </p:cNvPr>
            <p:cNvSpPr/>
            <p:nvPr/>
          </p:nvSpPr>
          <p:spPr>
            <a:xfrm>
              <a:off x="9342192" y="1369781"/>
              <a:ext cx="187684" cy="187200"/>
            </a:xfrm>
            <a:prstGeom prst="ellipse">
              <a:avLst/>
            </a:prstGeom>
            <a:noFill/>
            <a:ln w="381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3" name="CuadroTexto 122">
              <a:extLst>
                <a:ext uri="{FF2B5EF4-FFF2-40B4-BE49-F238E27FC236}">
                  <a16:creationId xmlns:a16="http://schemas.microsoft.com/office/drawing/2014/main" id="{C238A395-CA74-4664-A495-C5C0AEDF8E5D}"/>
                </a:ext>
              </a:extLst>
            </p:cNvPr>
            <p:cNvSpPr txBox="1"/>
            <p:nvPr/>
          </p:nvSpPr>
          <p:spPr>
            <a:xfrm>
              <a:off x="9474361" y="1259937"/>
              <a:ext cx="1079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: ceros</a:t>
              </a:r>
              <a:endParaRPr lang="es-CL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485F65F9-FF6A-4CBB-B406-E3B06BA7C16F}"/>
              </a:ext>
            </a:extLst>
          </p:cNvPr>
          <p:cNvGrpSpPr/>
          <p:nvPr/>
        </p:nvGrpSpPr>
        <p:grpSpPr>
          <a:xfrm>
            <a:off x="5993084" y="735280"/>
            <a:ext cx="6371554" cy="4073539"/>
            <a:chOff x="819239" y="154161"/>
            <a:chExt cx="7430307" cy="4475590"/>
          </a:xfrm>
        </p:grpSpPr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EC8B2992-7E88-43BA-AD24-3C67D2A112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4439" y="951722"/>
              <a:ext cx="0" cy="2211157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7892A494-D468-4C37-BD0E-D29FC484A87F}"/>
                </a:ext>
              </a:extLst>
            </p:cNvPr>
            <p:cNvCxnSpPr>
              <a:cxnSpLocks/>
            </p:cNvCxnSpPr>
            <p:nvPr/>
          </p:nvCxnSpPr>
          <p:spPr>
            <a:xfrm>
              <a:off x="1175657" y="3162879"/>
              <a:ext cx="5775649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7B3B8200-7F00-44B5-A675-28D2E3904196}"/>
                    </a:ext>
                  </a:extLst>
                </p:cNvPr>
                <p:cNvSpPr txBox="1"/>
                <p:nvPr/>
              </p:nvSpPr>
              <p:spPr>
                <a:xfrm>
                  <a:off x="3373016" y="582389"/>
                  <a:ext cx="6904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7B3B8200-7F00-44B5-A675-28D2E3904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3016" y="582389"/>
                  <a:ext cx="690465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3093" r="-40206" b="-23636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CuadroTexto 55">
                  <a:extLst>
                    <a:ext uri="{FF2B5EF4-FFF2-40B4-BE49-F238E27FC236}">
                      <a16:creationId xmlns:a16="http://schemas.microsoft.com/office/drawing/2014/main" id="{F17E186B-1F56-430D-B052-1D9E25809C7B}"/>
                    </a:ext>
                  </a:extLst>
                </p:cNvPr>
                <p:cNvSpPr txBox="1"/>
                <p:nvPr/>
              </p:nvSpPr>
              <p:spPr>
                <a:xfrm>
                  <a:off x="6951306" y="2978213"/>
                  <a:ext cx="6904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56" name="CuadroTexto 55">
                  <a:extLst>
                    <a:ext uri="{FF2B5EF4-FFF2-40B4-BE49-F238E27FC236}">
                      <a16:creationId xmlns:a16="http://schemas.microsoft.com/office/drawing/2014/main" id="{F17E186B-1F56-430D-B052-1D9E25809C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1306" y="2978213"/>
                  <a:ext cx="690465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29897" b="-2545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A1196BF6-A60E-44A7-9DA7-9B4E8BD48E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2634" y="1866842"/>
              <a:ext cx="5575041" cy="215887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7B2990EA-0EB7-4294-A364-461635A4A032}"/>
                    </a:ext>
                  </a:extLst>
                </p:cNvPr>
                <p:cNvSpPr txBox="1"/>
                <p:nvPr/>
              </p:nvSpPr>
              <p:spPr>
                <a:xfrm>
                  <a:off x="7005346" y="1653109"/>
                  <a:ext cx="6904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𝐼𝑚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7B2990EA-0EB7-4294-A364-461635A4A0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5346" y="1653109"/>
                  <a:ext cx="690465" cy="369332"/>
                </a:xfrm>
                <a:prstGeom prst="rect">
                  <a:avLst/>
                </a:prstGeom>
                <a:blipFill>
                  <a:blip r:embed="rId16"/>
                  <a:stretch>
                    <a:fillRect r="-32990" b="-23214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50D2A82B-1312-4E0C-BF06-99370DCE86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1933" y="1169436"/>
              <a:ext cx="0" cy="2509736"/>
            </a:xfrm>
            <a:prstGeom prst="line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AF23146A-FA9D-44B9-9EE1-C6B731620D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8954" y="164840"/>
              <a:ext cx="0" cy="2509736"/>
            </a:xfrm>
            <a:prstGeom prst="line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44B40CBB-10D0-4E60-8686-D195F6DAF447}"/>
                </a:ext>
              </a:extLst>
            </p:cNvPr>
            <p:cNvSpPr/>
            <p:nvPr/>
          </p:nvSpPr>
          <p:spPr>
            <a:xfrm>
              <a:off x="2305972" y="997014"/>
              <a:ext cx="213294" cy="88249"/>
            </a:xfrm>
            <a:prstGeom prst="ellipse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4" name="Forma libre: forma 63">
              <a:extLst>
                <a:ext uri="{FF2B5EF4-FFF2-40B4-BE49-F238E27FC236}">
                  <a16:creationId xmlns:a16="http://schemas.microsoft.com/office/drawing/2014/main" id="{E1DFB35B-D726-49AD-964B-1066753E6E33}"/>
                </a:ext>
              </a:extLst>
            </p:cNvPr>
            <p:cNvSpPr/>
            <p:nvPr/>
          </p:nvSpPr>
          <p:spPr>
            <a:xfrm>
              <a:off x="2508655" y="281784"/>
              <a:ext cx="2402044" cy="2377008"/>
            </a:xfrm>
            <a:custGeom>
              <a:avLst/>
              <a:gdLst>
                <a:gd name="connsiteX0" fmla="*/ 21160 w 2409796"/>
                <a:gd name="connsiteY0" fmla="*/ 485192 h 2511942"/>
                <a:gd name="connsiteX1" fmla="*/ 133127 w 2409796"/>
                <a:gd name="connsiteY1" fmla="*/ 2062066 h 2511942"/>
                <a:gd name="connsiteX2" fmla="*/ 1028866 w 2409796"/>
                <a:gd name="connsiteY2" fmla="*/ 2500604 h 2511942"/>
                <a:gd name="connsiteX3" fmla="*/ 2101886 w 2409796"/>
                <a:gd name="connsiteY3" fmla="*/ 2155372 h 2511942"/>
                <a:gd name="connsiteX4" fmla="*/ 2409796 w 2409796"/>
                <a:gd name="connsiteY4" fmla="*/ 0 h 2511942"/>
                <a:gd name="connsiteX0" fmla="*/ 26017 w 2414653"/>
                <a:gd name="connsiteY0" fmla="*/ 485192 h 2497044"/>
                <a:gd name="connsiteX1" fmla="*/ 137984 w 2414653"/>
                <a:gd name="connsiteY1" fmla="*/ 2062066 h 2497044"/>
                <a:gd name="connsiteX2" fmla="*/ 1136360 w 2414653"/>
                <a:gd name="connsiteY2" fmla="*/ 2481942 h 2497044"/>
                <a:gd name="connsiteX3" fmla="*/ 2106743 w 2414653"/>
                <a:gd name="connsiteY3" fmla="*/ 2155372 h 2497044"/>
                <a:gd name="connsiteX4" fmla="*/ 2414653 w 2414653"/>
                <a:gd name="connsiteY4" fmla="*/ 0 h 2497044"/>
                <a:gd name="connsiteX0" fmla="*/ 26017 w 2414653"/>
                <a:gd name="connsiteY0" fmla="*/ 485192 h 2482109"/>
                <a:gd name="connsiteX1" fmla="*/ 137984 w 2414653"/>
                <a:gd name="connsiteY1" fmla="*/ 2062066 h 2482109"/>
                <a:gd name="connsiteX2" fmla="*/ 1136360 w 2414653"/>
                <a:gd name="connsiteY2" fmla="*/ 2481942 h 2482109"/>
                <a:gd name="connsiteX3" fmla="*/ 2050759 w 2414653"/>
                <a:gd name="connsiteY3" fmla="*/ 2034074 h 2482109"/>
                <a:gd name="connsiteX4" fmla="*/ 2414653 w 2414653"/>
                <a:gd name="connsiteY4" fmla="*/ 0 h 2482109"/>
                <a:gd name="connsiteX0" fmla="*/ 26017 w 2414653"/>
                <a:gd name="connsiteY0" fmla="*/ 485192 h 2484710"/>
                <a:gd name="connsiteX1" fmla="*/ 137984 w 2414653"/>
                <a:gd name="connsiteY1" fmla="*/ 2062066 h 2484710"/>
                <a:gd name="connsiteX2" fmla="*/ 1136360 w 2414653"/>
                <a:gd name="connsiteY2" fmla="*/ 2481942 h 2484710"/>
                <a:gd name="connsiteX3" fmla="*/ 2153396 w 2414653"/>
                <a:gd name="connsiteY3" fmla="*/ 2099389 h 2484710"/>
                <a:gd name="connsiteX4" fmla="*/ 2414653 w 2414653"/>
                <a:gd name="connsiteY4" fmla="*/ 0 h 2484710"/>
                <a:gd name="connsiteX0" fmla="*/ 15075 w 2403711"/>
                <a:gd name="connsiteY0" fmla="*/ 485192 h 2490129"/>
                <a:gd name="connsiteX1" fmla="*/ 164365 w 2403711"/>
                <a:gd name="connsiteY1" fmla="*/ 2192694 h 2490129"/>
                <a:gd name="connsiteX2" fmla="*/ 1125418 w 2403711"/>
                <a:gd name="connsiteY2" fmla="*/ 2481942 h 2490129"/>
                <a:gd name="connsiteX3" fmla="*/ 2142454 w 2403711"/>
                <a:gd name="connsiteY3" fmla="*/ 2099389 h 2490129"/>
                <a:gd name="connsiteX4" fmla="*/ 2403711 w 2403711"/>
                <a:gd name="connsiteY4" fmla="*/ 0 h 2490129"/>
                <a:gd name="connsiteX0" fmla="*/ 16956 w 2405592"/>
                <a:gd name="connsiteY0" fmla="*/ 485192 h 2389225"/>
                <a:gd name="connsiteX1" fmla="*/ 166246 w 2405592"/>
                <a:gd name="connsiteY1" fmla="*/ 2192694 h 2389225"/>
                <a:gd name="connsiteX2" fmla="*/ 1183283 w 2405592"/>
                <a:gd name="connsiteY2" fmla="*/ 2341983 h 2389225"/>
                <a:gd name="connsiteX3" fmla="*/ 2144335 w 2405592"/>
                <a:gd name="connsiteY3" fmla="*/ 2099389 h 2389225"/>
                <a:gd name="connsiteX4" fmla="*/ 2405592 w 2405592"/>
                <a:gd name="connsiteY4" fmla="*/ 0 h 2389225"/>
                <a:gd name="connsiteX0" fmla="*/ 22225 w 2410861"/>
                <a:gd name="connsiteY0" fmla="*/ 485192 h 2383154"/>
                <a:gd name="connsiteX1" fmla="*/ 152854 w 2410861"/>
                <a:gd name="connsiteY1" fmla="*/ 2024743 h 2383154"/>
                <a:gd name="connsiteX2" fmla="*/ 1188552 w 2410861"/>
                <a:gd name="connsiteY2" fmla="*/ 2341983 h 2383154"/>
                <a:gd name="connsiteX3" fmla="*/ 2149604 w 2410861"/>
                <a:gd name="connsiteY3" fmla="*/ 2099389 h 2383154"/>
                <a:gd name="connsiteX4" fmla="*/ 2410861 w 2410861"/>
                <a:gd name="connsiteY4" fmla="*/ 0 h 2383154"/>
                <a:gd name="connsiteX0" fmla="*/ 22225 w 2410861"/>
                <a:gd name="connsiteY0" fmla="*/ 485192 h 2347041"/>
                <a:gd name="connsiteX1" fmla="*/ 152854 w 2410861"/>
                <a:gd name="connsiteY1" fmla="*/ 2024743 h 2347041"/>
                <a:gd name="connsiteX2" fmla="*/ 1188552 w 2410861"/>
                <a:gd name="connsiteY2" fmla="*/ 2341983 h 2347041"/>
                <a:gd name="connsiteX3" fmla="*/ 2065628 w 2410861"/>
                <a:gd name="connsiteY3" fmla="*/ 1903446 h 2347041"/>
                <a:gd name="connsiteX4" fmla="*/ 2410861 w 2410861"/>
                <a:gd name="connsiteY4" fmla="*/ 0 h 2347041"/>
                <a:gd name="connsiteX0" fmla="*/ 22225 w 2410861"/>
                <a:gd name="connsiteY0" fmla="*/ 485192 h 2353084"/>
                <a:gd name="connsiteX1" fmla="*/ 152854 w 2410861"/>
                <a:gd name="connsiteY1" fmla="*/ 2024743 h 2353084"/>
                <a:gd name="connsiteX2" fmla="*/ 1188552 w 2410861"/>
                <a:gd name="connsiteY2" fmla="*/ 2341983 h 2353084"/>
                <a:gd name="connsiteX3" fmla="*/ 2000314 w 2410861"/>
                <a:gd name="connsiteY3" fmla="*/ 1800810 h 2353084"/>
                <a:gd name="connsiteX4" fmla="*/ 2410861 w 2410861"/>
                <a:gd name="connsiteY4" fmla="*/ 0 h 2353084"/>
                <a:gd name="connsiteX0" fmla="*/ 22225 w 2336216"/>
                <a:gd name="connsiteY0" fmla="*/ 485192 h 2353084"/>
                <a:gd name="connsiteX1" fmla="*/ 152854 w 2336216"/>
                <a:gd name="connsiteY1" fmla="*/ 2024743 h 2353084"/>
                <a:gd name="connsiteX2" fmla="*/ 1188552 w 2336216"/>
                <a:gd name="connsiteY2" fmla="*/ 2341983 h 2353084"/>
                <a:gd name="connsiteX3" fmla="*/ 2000314 w 2336216"/>
                <a:gd name="connsiteY3" fmla="*/ 1800810 h 2353084"/>
                <a:gd name="connsiteX4" fmla="*/ 2336216 w 2336216"/>
                <a:gd name="connsiteY4" fmla="*/ 0 h 2353084"/>
                <a:gd name="connsiteX0" fmla="*/ 22225 w 2336461"/>
                <a:gd name="connsiteY0" fmla="*/ 485192 h 2353084"/>
                <a:gd name="connsiteX1" fmla="*/ 152854 w 2336461"/>
                <a:gd name="connsiteY1" fmla="*/ 2024743 h 2353084"/>
                <a:gd name="connsiteX2" fmla="*/ 1188552 w 2336461"/>
                <a:gd name="connsiteY2" fmla="*/ 2341983 h 2353084"/>
                <a:gd name="connsiteX3" fmla="*/ 2000314 w 2336461"/>
                <a:gd name="connsiteY3" fmla="*/ 1800810 h 2353084"/>
                <a:gd name="connsiteX4" fmla="*/ 2336216 w 2336461"/>
                <a:gd name="connsiteY4" fmla="*/ 0 h 2353084"/>
                <a:gd name="connsiteX0" fmla="*/ 22225 w 2336216"/>
                <a:gd name="connsiteY0" fmla="*/ 485192 h 2353084"/>
                <a:gd name="connsiteX1" fmla="*/ 152854 w 2336216"/>
                <a:gd name="connsiteY1" fmla="*/ 2024743 h 2353084"/>
                <a:gd name="connsiteX2" fmla="*/ 1188552 w 2336216"/>
                <a:gd name="connsiteY2" fmla="*/ 2341983 h 2353084"/>
                <a:gd name="connsiteX3" fmla="*/ 2000314 w 2336216"/>
                <a:gd name="connsiteY3" fmla="*/ 1800810 h 2353084"/>
                <a:gd name="connsiteX4" fmla="*/ 2336216 w 2336216"/>
                <a:gd name="connsiteY4" fmla="*/ 0 h 2353084"/>
                <a:gd name="connsiteX0" fmla="*/ 22225 w 2336216"/>
                <a:gd name="connsiteY0" fmla="*/ 485192 h 2353084"/>
                <a:gd name="connsiteX1" fmla="*/ 152854 w 2336216"/>
                <a:gd name="connsiteY1" fmla="*/ 2024743 h 2353084"/>
                <a:gd name="connsiteX2" fmla="*/ 1188552 w 2336216"/>
                <a:gd name="connsiteY2" fmla="*/ 2341983 h 2353084"/>
                <a:gd name="connsiteX3" fmla="*/ 2150537 w 2336216"/>
                <a:gd name="connsiteY3" fmla="*/ 1800810 h 2353084"/>
                <a:gd name="connsiteX4" fmla="*/ 2336216 w 2336216"/>
                <a:gd name="connsiteY4" fmla="*/ 0 h 2353084"/>
                <a:gd name="connsiteX0" fmla="*/ 22225 w 2341295"/>
                <a:gd name="connsiteY0" fmla="*/ 485192 h 2353084"/>
                <a:gd name="connsiteX1" fmla="*/ 152854 w 2341295"/>
                <a:gd name="connsiteY1" fmla="*/ 2024743 h 2353084"/>
                <a:gd name="connsiteX2" fmla="*/ 1188552 w 2341295"/>
                <a:gd name="connsiteY2" fmla="*/ 2341983 h 2353084"/>
                <a:gd name="connsiteX3" fmla="*/ 2150537 w 2341295"/>
                <a:gd name="connsiteY3" fmla="*/ 1800810 h 2353084"/>
                <a:gd name="connsiteX4" fmla="*/ 2336216 w 2341295"/>
                <a:gd name="connsiteY4" fmla="*/ 0 h 2353084"/>
                <a:gd name="connsiteX0" fmla="*/ 22225 w 2394999"/>
                <a:gd name="connsiteY0" fmla="*/ 511317 h 2379209"/>
                <a:gd name="connsiteX1" fmla="*/ 152854 w 2394999"/>
                <a:gd name="connsiteY1" fmla="*/ 2050868 h 2379209"/>
                <a:gd name="connsiteX2" fmla="*/ 1188552 w 2394999"/>
                <a:gd name="connsiteY2" fmla="*/ 2368108 h 2379209"/>
                <a:gd name="connsiteX3" fmla="*/ 2150537 w 2394999"/>
                <a:gd name="connsiteY3" fmla="*/ 1826935 h 2379209"/>
                <a:gd name="connsiteX4" fmla="*/ 2394999 w 2394999"/>
                <a:gd name="connsiteY4" fmla="*/ 0 h 2379209"/>
                <a:gd name="connsiteX0" fmla="*/ 19745 w 2402044"/>
                <a:gd name="connsiteY0" fmla="*/ 692292 h 2377008"/>
                <a:gd name="connsiteX1" fmla="*/ 159899 w 2402044"/>
                <a:gd name="connsiteY1" fmla="*/ 2050868 h 2377008"/>
                <a:gd name="connsiteX2" fmla="*/ 1195597 w 2402044"/>
                <a:gd name="connsiteY2" fmla="*/ 2368108 h 2377008"/>
                <a:gd name="connsiteX3" fmla="*/ 2157582 w 2402044"/>
                <a:gd name="connsiteY3" fmla="*/ 1826935 h 2377008"/>
                <a:gd name="connsiteX4" fmla="*/ 2402044 w 2402044"/>
                <a:gd name="connsiteY4" fmla="*/ 0 h 237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2044" h="2377008">
                  <a:moveTo>
                    <a:pt x="19745" y="692292"/>
                  </a:moveTo>
                  <a:cubicBezTo>
                    <a:pt x="-8247" y="1312778"/>
                    <a:pt x="-36076" y="1771565"/>
                    <a:pt x="159899" y="2050868"/>
                  </a:cubicBezTo>
                  <a:cubicBezTo>
                    <a:pt x="355874" y="2330171"/>
                    <a:pt x="862650" y="2405430"/>
                    <a:pt x="1195597" y="2368108"/>
                  </a:cubicBezTo>
                  <a:cubicBezTo>
                    <a:pt x="1528544" y="2330786"/>
                    <a:pt x="1927427" y="2243702"/>
                    <a:pt x="2157582" y="1826935"/>
                  </a:cubicBezTo>
                  <a:cubicBezTo>
                    <a:pt x="2420394" y="1273008"/>
                    <a:pt x="2389604" y="1136779"/>
                    <a:pt x="2402044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5" name="Forma libre: forma 64">
              <a:extLst>
                <a:ext uri="{FF2B5EF4-FFF2-40B4-BE49-F238E27FC236}">
                  <a16:creationId xmlns:a16="http://schemas.microsoft.com/office/drawing/2014/main" id="{9168EFB3-D5A7-4D20-93FB-9F290D59349D}"/>
                </a:ext>
              </a:extLst>
            </p:cNvPr>
            <p:cNvSpPr/>
            <p:nvPr/>
          </p:nvSpPr>
          <p:spPr>
            <a:xfrm>
              <a:off x="5134091" y="233497"/>
              <a:ext cx="1694440" cy="1639250"/>
            </a:xfrm>
            <a:custGeom>
              <a:avLst/>
              <a:gdLst>
                <a:gd name="connsiteX0" fmla="*/ 121478 w 1819649"/>
                <a:gd name="connsiteY0" fmla="*/ 0 h 1555883"/>
                <a:gd name="connsiteX1" fmla="*/ 177462 w 1819649"/>
                <a:gd name="connsiteY1" fmla="*/ 1399592 h 1555883"/>
                <a:gd name="connsiteX2" fmla="*/ 1819649 w 1819649"/>
                <a:gd name="connsiteY2" fmla="*/ 1539551 h 1555883"/>
                <a:gd name="connsiteX0" fmla="*/ 44037 w 1742208"/>
                <a:gd name="connsiteY0" fmla="*/ 0 h 1547057"/>
                <a:gd name="connsiteX1" fmla="*/ 323955 w 1742208"/>
                <a:gd name="connsiteY1" fmla="*/ 1380931 h 1547057"/>
                <a:gd name="connsiteX2" fmla="*/ 1742208 w 1742208"/>
                <a:gd name="connsiteY2" fmla="*/ 1539551 h 1547057"/>
                <a:gd name="connsiteX0" fmla="*/ 27283 w 1725454"/>
                <a:gd name="connsiteY0" fmla="*/ 0 h 1539551"/>
                <a:gd name="connsiteX1" fmla="*/ 456491 w 1725454"/>
                <a:gd name="connsiteY1" fmla="*/ 1352939 h 1539551"/>
                <a:gd name="connsiteX2" fmla="*/ 1725454 w 1725454"/>
                <a:gd name="connsiteY2" fmla="*/ 1539551 h 1539551"/>
                <a:gd name="connsiteX0" fmla="*/ 24805 w 1760299"/>
                <a:gd name="connsiteY0" fmla="*/ 0 h 1558212"/>
                <a:gd name="connsiteX1" fmla="*/ 491336 w 1760299"/>
                <a:gd name="connsiteY1" fmla="*/ 1371600 h 1558212"/>
                <a:gd name="connsiteX2" fmla="*/ 1760299 w 1760299"/>
                <a:gd name="connsiteY2" fmla="*/ 1558212 h 1558212"/>
                <a:gd name="connsiteX0" fmla="*/ 17801 w 1753295"/>
                <a:gd name="connsiteY0" fmla="*/ 0 h 1558212"/>
                <a:gd name="connsiteX1" fmla="*/ 642952 w 1753295"/>
                <a:gd name="connsiteY1" fmla="*/ 1324947 h 1558212"/>
                <a:gd name="connsiteX2" fmla="*/ 1753295 w 1753295"/>
                <a:gd name="connsiteY2" fmla="*/ 1558212 h 1558212"/>
                <a:gd name="connsiteX0" fmla="*/ 17518 w 1753012"/>
                <a:gd name="connsiteY0" fmla="*/ 0 h 1558212"/>
                <a:gd name="connsiteX1" fmla="*/ 642669 w 1753012"/>
                <a:gd name="connsiteY1" fmla="*/ 1324947 h 1558212"/>
                <a:gd name="connsiteX2" fmla="*/ 1753012 w 1753012"/>
                <a:gd name="connsiteY2" fmla="*/ 1558212 h 1558212"/>
                <a:gd name="connsiteX0" fmla="*/ 20970 w 1663158"/>
                <a:gd name="connsiteY0" fmla="*/ 0 h 1642187"/>
                <a:gd name="connsiteX1" fmla="*/ 552815 w 1663158"/>
                <a:gd name="connsiteY1" fmla="*/ 1408922 h 1642187"/>
                <a:gd name="connsiteX2" fmla="*/ 1663158 w 1663158"/>
                <a:gd name="connsiteY2" fmla="*/ 1642187 h 1642187"/>
                <a:gd name="connsiteX0" fmla="*/ 0 w 1642188"/>
                <a:gd name="connsiteY0" fmla="*/ 0 h 1642187"/>
                <a:gd name="connsiteX1" fmla="*/ 214604 w 1642188"/>
                <a:gd name="connsiteY1" fmla="*/ 1073021 h 1642187"/>
                <a:gd name="connsiteX2" fmla="*/ 531845 w 1642188"/>
                <a:gd name="connsiteY2" fmla="*/ 1408922 h 1642187"/>
                <a:gd name="connsiteX3" fmla="*/ 1642188 w 1642188"/>
                <a:gd name="connsiteY3" fmla="*/ 1642187 h 1642187"/>
                <a:gd name="connsiteX0" fmla="*/ 0 w 1642188"/>
                <a:gd name="connsiteY0" fmla="*/ 0 h 1642187"/>
                <a:gd name="connsiteX1" fmla="*/ 139959 w 1642188"/>
                <a:gd name="connsiteY1" fmla="*/ 951724 h 1642187"/>
                <a:gd name="connsiteX2" fmla="*/ 531845 w 1642188"/>
                <a:gd name="connsiteY2" fmla="*/ 1408922 h 1642187"/>
                <a:gd name="connsiteX3" fmla="*/ 1642188 w 1642188"/>
                <a:gd name="connsiteY3" fmla="*/ 1642187 h 1642187"/>
                <a:gd name="connsiteX0" fmla="*/ 0 w 1642188"/>
                <a:gd name="connsiteY0" fmla="*/ 0 h 1642187"/>
                <a:gd name="connsiteX1" fmla="*/ 83975 w 1642188"/>
                <a:gd name="connsiteY1" fmla="*/ 942393 h 1642187"/>
                <a:gd name="connsiteX2" fmla="*/ 531845 w 1642188"/>
                <a:gd name="connsiteY2" fmla="*/ 1408922 h 1642187"/>
                <a:gd name="connsiteX3" fmla="*/ 1642188 w 1642188"/>
                <a:gd name="connsiteY3" fmla="*/ 1642187 h 1642187"/>
                <a:gd name="connsiteX0" fmla="*/ 0 w 1642188"/>
                <a:gd name="connsiteY0" fmla="*/ 0 h 1645781"/>
                <a:gd name="connsiteX1" fmla="*/ 83975 w 1642188"/>
                <a:gd name="connsiteY1" fmla="*/ 942393 h 1645781"/>
                <a:gd name="connsiteX2" fmla="*/ 531845 w 1642188"/>
                <a:gd name="connsiteY2" fmla="*/ 1474236 h 1645781"/>
                <a:gd name="connsiteX3" fmla="*/ 1642188 w 1642188"/>
                <a:gd name="connsiteY3" fmla="*/ 1642187 h 1645781"/>
                <a:gd name="connsiteX0" fmla="*/ 0 w 1694440"/>
                <a:gd name="connsiteY0" fmla="*/ 0 h 1639250"/>
                <a:gd name="connsiteX1" fmla="*/ 136227 w 1694440"/>
                <a:gd name="connsiteY1" fmla="*/ 935862 h 1639250"/>
                <a:gd name="connsiteX2" fmla="*/ 584097 w 1694440"/>
                <a:gd name="connsiteY2" fmla="*/ 1467705 h 1639250"/>
                <a:gd name="connsiteX3" fmla="*/ 1694440 w 1694440"/>
                <a:gd name="connsiteY3" fmla="*/ 1635656 h 1639250"/>
                <a:gd name="connsiteX0" fmla="*/ 0 w 1694440"/>
                <a:gd name="connsiteY0" fmla="*/ 0 h 1639250"/>
                <a:gd name="connsiteX1" fmla="*/ 136227 w 1694440"/>
                <a:gd name="connsiteY1" fmla="*/ 935862 h 1639250"/>
                <a:gd name="connsiteX2" fmla="*/ 584097 w 1694440"/>
                <a:gd name="connsiteY2" fmla="*/ 1467705 h 1639250"/>
                <a:gd name="connsiteX3" fmla="*/ 1694440 w 1694440"/>
                <a:gd name="connsiteY3" fmla="*/ 1635656 h 1639250"/>
                <a:gd name="connsiteX0" fmla="*/ 0 w 1694440"/>
                <a:gd name="connsiteY0" fmla="*/ 0 h 1639250"/>
                <a:gd name="connsiteX1" fmla="*/ 110101 w 1694440"/>
                <a:gd name="connsiteY1" fmla="*/ 975050 h 1639250"/>
                <a:gd name="connsiteX2" fmla="*/ 584097 w 1694440"/>
                <a:gd name="connsiteY2" fmla="*/ 1467705 h 1639250"/>
                <a:gd name="connsiteX3" fmla="*/ 1694440 w 1694440"/>
                <a:gd name="connsiteY3" fmla="*/ 1635656 h 163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4440" h="1639250">
                  <a:moveTo>
                    <a:pt x="0" y="0"/>
                  </a:moveTo>
                  <a:cubicBezTo>
                    <a:pt x="5909" y="566680"/>
                    <a:pt x="21460" y="740230"/>
                    <a:pt x="110101" y="975050"/>
                  </a:cubicBezTo>
                  <a:cubicBezTo>
                    <a:pt x="198742" y="1209870"/>
                    <a:pt x="355497" y="1355738"/>
                    <a:pt x="584097" y="1467705"/>
                  </a:cubicBezTo>
                  <a:cubicBezTo>
                    <a:pt x="867125" y="1724297"/>
                    <a:pt x="1579363" y="1609219"/>
                    <a:pt x="1694440" y="163565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AE3A838A-CC0A-489F-852B-4D86A5F9B64D}"/>
                </a:ext>
              </a:extLst>
            </p:cNvPr>
            <p:cNvSpPr/>
            <p:nvPr/>
          </p:nvSpPr>
          <p:spPr>
            <a:xfrm>
              <a:off x="2305972" y="1157540"/>
              <a:ext cx="213294" cy="88249"/>
            </a:xfrm>
            <a:prstGeom prst="ellipse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2CF0178F-2869-47CD-BB54-70B5CD2FFE2B}"/>
                </a:ext>
              </a:extLst>
            </p:cNvPr>
            <p:cNvSpPr/>
            <p:nvPr/>
          </p:nvSpPr>
          <p:spPr>
            <a:xfrm>
              <a:off x="2302373" y="1343082"/>
              <a:ext cx="213294" cy="88249"/>
            </a:xfrm>
            <a:prstGeom prst="ellipse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Elipse 67">
              <a:extLst>
                <a:ext uri="{FF2B5EF4-FFF2-40B4-BE49-F238E27FC236}">
                  <a16:creationId xmlns:a16="http://schemas.microsoft.com/office/drawing/2014/main" id="{7B4F841C-BD5A-4CA2-BA37-78BF30F60708}"/>
                </a:ext>
              </a:extLst>
            </p:cNvPr>
            <p:cNvSpPr/>
            <p:nvPr/>
          </p:nvSpPr>
          <p:spPr>
            <a:xfrm>
              <a:off x="4920797" y="338866"/>
              <a:ext cx="213294" cy="88249"/>
            </a:xfrm>
            <a:prstGeom prst="ellipse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724A1AB8-B09E-47C0-B187-914D8985FC37}"/>
                </a:ext>
              </a:extLst>
            </p:cNvPr>
            <p:cNvSpPr/>
            <p:nvPr/>
          </p:nvSpPr>
          <p:spPr>
            <a:xfrm>
              <a:off x="4920797" y="499392"/>
              <a:ext cx="213294" cy="88249"/>
            </a:xfrm>
            <a:prstGeom prst="ellipse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23AF061B-4ED7-4DFB-ABB5-D9632175DAEF}"/>
                </a:ext>
              </a:extLst>
            </p:cNvPr>
            <p:cNvSpPr/>
            <p:nvPr/>
          </p:nvSpPr>
          <p:spPr>
            <a:xfrm>
              <a:off x="4905817" y="679587"/>
              <a:ext cx="246273" cy="92522"/>
            </a:xfrm>
            <a:prstGeom prst="ellipse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11F57E17-B892-45F9-985A-DCB75E1A3CAF}"/>
                </a:ext>
              </a:extLst>
            </p:cNvPr>
            <p:cNvSpPr/>
            <p:nvPr/>
          </p:nvSpPr>
          <p:spPr>
            <a:xfrm>
              <a:off x="1741468" y="3069279"/>
              <a:ext cx="187684" cy="187200"/>
            </a:xfrm>
            <a:prstGeom prst="ellipse">
              <a:avLst/>
            </a:prstGeom>
            <a:noFill/>
            <a:ln w="381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72" name="Conector recto 71">
              <a:extLst>
                <a:ext uri="{FF2B5EF4-FFF2-40B4-BE49-F238E27FC236}">
                  <a16:creationId xmlns:a16="http://schemas.microsoft.com/office/drawing/2014/main" id="{C0FCF5FD-683B-4FB2-A530-BF646593EB84}"/>
                </a:ext>
              </a:extLst>
            </p:cNvPr>
            <p:cNvCxnSpPr/>
            <p:nvPr/>
          </p:nvCxnSpPr>
          <p:spPr>
            <a:xfrm>
              <a:off x="2343152" y="3575005"/>
              <a:ext cx="184097" cy="18691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3B44F23C-169C-46BA-93CF-ACF877F07B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39884" y="3571665"/>
              <a:ext cx="184097" cy="18620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A1A61E56-2F22-438A-A766-696432777CEE}"/>
                </a:ext>
              </a:extLst>
            </p:cNvPr>
            <p:cNvCxnSpPr/>
            <p:nvPr/>
          </p:nvCxnSpPr>
          <p:spPr>
            <a:xfrm>
              <a:off x="4940173" y="2571232"/>
              <a:ext cx="184097" cy="18691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C0687575-3182-43E3-9641-65450AC501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6905" y="2567892"/>
              <a:ext cx="184097" cy="18620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7402CE06-4C37-48BE-9916-04A4315C9B41}"/>
                </a:ext>
              </a:extLst>
            </p:cNvPr>
            <p:cNvSpPr/>
            <p:nvPr/>
          </p:nvSpPr>
          <p:spPr>
            <a:xfrm>
              <a:off x="5559726" y="3068526"/>
              <a:ext cx="187684" cy="187200"/>
            </a:xfrm>
            <a:prstGeom prst="ellipse">
              <a:avLst/>
            </a:prstGeom>
            <a:noFill/>
            <a:ln w="381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7" name="Forma libre: forma 76">
              <a:extLst>
                <a:ext uri="{FF2B5EF4-FFF2-40B4-BE49-F238E27FC236}">
                  <a16:creationId xmlns:a16="http://schemas.microsoft.com/office/drawing/2014/main" id="{4958D83E-21AE-4356-8FBA-401DA3A680A1}"/>
                </a:ext>
              </a:extLst>
            </p:cNvPr>
            <p:cNvSpPr/>
            <p:nvPr/>
          </p:nvSpPr>
          <p:spPr>
            <a:xfrm>
              <a:off x="5055359" y="154161"/>
              <a:ext cx="2332619" cy="3001286"/>
            </a:xfrm>
            <a:custGeom>
              <a:avLst/>
              <a:gdLst>
                <a:gd name="connsiteX0" fmla="*/ 899 w 2241179"/>
                <a:gd name="connsiteY0" fmla="*/ 0 h 2926747"/>
                <a:gd name="connsiteX1" fmla="*/ 92339 w 2241179"/>
                <a:gd name="connsiteY1" fmla="*/ 1547949 h 2926747"/>
                <a:gd name="connsiteX2" fmla="*/ 582196 w 2241179"/>
                <a:gd name="connsiteY2" fmla="*/ 2913017 h 2926747"/>
                <a:gd name="connsiteX3" fmla="*/ 582196 w 2241179"/>
                <a:gd name="connsiteY3" fmla="*/ 2272937 h 2926747"/>
                <a:gd name="connsiteX4" fmla="*/ 1692539 w 2241179"/>
                <a:gd name="connsiteY4" fmla="*/ 2638697 h 2926747"/>
                <a:gd name="connsiteX5" fmla="*/ 2241179 w 2241179"/>
                <a:gd name="connsiteY5" fmla="*/ 2592977 h 2926747"/>
                <a:gd name="connsiteX0" fmla="*/ 899 w 2241179"/>
                <a:gd name="connsiteY0" fmla="*/ 0 h 2938774"/>
                <a:gd name="connsiteX1" fmla="*/ 92339 w 2241179"/>
                <a:gd name="connsiteY1" fmla="*/ 1547949 h 2938774"/>
                <a:gd name="connsiteX2" fmla="*/ 582196 w 2241179"/>
                <a:gd name="connsiteY2" fmla="*/ 2913017 h 2938774"/>
                <a:gd name="connsiteX3" fmla="*/ 889173 w 2241179"/>
                <a:gd name="connsiteY3" fmla="*/ 2455817 h 2938774"/>
                <a:gd name="connsiteX4" fmla="*/ 1692539 w 2241179"/>
                <a:gd name="connsiteY4" fmla="*/ 2638697 h 2938774"/>
                <a:gd name="connsiteX5" fmla="*/ 2241179 w 2241179"/>
                <a:gd name="connsiteY5" fmla="*/ 2592977 h 2938774"/>
                <a:gd name="connsiteX0" fmla="*/ 899 w 2241179"/>
                <a:gd name="connsiteY0" fmla="*/ 0 h 3001286"/>
                <a:gd name="connsiteX1" fmla="*/ 92339 w 2241179"/>
                <a:gd name="connsiteY1" fmla="*/ 1547949 h 3001286"/>
                <a:gd name="connsiteX2" fmla="*/ 582196 w 2241179"/>
                <a:gd name="connsiteY2" fmla="*/ 2913017 h 3001286"/>
                <a:gd name="connsiteX3" fmla="*/ 614853 w 2241179"/>
                <a:gd name="connsiteY3" fmla="*/ 2821576 h 3001286"/>
                <a:gd name="connsiteX4" fmla="*/ 889173 w 2241179"/>
                <a:gd name="connsiteY4" fmla="*/ 2455817 h 3001286"/>
                <a:gd name="connsiteX5" fmla="*/ 1692539 w 2241179"/>
                <a:gd name="connsiteY5" fmla="*/ 2638697 h 3001286"/>
                <a:gd name="connsiteX6" fmla="*/ 2241179 w 2241179"/>
                <a:gd name="connsiteY6" fmla="*/ 2592977 h 3001286"/>
                <a:gd name="connsiteX0" fmla="*/ 899 w 2241179"/>
                <a:gd name="connsiteY0" fmla="*/ 0 h 3001286"/>
                <a:gd name="connsiteX1" fmla="*/ 92339 w 2241179"/>
                <a:gd name="connsiteY1" fmla="*/ 1547949 h 3001286"/>
                <a:gd name="connsiteX2" fmla="*/ 582196 w 2241179"/>
                <a:gd name="connsiteY2" fmla="*/ 2913017 h 3001286"/>
                <a:gd name="connsiteX3" fmla="*/ 614853 w 2241179"/>
                <a:gd name="connsiteY3" fmla="*/ 2821576 h 3001286"/>
                <a:gd name="connsiteX4" fmla="*/ 889173 w 2241179"/>
                <a:gd name="connsiteY4" fmla="*/ 2455817 h 3001286"/>
                <a:gd name="connsiteX5" fmla="*/ 1699071 w 2241179"/>
                <a:gd name="connsiteY5" fmla="*/ 2586445 h 3001286"/>
                <a:gd name="connsiteX6" fmla="*/ 2241179 w 2241179"/>
                <a:gd name="connsiteY6" fmla="*/ 2592977 h 3001286"/>
                <a:gd name="connsiteX0" fmla="*/ 899 w 2332619"/>
                <a:gd name="connsiteY0" fmla="*/ 0 h 3001286"/>
                <a:gd name="connsiteX1" fmla="*/ 92339 w 2332619"/>
                <a:gd name="connsiteY1" fmla="*/ 1547949 h 3001286"/>
                <a:gd name="connsiteX2" fmla="*/ 582196 w 2332619"/>
                <a:gd name="connsiteY2" fmla="*/ 2913017 h 3001286"/>
                <a:gd name="connsiteX3" fmla="*/ 614853 w 2332619"/>
                <a:gd name="connsiteY3" fmla="*/ 2821576 h 3001286"/>
                <a:gd name="connsiteX4" fmla="*/ 889173 w 2332619"/>
                <a:gd name="connsiteY4" fmla="*/ 2455817 h 3001286"/>
                <a:gd name="connsiteX5" fmla="*/ 1699071 w 2332619"/>
                <a:gd name="connsiteY5" fmla="*/ 2586445 h 3001286"/>
                <a:gd name="connsiteX6" fmla="*/ 2332619 w 2332619"/>
                <a:gd name="connsiteY6" fmla="*/ 2632165 h 300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32619" h="3001286">
                  <a:moveTo>
                    <a:pt x="899" y="0"/>
                  </a:moveTo>
                  <a:cubicBezTo>
                    <a:pt x="-1823" y="531223"/>
                    <a:pt x="-4544" y="1062446"/>
                    <a:pt x="92339" y="1547949"/>
                  </a:cubicBezTo>
                  <a:cubicBezTo>
                    <a:pt x="189222" y="2033452"/>
                    <a:pt x="495110" y="2700746"/>
                    <a:pt x="582196" y="2913017"/>
                  </a:cubicBezTo>
                  <a:cubicBezTo>
                    <a:pt x="669282" y="3125288"/>
                    <a:pt x="563690" y="2897776"/>
                    <a:pt x="614853" y="2821576"/>
                  </a:cubicBezTo>
                  <a:cubicBezTo>
                    <a:pt x="666016" y="2745376"/>
                    <a:pt x="708470" y="2495006"/>
                    <a:pt x="889173" y="2455817"/>
                  </a:cubicBezTo>
                  <a:cubicBezTo>
                    <a:pt x="1069876" y="2416629"/>
                    <a:pt x="1422574" y="2533105"/>
                    <a:pt x="1699071" y="2586445"/>
                  </a:cubicBezTo>
                  <a:cubicBezTo>
                    <a:pt x="1975568" y="2639785"/>
                    <a:pt x="2155182" y="2567939"/>
                    <a:pt x="2332619" y="263216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8" name="Forma libre: forma 77">
              <a:extLst>
                <a:ext uri="{FF2B5EF4-FFF2-40B4-BE49-F238E27FC236}">
                  <a16:creationId xmlns:a16="http://schemas.microsoft.com/office/drawing/2014/main" id="{29365FBF-4255-4D27-A4EC-1EAEDAE6118F}"/>
                </a:ext>
              </a:extLst>
            </p:cNvPr>
            <p:cNvSpPr/>
            <p:nvPr/>
          </p:nvSpPr>
          <p:spPr>
            <a:xfrm>
              <a:off x="849436" y="951721"/>
              <a:ext cx="1457384" cy="2192351"/>
            </a:xfrm>
            <a:custGeom>
              <a:avLst/>
              <a:gdLst>
                <a:gd name="connsiteX0" fmla="*/ 1548006 w 1548006"/>
                <a:gd name="connsiteY0" fmla="*/ 0 h 2410266"/>
                <a:gd name="connsiteX1" fmla="*/ 1436971 w 1548006"/>
                <a:gd name="connsiteY1" fmla="*/ 1580605 h 2410266"/>
                <a:gd name="connsiteX2" fmla="*/ 992834 w 1548006"/>
                <a:gd name="connsiteY2" fmla="*/ 2397034 h 2410266"/>
                <a:gd name="connsiteX3" fmla="*/ 907926 w 1548006"/>
                <a:gd name="connsiteY3" fmla="*/ 2096588 h 2410266"/>
                <a:gd name="connsiteX4" fmla="*/ 57 w 1548006"/>
                <a:gd name="connsiteY4" fmla="*/ 2240280 h 2410266"/>
                <a:gd name="connsiteX0" fmla="*/ 1548037 w 1548037"/>
                <a:gd name="connsiteY0" fmla="*/ 0 h 2412876"/>
                <a:gd name="connsiteX1" fmla="*/ 1437002 w 1548037"/>
                <a:gd name="connsiteY1" fmla="*/ 1580605 h 2412876"/>
                <a:gd name="connsiteX2" fmla="*/ 992865 w 1548037"/>
                <a:gd name="connsiteY2" fmla="*/ 2397034 h 2412876"/>
                <a:gd name="connsiteX3" fmla="*/ 646700 w 1548037"/>
                <a:gd name="connsiteY3" fmla="*/ 2129245 h 2412876"/>
                <a:gd name="connsiteX4" fmla="*/ 88 w 1548037"/>
                <a:gd name="connsiteY4" fmla="*/ 2240280 h 2412876"/>
                <a:gd name="connsiteX0" fmla="*/ 1548037 w 1548037"/>
                <a:gd name="connsiteY0" fmla="*/ 0 h 2444330"/>
                <a:gd name="connsiteX1" fmla="*/ 1437002 w 1548037"/>
                <a:gd name="connsiteY1" fmla="*/ 1580605 h 2444330"/>
                <a:gd name="connsiteX2" fmla="*/ 1025522 w 1548037"/>
                <a:gd name="connsiteY2" fmla="*/ 2429691 h 2444330"/>
                <a:gd name="connsiteX3" fmla="*/ 646700 w 1548037"/>
                <a:gd name="connsiteY3" fmla="*/ 2129245 h 2444330"/>
                <a:gd name="connsiteX4" fmla="*/ 88 w 1548037"/>
                <a:gd name="connsiteY4" fmla="*/ 2240280 h 2444330"/>
                <a:gd name="connsiteX0" fmla="*/ 1548037 w 1548037"/>
                <a:gd name="connsiteY0" fmla="*/ 0 h 2433495"/>
                <a:gd name="connsiteX1" fmla="*/ 1437002 w 1548037"/>
                <a:gd name="connsiteY1" fmla="*/ 1580605 h 2433495"/>
                <a:gd name="connsiteX2" fmla="*/ 1025522 w 1548037"/>
                <a:gd name="connsiteY2" fmla="*/ 2429691 h 2433495"/>
                <a:gd name="connsiteX3" fmla="*/ 646700 w 1548037"/>
                <a:gd name="connsiteY3" fmla="*/ 2129245 h 2433495"/>
                <a:gd name="connsiteX4" fmla="*/ 88 w 1548037"/>
                <a:gd name="connsiteY4" fmla="*/ 2240280 h 2433495"/>
                <a:gd name="connsiteX0" fmla="*/ 1548037 w 1548037"/>
                <a:gd name="connsiteY0" fmla="*/ 0 h 2429761"/>
                <a:gd name="connsiteX1" fmla="*/ 1437002 w 1548037"/>
                <a:gd name="connsiteY1" fmla="*/ 1580605 h 2429761"/>
                <a:gd name="connsiteX2" fmla="*/ 1025522 w 1548037"/>
                <a:gd name="connsiteY2" fmla="*/ 2429691 h 2429761"/>
                <a:gd name="connsiteX3" fmla="*/ 646700 w 1548037"/>
                <a:gd name="connsiteY3" fmla="*/ 2129245 h 2429761"/>
                <a:gd name="connsiteX4" fmla="*/ 88 w 1548037"/>
                <a:gd name="connsiteY4" fmla="*/ 2240280 h 242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8037" h="2429761">
                  <a:moveTo>
                    <a:pt x="1548037" y="0"/>
                  </a:moveTo>
                  <a:cubicBezTo>
                    <a:pt x="1538784" y="590549"/>
                    <a:pt x="1524088" y="1175657"/>
                    <a:pt x="1437002" y="1580605"/>
                  </a:cubicBezTo>
                  <a:cubicBezTo>
                    <a:pt x="1349916" y="1985554"/>
                    <a:pt x="993953" y="2436222"/>
                    <a:pt x="1025522" y="2429691"/>
                  </a:cubicBezTo>
                  <a:cubicBezTo>
                    <a:pt x="1057091" y="2423160"/>
                    <a:pt x="812163" y="2155371"/>
                    <a:pt x="646700" y="2129245"/>
                  </a:cubicBezTo>
                  <a:cubicBezTo>
                    <a:pt x="481237" y="2103119"/>
                    <a:pt x="-7532" y="2325188"/>
                    <a:pt x="88" y="224028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9" name="Arco 78">
              <a:extLst>
                <a:ext uri="{FF2B5EF4-FFF2-40B4-BE49-F238E27FC236}">
                  <a16:creationId xmlns:a16="http://schemas.microsoft.com/office/drawing/2014/main" id="{1E998F86-9958-4BD5-B069-EE82C383BE34}"/>
                </a:ext>
              </a:extLst>
            </p:cNvPr>
            <p:cNvSpPr/>
            <p:nvPr/>
          </p:nvSpPr>
          <p:spPr>
            <a:xfrm rot="6263406">
              <a:off x="2291576" y="1411956"/>
              <a:ext cx="212499" cy="257013"/>
            </a:xfrm>
            <a:prstGeom prst="arc">
              <a:avLst>
                <a:gd name="adj1" fmla="val 16200000"/>
                <a:gd name="adj2" fmla="val 317607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Arco 79">
              <a:extLst>
                <a:ext uri="{FF2B5EF4-FFF2-40B4-BE49-F238E27FC236}">
                  <a16:creationId xmlns:a16="http://schemas.microsoft.com/office/drawing/2014/main" id="{F4248276-8E4C-4FA9-ACA0-1A82184AAFC7}"/>
                </a:ext>
              </a:extLst>
            </p:cNvPr>
            <p:cNvSpPr/>
            <p:nvPr/>
          </p:nvSpPr>
          <p:spPr>
            <a:xfrm rot="6263406">
              <a:off x="2287430" y="1677256"/>
              <a:ext cx="212499" cy="257013"/>
            </a:xfrm>
            <a:prstGeom prst="arc">
              <a:avLst>
                <a:gd name="adj1" fmla="val 16200000"/>
                <a:gd name="adj2" fmla="val 317607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2" name="Arco 81">
              <a:extLst>
                <a:ext uri="{FF2B5EF4-FFF2-40B4-BE49-F238E27FC236}">
                  <a16:creationId xmlns:a16="http://schemas.microsoft.com/office/drawing/2014/main" id="{7D4226ED-33C4-4BC4-AE6A-7AEDD6381EA9}"/>
                </a:ext>
              </a:extLst>
            </p:cNvPr>
            <p:cNvSpPr/>
            <p:nvPr/>
          </p:nvSpPr>
          <p:spPr>
            <a:xfrm rot="6263406">
              <a:off x="2267171" y="1890516"/>
              <a:ext cx="283699" cy="346602"/>
            </a:xfrm>
            <a:prstGeom prst="arc">
              <a:avLst>
                <a:gd name="adj1" fmla="val 16200000"/>
                <a:gd name="adj2" fmla="val 317607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3" name="Arco 82">
              <a:extLst>
                <a:ext uri="{FF2B5EF4-FFF2-40B4-BE49-F238E27FC236}">
                  <a16:creationId xmlns:a16="http://schemas.microsoft.com/office/drawing/2014/main" id="{0C807972-21AB-4E70-B8FB-67C08C15C40C}"/>
                </a:ext>
              </a:extLst>
            </p:cNvPr>
            <p:cNvSpPr/>
            <p:nvPr/>
          </p:nvSpPr>
          <p:spPr>
            <a:xfrm rot="5235073">
              <a:off x="2371431" y="2054547"/>
              <a:ext cx="312600" cy="681693"/>
            </a:xfrm>
            <a:prstGeom prst="arc">
              <a:avLst>
                <a:gd name="adj1" fmla="val 17334982"/>
                <a:gd name="adj2" fmla="val 474295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6" name="Arco 85">
              <a:extLst>
                <a:ext uri="{FF2B5EF4-FFF2-40B4-BE49-F238E27FC236}">
                  <a16:creationId xmlns:a16="http://schemas.microsoft.com/office/drawing/2014/main" id="{C700D740-F801-4BE6-95E8-A6AC4FBCACC8}"/>
                </a:ext>
              </a:extLst>
            </p:cNvPr>
            <p:cNvSpPr/>
            <p:nvPr/>
          </p:nvSpPr>
          <p:spPr>
            <a:xfrm rot="4702658">
              <a:off x="2469884" y="2024589"/>
              <a:ext cx="534725" cy="1427601"/>
            </a:xfrm>
            <a:prstGeom prst="arc">
              <a:avLst>
                <a:gd name="adj1" fmla="val 16458021"/>
                <a:gd name="adj2" fmla="val 546810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7" name="Arco 86">
              <a:extLst>
                <a:ext uri="{FF2B5EF4-FFF2-40B4-BE49-F238E27FC236}">
                  <a16:creationId xmlns:a16="http://schemas.microsoft.com/office/drawing/2014/main" id="{6F82CDAB-51A6-4485-B907-8D7647EEE008}"/>
                </a:ext>
              </a:extLst>
            </p:cNvPr>
            <p:cNvSpPr/>
            <p:nvPr/>
          </p:nvSpPr>
          <p:spPr>
            <a:xfrm rot="5400000">
              <a:off x="4894879" y="684494"/>
              <a:ext cx="282761" cy="319042"/>
            </a:xfrm>
            <a:prstGeom prst="arc">
              <a:avLst>
                <a:gd name="adj1" fmla="val 18221613"/>
                <a:gd name="adj2" fmla="val 336545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Arco 88">
              <a:extLst>
                <a:ext uri="{FF2B5EF4-FFF2-40B4-BE49-F238E27FC236}">
                  <a16:creationId xmlns:a16="http://schemas.microsoft.com/office/drawing/2014/main" id="{D570A64A-1BCA-4D61-914A-A52FEC68C464}"/>
                </a:ext>
              </a:extLst>
            </p:cNvPr>
            <p:cNvSpPr/>
            <p:nvPr/>
          </p:nvSpPr>
          <p:spPr>
            <a:xfrm rot="6263406">
              <a:off x="4900609" y="889145"/>
              <a:ext cx="284612" cy="346371"/>
            </a:xfrm>
            <a:prstGeom prst="arc">
              <a:avLst>
                <a:gd name="adj1" fmla="val 16200000"/>
                <a:gd name="adj2" fmla="val 317607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0" name="Arco 89">
              <a:extLst>
                <a:ext uri="{FF2B5EF4-FFF2-40B4-BE49-F238E27FC236}">
                  <a16:creationId xmlns:a16="http://schemas.microsoft.com/office/drawing/2014/main" id="{004D0475-12CF-4916-9ECC-26AD45CB4DA5}"/>
                </a:ext>
              </a:extLst>
            </p:cNvPr>
            <p:cNvSpPr/>
            <p:nvPr/>
          </p:nvSpPr>
          <p:spPr>
            <a:xfrm rot="6263406">
              <a:off x="4917375" y="1077206"/>
              <a:ext cx="313344" cy="638035"/>
            </a:xfrm>
            <a:prstGeom prst="arc">
              <a:avLst>
                <a:gd name="adj1" fmla="val 16200000"/>
                <a:gd name="adj2" fmla="val 317607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1" name="Arco 90">
              <a:extLst>
                <a:ext uri="{FF2B5EF4-FFF2-40B4-BE49-F238E27FC236}">
                  <a16:creationId xmlns:a16="http://schemas.microsoft.com/office/drawing/2014/main" id="{42E374F1-92C0-43B7-B8C3-6DDFF1AA3121}"/>
                </a:ext>
              </a:extLst>
            </p:cNvPr>
            <p:cNvSpPr/>
            <p:nvPr/>
          </p:nvSpPr>
          <p:spPr>
            <a:xfrm rot="5235073">
              <a:off x="5113181" y="1239974"/>
              <a:ext cx="418475" cy="1111600"/>
            </a:xfrm>
            <a:prstGeom prst="arc">
              <a:avLst>
                <a:gd name="adj1" fmla="val 16340023"/>
                <a:gd name="adj2" fmla="val 508860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2" name="Arco 91">
              <a:extLst>
                <a:ext uri="{FF2B5EF4-FFF2-40B4-BE49-F238E27FC236}">
                  <a16:creationId xmlns:a16="http://schemas.microsoft.com/office/drawing/2014/main" id="{C6202AE8-CF63-4C46-B74D-7289FAA387F6}"/>
                </a:ext>
              </a:extLst>
            </p:cNvPr>
            <p:cNvSpPr/>
            <p:nvPr/>
          </p:nvSpPr>
          <p:spPr>
            <a:xfrm rot="4702658">
              <a:off x="5181887" y="1073014"/>
              <a:ext cx="723461" cy="1859884"/>
            </a:xfrm>
            <a:prstGeom prst="arc">
              <a:avLst>
                <a:gd name="adj1" fmla="val 16458021"/>
                <a:gd name="adj2" fmla="val 546810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7" name="Forma libre: forma 96">
              <a:extLst>
                <a:ext uri="{FF2B5EF4-FFF2-40B4-BE49-F238E27FC236}">
                  <a16:creationId xmlns:a16="http://schemas.microsoft.com/office/drawing/2014/main" id="{F0AFD7D1-9D9A-4FCF-8525-9179343E8E95}"/>
                </a:ext>
              </a:extLst>
            </p:cNvPr>
            <p:cNvSpPr/>
            <p:nvPr/>
          </p:nvSpPr>
          <p:spPr>
            <a:xfrm>
              <a:off x="1143000" y="1985554"/>
              <a:ext cx="5695406" cy="2282369"/>
            </a:xfrm>
            <a:custGeom>
              <a:avLst/>
              <a:gdLst>
                <a:gd name="connsiteX0" fmla="*/ 0 w 5695406"/>
                <a:gd name="connsiteY0" fmla="*/ 1129937 h 2460509"/>
                <a:gd name="connsiteX1" fmla="*/ 476794 w 5695406"/>
                <a:gd name="connsiteY1" fmla="*/ 2135777 h 2460509"/>
                <a:gd name="connsiteX2" fmla="*/ 2161903 w 5695406"/>
                <a:gd name="connsiteY2" fmla="*/ 2423160 h 2460509"/>
                <a:gd name="connsiteX3" fmla="*/ 2984863 w 5695406"/>
                <a:gd name="connsiteY3" fmla="*/ 1410789 h 2460509"/>
                <a:gd name="connsiteX4" fmla="*/ 3807823 w 5695406"/>
                <a:gd name="connsiteY4" fmla="*/ 1005840 h 2460509"/>
                <a:gd name="connsiteX5" fmla="*/ 4905103 w 5695406"/>
                <a:gd name="connsiteY5" fmla="*/ 796835 h 2460509"/>
                <a:gd name="connsiteX6" fmla="*/ 5695406 w 5695406"/>
                <a:gd name="connsiteY6" fmla="*/ 0 h 2460509"/>
                <a:gd name="connsiteX0" fmla="*/ 0 w 5695406"/>
                <a:gd name="connsiteY0" fmla="*/ 1129937 h 2282369"/>
                <a:gd name="connsiteX1" fmla="*/ 476794 w 5695406"/>
                <a:gd name="connsiteY1" fmla="*/ 2135777 h 2282369"/>
                <a:gd name="connsiteX2" fmla="*/ 2011680 w 5695406"/>
                <a:gd name="connsiteY2" fmla="*/ 2201092 h 2282369"/>
                <a:gd name="connsiteX3" fmla="*/ 2984863 w 5695406"/>
                <a:gd name="connsiteY3" fmla="*/ 1410789 h 2282369"/>
                <a:gd name="connsiteX4" fmla="*/ 3807823 w 5695406"/>
                <a:gd name="connsiteY4" fmla="*/ 1005840 h 2282369"/>
                <a:gd name="connsiteX5" fmla="*/ 4905103 w 5695406"/>
                <a:gd name="connsiteY5" fmla="*/ 796835 h 2282369"/>
                <a:gd name="connsiteX6" fmla="*/ 5695406 w 5695406"/>
                <a:gd name="connsiteY6" fmla="*/ 0 h 2282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95406" h="2282369">
                  <a:moveTo>
                    <a:pt x="0" y="1129937"/>
                  </a:moveTo>
                  <a:cubicBezTo>
                    <a:pt x="58238" y="1525088"/>
                    <a:pt x="141514" y="1957251"/>
                    <a:pt x="476794" y="2135777"/>
                  </a:cubicBezTo>
                  <a:cubicBezTo>
                    <a:pt x="812074" y="2314303"/>
                    <a:pt x="1593669" y="2321923"/>
                    <a:pt x="2011680" y="2201092"/>
                  </a:cubicBezTo>
                  <a:cubicBezTo>
                    <a:pt x="2429691" y="2080261"/>
                    <a:pt x="2685506" y="1609998"/>
                    <a:pt x="2984863" y="1410789"/>
                  </a:cubicBezTo>
                  <a:cubicBezTo>
                    <a:pt x="3284220" y="1211580"/>
                    <a:pt x="3487783" y="1108166"/>
                    <a:pt x="3807823" y="1005840"/>
                  </a:cubicBezTo>
                  <a:cubicBezTo>
                    <a:pt x="4127863" y="903514"/>
                    <a:pt x="4590506" y="964475"/>
                    <a:pt x="4905103" y="796835"/>
                  </a:cubicBezTo>
                  <a:cubicBezTo>
                    <a:pt x="5219700" y="629195"/>
                    <a:pt x="5695406" y="0"/>
                    <a:pt x="5695406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Forma libre: forma 99">
              <a:extLst>
                <a:ext uri="{FF2B5EF4-FFF2-40B4-BE49-F238E27FC236}">
                  <a16:creationId xmlns:a16="http://schemas.microsoft.com/office/drawing/2014/main" id="{DC327B86-DA5F-451C-8365-6CA24CC862DF}"/>
                </a:ext>
              </a:extLst>
            </p:cNvPr>
            <p:cNvSpPr/>
            <p:nvPr/>
          </p:nvSpPr>
          <p:spPr>
            <a:xfrm>
              <a:off x="819239" y="2066146"/>
              <a:ext cx="6596743" cy="2563605"/>
            </a:xfrm>
            <a:custGeom>
              <a:avLst/>
              <a:gdLst>
                <a:gd name="connsiteX0" fmla="*/ 0 w 6596743"/>
                <a:gd name="connsiteY0" fmla="*/ 1110343 h 2543549"/>
                <a:gd name="connsiteX1" fmla="*/ 555172 w 6596743"/>
                <a:gd name="connsiteY1" fmla="*/ 2318657 h 2543549"/>
                <a:gd name="connsiteX2" fmla="*/ 2860766 w 6596743"/>
                <a:gd name="connsiteY2" fmla="*/ 2521132 h 2543549"/>
                <a:gd name="connsiteX3" fmla="*/ 3461658 w 6596743"/>
                <a:gd name="connsiteY3" fmla="*/ 2024743 h 2543549"/>
                <a:gd name="connsiteX4" fmla="*/ 5212080 w 6596743"/>
                <a:gd name="connsiteY4" fmla="*/ 1391195 h 2543549"/>
                <a:gd name="connsiteX5" fmla="*/ 6054635 w 6596743"/>
                <a:gd name="connsiteY5" fmla="*/ 770709 h 2543549"/>
                <a:gd name="connsiteX6" fmla="*/ 6596743 w 6596743"/>
                <a:gd name="connsiteY6" fmla="*/ 0 h 2543549"/>
                <a:gd name="connsiteX0" fmla="*/ 0 w 6596743"/>
                <a:gd name="connsiteY0" fmla="*/ 1110343 h 2547352"/>
                <a:gd name="connsiteX1" fmla="*/ 555172 w 6596743"/>
                <a:gd name="connsiteY1" fmla="*/ 2318657 h 2547352"/>
                <a:gd name="connsiteX2" fmla="*/ 2860766 w 6596743"/>
                <a:gd name="connsiteY2" fmla="*/ 2521132 h 2547352"/>
                <a:gd name="connsiteX3" fmla="*/ 3729447 w 6596743"/>
                <a:gd name="connsiteY3" fmla="*/ 1972492 h 2547352"/>
                <a:gd name="connsiteX4" fmla="*/ 5212080 w 6596743"/>
                <a:gd name="connsiteY4" fmla="*/ 1391195 h 2547352"/>
                <a:gd name="connsiteX5" fmla="*/ 6054635 w 6596743"/>
                <a:gd name="connsiteY5" fmla="*/ 770709 h 2547352"/>
                <a:gd name="connsiteX6" fmla="*/ 6596743 w 6596743"/>
                <a:gd name="connsiteY6" fmla="*/ 0 h 2547352"/>
                <a:gd name="connsiteX0" fmla="*/ 0 w 6596743"/>
                <a:gd name="connsiteY0" fmla="*/ 1110343 h 2563605"/>
                <a:gd name="connsiteX1" fmla="*/ 555172 w 6596743"/>
                <a:gd name="connsiteY1" fmla="*/ 2318657 h 2563605"/>
                <a:gd name="connsiteX2" fmla="*/ 2860766 w 6596743"/>
                <a:gd name="connsiteY2" fmla="*/ 2521132 h 2563605"/>
                <a:gd name="connsiteX3" fmla="*/ 3944984 w 6596743"/>
                <a:gd name="connsiteY3" fmla="*/ 1750424 h 2563605"/>
                <a:gd name="connsiteX4" fmla="*/ 5212080 w 6596743"/>
                <a:gd name="connsiteY4" fmla="*/ 1391195 h 2563605"/>
                <a:gd name="connsiteX5" fmla="*/ 6054635 w 6596743"/>
                <a:gd name="connsiteY5" fmla="*/ 770709 h 2563605"/>
                <a:gd name="connsiteX6" fmla="*/ 6596743 w 6596743"/>
                <a:gd name="connsiteY6" fmla="*/ 0 h 2563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96743" h="2563605">
                  <a:moveTo>
                    <a:pt x="0" y="1110343"/>
                  </a:moveTo>
                  <a:cubicBezTo>
                    <a:pt x="39189" y="1596934"/>
                    <a:pt x="78378" y="2083526"/>
                    <a:pt x="555172" y="2318657"/>
                  </a:cubicBezTo>
                  <a:cubicBezTo>
                    <a:pt x="1031966" y="2553789"/>
                    <a:pt x="2295797" y="2615837"/>
                    <a:pt x="2860766" y="2521132"/>
                  </a:cubicBezTo>
                  <a:cubicBezTo>
                    <a:pt x="3425735" y="2426427"/>
                    <a:pt x="3553098" y="1938747"/>
                    <a:pt x="3944984" y="1750424"/>
                  </a:cubicBezTo>
                  <a:cubicBezTo>
                    <a:pt x="4336870" y="1562101"/>
                    <a:pt x="4860472" y="1554481"/>
                    <a:pt x="5212080" y="1391195"/>
                  </a:cubicBezTo>
                  <a:cubicBezTo>
                    <a:pt x="5563688" y="1227909"/>
                    <a:pt x="5823858" y="1002575"/>
                    <a:pt x="6054635" y="770709"/>
                  </a:cubicBezTo>
                  <a:cubicBezTo>
                    <a:pt x="6285412" y="538843"/>
                    <a:pt x="6541226" y="17417"/>
                    <a:pt x="6596743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101" name="Conector: curvado 100">
              <a:extLst>
                <a:ext uri="{FF2B5EF4-FFF2-40B4-BE49-F238E27FC236}">
                  <a16:creationId xmlns:a16="http://schemas.microsoft.com/office/drawing/2014/main" id="{F535F58C-6D9B-422E-8BAF-7D7A0B375326}"/>
                </a:ext>
              </a:extLst>
            </p:cNvPr>
            <p:cNvCxnSpPr>
              <a:cxnSpLocks/>
            </p:cNvCxnSpPr>
            <p:nvPr/>
          </p:nvCxnSpPr>
          <p:spPr>
            <a:xfrm>
              <a:off x="5710957" y="3285955"/>
              <a:ext cx="611466" cy="532536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CuadroTexto 101">
              <a:extLst>
                <a:ext uri="{FF2B5EF4-FFF2-40B4-BE49-F238E27FC236}">
                  <a16:creationId xmlns:a16="http://schemas.microsoft.com/office/drawing/2014/main" id="{8CEA07B8-8166-40B2-859D-4CE95BD98BB8}"/>
                </a:ext>
              </a:extLst>
            </p:cNvPr>
            <p:cNvSpPr txBox="1"/>
            <p:nvPr/>
          </p:nvSpPr>
          <p:spPr>
            <a:xfrm>
              <a:off x="6270800" y="3651677"/>
              <a:ext cx="13477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B050"/>
                  </a:solidFill>
                </a:rPr>
                <a:t>Anti-</a:t>
              </a:r>
              <a:r>
                <a:rPr lang="en-US" sz="1400" dirty="0" err="1">
                  <a:solidFill>
                    <a:srgbClr val="00B050"/>
                  </a:solidFill>
                </a:rPr>
                <a:t>resonancia</a:t>
              </a:r>
              <a:r>
                <a:rPr lang="en-US" sz="1400" dirty="0">
                  <a:solidFill>
                    <a:srgbClr val="00B050"/>
                  </a:solidFill>
                </a:rPr>
                <a:t> “</a:t>
              </a:r>
              <a:r>
                <a:rPr lang="en-US" sz="1400" dirty="0" err="1">
                  <a:solidFill>
                    <a:srgbClr val="00B050"/>
                  </a:solidFill>
                </a:rPr>
                <a:t>estacas</a:t>
              </a:r>
              <a:r>
                <a:rPr lang="en-US" sz="1400" dirty="0">
                  <a:solidFill>
                    <a:srgbClr val="00B050"/>
                  </a:solidFill>
                </a:rPr>
                <a:t>”</a:t>
              </a:r>
              <a:endParaRPr lang="es-CL" sz="1400" dirty="0">
                <a:solidFill>
                  <a:srgbClr val="00B050"/>
                </a:solidFill>
              </a:endParaRPr>
            </a:p>
          </p:txBody>
        </p:sp>
        <p:cxnSp>
          <p:nvCxnSpPr>
            <p:cNvPr id="105" name="Conector: curvado 104">
              <a:extLst>
                <a:ext uri="{FF2B5EF4-FFF2-40B4-BE49-F238E27FC236}">
                  <a16:creationId xmlns:a16="http://schemas.microsoft.com/office/drawing/2014/main" id="{FCAE669E-CE8B-4CEB-B35A-4A27CE071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17736" y="316121"/>
              <a:ext cx="708298" cy="206726"/>
            </a:xfrm>
            <a:prstGeom prst="curvedConnector3">
              <a:avLst>
                <a:gd name="adj1" fmla="val 46311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CuadroTexto 107">
              <a:extLst>
                <a:ext uri="{FF2B5EF4-FFF2-40B4-BE49-F238E27FC236}">
                  <a16:creationId xmlns:a16="http://schemas.microsoft.com/office/drawing/2014/main" id="{92EE75B6-3F7B-483E-8104-758BFE9CC57A}"/>
                </a:ext>
              </a:extLst>
            </p:cNvPr>
            <p:cNvSpPr txBox="1"/>
            <p:nvPr/>
          </p:nvSpPr>
          <p:spPr>
            <a:xfrm>
              <a:off x="5747410" y="440538"/>
              <a:ext cx="13477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FF0000"/>
                  </a:solidFill>
                </a:rPr>
                <a:t>Resonancia</a:t>
              </a:r>
              <a:r>
                <a:rPr lang="en-US" sz="1400" dirty="0">
                  <a:solidFill>
                    <a:srgbClr val="FF0000"/>
                  </a:solidFill>
                </a:rPr>
                <a:t> “</a:t>
              </a:r>
              <a:r>
                <a:rPr lang="en-US" sz="1400" dirty="0" err="1">
                  <a:solidFill>
                    <a:srgbClr val="FF0000"/>
                  </a:solidFill>
                </a:rPr>
                <a:t>portantes</a:t>
              </a:r>
              <a:r>
                <a:rPr lang="en-US" sz="1400" dirty="0">
                  <a:solidFill>
                    <a:srgbClr val="FF0000"/>
                  </a:solidFill>
                </a:rPr>
                <a:t>”</a:t>
              </a:r>
              <a:endParaRPr lang="es-CL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109" name="Conector: curvado 108">
              <a:extLst>
                <a:ext uri="{FF2B5EF4-FFF2-40B4-BE49-F238E27FC236}">
                  <a16:creationId xmlns:a16="http://schemas.microsoft.com/office/drawing/2014/main" id="{59D2A984-4218-4929-82C5-6EB18F52E9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99972" y="1367292"/>
              <a:ext cx="627395" cy="364375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7AA12100-75D7-47AF-88B0-C8BB1205D45E}"/>
                </a:ext>
              </a:extLst>
            </p:cNvPr>
            <p:cNvSpPr txBox="1"/>
            <p:nvPr/>
          </p:nvSpPr>
          <p:spPr>
            <a:xfrm>
              <a:off x="6451610" y="1103737"/>
              <a:ext cx="17979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accent1"/>
                  </a:solidFill>
                </a:rPr>
                <a:t>Magnitud</a:t>
              </a:r>
              <a:r>
                <a:rPr lang="en-US" sz="1400" dirty="0">
                  <a:solidFill>
                    <a:schemeClr val="accent1"/>
                  </a:solidFill>
                </a:rPr>
                <a:t> |H(s)|</a:t>
              </a:r>
            </a:p>
            <a:p>
              <a:r>
                <a:rPr lang="en-US" sz="1400" dirty="0">
                  <a:solidFill>
                    <a:schemeClr val="accent1"/>
                  </a:solidFill>
                </a:rPr>
                <a:t>“</a:t>
              </a:r>
              <a:r>
                <a:rPr lang="en-US" sz="1400" dirty="0" err="1">
                  <a:solidFill>
                    <a:schemeClr val="accent1"/>
                  </a:solidFill>
                </a:rPr>
                <a:t>superficie</a:t>
              </a:r>
              <a:r>
                <a:rPr lang="en-US" sz="1400" dirty="0">
                  <a:solidFill>
                    <a:schemeClr val="accent1"/>
                  </a:solidFill>
                </a:rPr>
                <a:t> </a:t>
              </a:r>
              <a:r>
                <a:rPr lang="en-US" sz="1400" dirty="0" err="1">
                  <a:solidFill>
                    <a:schemeClr val="accent1"/>
                  </a:solidFill>
                </a:rPr>
                <a:t>carpa</a:t>
              </a:r>
              <a:r>
                <a:rPr lang="en-US" sz="1400" dirty="0">
                  <a:solidFill>
                    <a:schemeClr val="accent1"/>
                  </a:solidFill>
                </a:rPr>
                <a:t>”</a:t>
              </a:r>
              <a:endParaRPr lang="es-CL" sz="14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823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upo 120">
            <a:extLst>
              <a:ext uri="{FF2B5EF4-FFF2-40B4-BE49-F238E27FC236}">
                <a16:creationId xmlns:a16="http://schemas.microsoft.com/office/drawing/2014/main" id="{945AF93F-A2EF-4556-9291-2BAFFC77A79F}"/>
              </a:ext>
            </a:extLst>
          </p:cNvPr>
          <p:cNvGrpSpPr/>
          <p:nvPr/>
        </p:nvGrpSpPr>
        <p:grpSpPr>
          <a:xfrm>
            <a:off x="167553" y="92225"/>
            <a:ext cx="2944455" cy="1570180"/>
            <a:chOff x="167553" y="92225"/>
            <a:chExt cx="2944455" cy="1570180"/>
          </a:xfrm>
        </p:grpSpPr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7AE75F7F-1095-498A-A8B6-E02062F8F5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5411" y="452214"/>
              <a:ext cx="0" cy="1096681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89" name="Conector recto 88">
              <a:extLst>
                <a:ext uri="{FF2B5EF4-FFF2-40B4-BE49-F238E27FC236}">
                  <a16:creationId xmlns:a16="http://schemas.microsoft.com/office/drawing/2014/main" id="{E69E55A5-65C1-44FF-B66D-4412DC7A9098}"/>
                </a:ext>
              </a:extLst>
            </p:cNvPr>
            <p:cNvCxnSpPr>
              <a:cxnSpLocks/>
            </p:cNvCxnSpPr>
            <p:nvPr/>
          </p:nvCxnSpPr>
          <p:spPr>
            <a:xfrm>
              <a:off x="309552" y="1548895"/>
              <a:ext cx="2414598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CuadroTexto 89">
                  <a:extLst>
                    <a:ext uri="{FF2B5EF4-FFF2-40B4-BE49-F238E27FC236}">
                      <a16:creationId xmlns:a16="http://schemas.microsoft.com/office/drawing/2014/main" id="{5343E72C-78A3-4CBF-A872-E90B58DE9F0C}"/>
                    </a:ext>
                  </a:extLst>
                </p:cNvPr>
                <p:cNvSpPr txBox="1"/>
                <p:nvPr/>
              </p:nvSpPr>
              <p:spPr>
                <a:xfrm>
                  <a:off x="2631965" y="1293073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90" name="CuadroTexto 89">
                  <a:extLst>
                    <a:ext uri="{FF2B5EF4-FFF2-40B4-BE49-F238E27FC236}">
                      <a16:creationId xmlns:a16="http://schemas.microsoft.com/office/drawing/2014/main" id="{5343E72C-78A3-4CBF-A872-E90B58DE9F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1965" y="1293073"/>
                  <a:ext cx="480043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CuadroTexto 90">
                  <a:extLst>
                    <a:ext uri="{FF2B5EF4-FFF2-40B4-BE49-F238E27FC236}">
                      <a16:creationId xmlns:a16="http://schemas.microsoft.com/office/drawing/2014/main" id="{9C4F7ED8-2765-477D-9B3F-C738536DEF24}"/>
                    </a:ext>
                  </a:extLst>
                </p:cNvPr>
                <p:cNvSpPr txBox="1"/>
                <p:nvPr/>
              </p:nvSpPr>
              <p:spPr>
                <a:xfrm>
                  <a:off x="167553" y="631222"/>
                  <a:ext cx="3595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91" name="CuadroTexto 90">
                  <a:extLst>
                    <a:ext uri="{FF2B5EF4-FFF2-40B4-BE49-F238E27FC236}">
                      <a16:creationId xmlns:a16="http://schemas.microsoft.com/office/drawing/2014/main" id="{9C4F7ED8-2765-477D-9B3F-C738536DEF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553" y="631222"/>
                  <a:ext cx="359508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CuadroTexto 91">
                  <a:extLst>
                    <a:ext uri="{FF2B5EF4-FFF2-40B4-BE49-F238E27FC236}">
                      <a16:creationId xmlns:a16="http://schemas.microsoft.com/office/drawing/2014/main" id="{A6967FF8-C677-4FDF-A7EC-ADD5875CEA39}"/>
                    </a:ext>
                  </a:extLst>
                </p:cNvPr>
                <p:cNvSpPr txBox="1"/>
                <p:nvPr/>
              </p:nvSpPr>
              <p:spPr>
                <a:xfrm>
                  <a:off x="167553" y="92225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CuadroTexto 91">
                  <a:extLst>
                    <a:ext uri="{FF2B5EF4-FFF2-40B4-BE49-F238E27FC236}">
                      <a16:creationId xmlns:a16="http://schemas.microsoft.com/office/drawing/2014/main" id="{A6967FF8-C677-4FDF-A7EC-ADD5875CEA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553" y="92225"/>
                  <a:ext cx="811390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" name="Conector recto 101">
              <a:extLst>
                <a:ext uri="{FF2B5EF4-FFF2-40B4-BE49-F238E27FC236}">
                  <a16:creationId xmlns:a16="http://schemas.microsoft.com/office/drawing/2014/main" id="{E8A421E2-64FC-491F-89CA-384DDE3A7816}"/>
                </a:ext>
              </a:extLst>
            </p:cNvPr>
            <p:cNvCxnSpPr>
              <a:cxnSpLocks/>
            </p:cNvCxnSpPr>
            <p:nvPr/>
          </p:nvCxnSpPr>
          <p:spPr>
            <a:xfrm>
              <a:off x="490329" y="815888"/>
              <a:ext cx="13016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5" name="Forma libre: forma 104">
              <a:extLst>
                <a:ext uri="{FF2B5EF4-FFF2-40B4-BE49-F238E27FC236}">
                  <a16:creationId xmlns:a16="http://schemas.microsoft.com/office/drawing/2014/main" id="{45A626F7-D167-4835-B8F3-BF1BBC8D02C4}"/>
                </a:ext>
              </a:extLst>
            </p:cNvPr>
            <p:cNvSpPr/>
            <p:nvPr/>
          </p:nvSpPr>
          <p:spPr>
            <a:xfrm>
              <a:off x="542925" y="819150"/>
              <a:ext cx="1323975" cy="704850"/>
            </a:xfrm>
            <a:custGeom>
              <a:avLst/>
              <a:gdLst>
                <a:gd name="connsiteX0" fmla="*/ 0 w 1323975"/>
                <a:gd name="connsiteY0" fmla="*/ 0 h 704850"/>
                <a:gd name="connsiteX1" fmla="*/ 323850 w 1323975"/>
                <a:gd name="connsiteY1" fmla="*/ 457200 h 704850"/>
                <a:gd name="connsiteX2" fmla="*/ 1323975 w 1323975"/>
                <a:gd name="connsiteY2" fmla="*/ 704850 h 704850"/>
                <a:gd name="connsiteX0" fmla="*/ 0 w 1323975"/>
                <a:gd name="connsiteY0" fmla="*/ 0 h 704850"/>
                <a:gd name="connsiteX1" fmla="*/ 323850 w 1323975"/>
                <a:gd name="connsiteY1" fmla="*/ 542925 h 704850"/>
                <a:gd name="connsiteX2" fmla="*/ 1323975 w 1323975"/>
                <a:gd name="connsiteY2" fmla="*/ 704850 h 704850"/>
                <a:gd name="connsiteX0" fmla="*/ 0 w 1323975"/>
                <a:gd name="connsiteY0" fmla="*/ 0 h 704850"/>
                <a:gd name="connsiteX1" fmla="*/ 381000 w 1323975"/>
                <a:gd name="connsiteY1" fmla="*/ 523875 h 704850"/>
                <a:gd name="connsiteX2" fmla="*/ 1323975 w 1323975"/>
                <a:gd name="connsiteY2" fmla="*/ 70485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3975" h="704850">
                  <a:moveTo>
                    <a:pt x="0" y="0"/>
                  </a:moveTo>
                  <a:cubicBezTo>
                    <a:pt x="51594" y="169862"/>
                    <a:pt x="160338" y="406400"/>
                    <a:pt x="381000" y="523875"/>
                  </a:cubicBezTo>
                  <a:cubicBezTo>
                    <a:pt x="601663" y="641350"/>
                    <a:pt x="992188" y="673100"/>
                    <a:pt x="1323975" y="704850"/>
                  </a:cubicBezTo>
                </a:path>
              </a:pathLst>
            </a:custGeom>
            <a:noFill/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6" name="Forma libre: forma 105">
              <a:extLst>
                <a:ext uri="{FF2B5EF4-FFF2-40B4-BE49-F238E27FC236}">
                  <a16:creationId xmlns:a16="http://schemas.microsoft.com/office/drawing/2014/main" id="{1D99150A-B228-4931-81C3-39C40A4A9616}"/>
                </a:ext>
              </a:extLst>
            </p:cNvPr>
            <p:cNvSpPr/>
            <p:nvPr/>
          </p:nvSpPr>
          <p:spPr>
            <a:xfrm>
              <a:off x="561975" y="838200"/>
              <a:ext cx="2009775" cy="678206"/>
            </a:xfrm>
            <a:custGeom>
              <a:avLst/>
              <a:gdLst>
                <a:gd name="connsiteX0" fmla="*/ 0 w 1800225"/>
                <a:gd name="connsiteY0" fmla="*/ 0 h 697768"/>
                <a:gd name="connsiteX1" fmla="*/ 438150 w 1800225"/>
                <a:gd name="connsiteY1" fmla="*/ 361950 h 697768"/>
                <a:gd name="connsiteX2" fmla="*/ 1800225 w 1800225"/>
                <a:gd name="connsiteY2" fmla="*/ 676275 h 697768"/>
                <a:gd name="connsiteX0" fmla="*/ 0 w 1800225"/>
                <a:gd name="connsiteY0" fmla="*/ 0 h 704625"/>
                <a:gd name="connsiteX1" fmla="*/ 504825 w 1800225"/>
                <a:gd name="connsiteY1" fmla="*/ 457200 h 704625"/>
                <a:gd name="connsiteX2" fmla="*/ 1800225 w 1800225"/>
                <a:gd name="connsiteY2" fmla="*/ 676275 h 704625"/>
                <a:gd name="connsiteX0" fmla="*/ 0 w 2009775"/>
                <a:gd name="connsiteY0" fmla="*/ 0 h 704625"/>
                <a:gd name="connsiteX1" fmla="*/ 504825 w 2009775"/>
                <a:gd name="connsiteY1" fmla="*/ 457200 h 704625"/>
                <a:gd name="connsiteX2" fmla="*/ 2009775 w 2009775"/>
                <a:gd name="connsiteY2" fmla="*/ 676275 h 704625"/>
                <a:gd name="connsiteX0" fmla="*/ 0 w 2009775"/>
                <a:gd name="connsiteY0" fmla="*/ 0 h 678206"/>
                <a:gd name="connsiteX1" fmla="*/ 504825 w 2009775"/>
                <a:gd name="connsiteY1" fmla="*/ 457200 h 678206"/>
                <a:gd name="connsiteX2" fmla="*/ 2009775 w 2009775"/>
                <a:gd name="connsiteY2" fmla="*/ 676275 h 67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09775" h="678206">
                  <a:moveTo>
                    <a:pt x="0" y="0"/>
                  </a:moveTo>
                  <a:cubicBezTo>
                    <a:pt x="69056" y="124619"/>
                    <a:pt x="204788" y="344488"/>
                    <a:pt x="504825" y="457200"/>
                  </a:cubicBezTo>
                  <a:cubicBezTo>
                    <a:pt x="804862" y="569912"/>
                    <a:pt x="1539875" y="695325"/>
                    <a:pt x="2009775" y="676275"/>
                  </a:cubicBezTo>
                </a:path>
              </a:pathLst>
            </a:custGeom>
            <a:noFill/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Forma libre: forma 107">
              <a:extLst>
                <a:ext uri="{FF2B5EF4-FFF2-40B4-BE49-F238E27FC236}">
                  <a16:creationId xmlns:a16="http://schemas.microsoft.com/office/drawing/2014/main" id="{FC8D1ECB-E893-477E-8DF4-A48311585A92}"/>
                </a:ext>
              </a:extLst>
            </p:cNvPr>
            <p:cNvSpPr/>
            <p:nvPr/>
          </p:nvSpPr>
          <p:spPr>
            <a:xfrm>
              <a:off x="581025" y="828675"/>
              <a:ext cx="2038350" cy="666750"/>
            </a:xfrm>
            <a:custGeom>
              <a:avLst/>
              <a:gdLst>
                <a:gd name="connsiteX0" fmla="*/ 0 w 2038350"/>
                <a:gd name="connsiteY0" fmla="*/ 0 h 666750"/>
                <a:gd name="connsiteX1" fmla="*/ 485775 w 2038350"/>
                <a:gd name="connsiteY1" fmla="*/ 371475 h 666750"/>
                <a:gd name="connsiteX2" fmla="*/ 1219200 w 2038350"/>
                <a:gd name="connsiteY2" fmla="*/ 561975 h 666750"/>
                <a:gd name="connsiteX3" fmla="*/ 2038350 w 2038350"/>
                <a:gd name="connsiteY3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8350" h="666750">
                  <a:moveTo>
                    <a:pt x="0" y="0"/>
                  </a:moveTo>
                  <a:cubicBezTo>
                    <a:pt x="141287" y="138906"/>
                    <a:pt x="282575" y="277813"/>
                    <a:pt x="485775" y="371475"/>
                  </a:cubicBezTo>
                  <a:cubicBezTo>
                    <a:pt x="688975" y="465137"/>
                    <a:pt x="960438" y="512763"/>
                    <a:pt x="1219200" y="561975"/>
                  </a:cubicBezTo>
                  <a:cubicBezTo>
                    <a:pt x="1477962" y="611187"/>
                    <a:pt x="2038350" y="666750"/>
                    <a:pt x="2038350" y="666750"/>
                  </a:cubicBezTo>
                </a:path>
              </a:pathLst>
            </a:custGeom>
            <a:noFill/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9" name="CuadroTexto 108">
              <a:extLst>
                <a:ext uri="{FF2B5EF4-FFF2-40B4-BE49-F238E27FC236}">
                  <a16:creationId xmlns:a16="http://schemas.microsoft.com/office/drawing/2014/main" id="{0F783DA3-59C1-4CDF-8004-D4ABBD0BEFE4}"/>
                </a:ext>
              </a:extLst>
            </p:cNvPr>
            <p:cNvSpPr txBox="1"/>
            <p:nvPr/>
          </p:nvSpPr>
          <p:spPr>
            <a:xfrm>
              <a:off x="1406686" y="785415"/>
              <a:ext cx="14984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66FF"/>
                  </a:solidFill>
                </a:rPr>
                <a:t>|a| </a:t>
              </a:r>
              <a:r>
                <a:rPr lang="en-US" sz="1400" dirty="0" err="1">
                  <a:solidFill>
                    <a:srgbClr val="FF66FF"/>
                  </a:solidFill>
                </a:rPr>
                <a:t>aumenta</a:t>
              </a:r>
              <a:endParaRPr lang="es-CL" sz="1400" dirty="0">
                <a:solidFill>
                  <a:srgbClr val="FF66FF"/>
                </a:solidFill>
              </a:endParaRPr>
            </a:p>
          </p:txBody>
        </p:sp>
        <p:cxnSp>
          <p:nvCxnSpPr>
            <p:cNvPr id="115" name="Conector: curvado 114">
              <a:extLst>
                <a:ext uri="{FF2B5EF4-FFF2-40B4-BE49-F238E27FC236}">
                  <a16:creationId xmlns:a16="http://schemas.microsoft.com/office/drawing/2014/main" id="{62C03785-6E80-4EC8-8A80-7C57B2DF33D8}"/>
                </a:ext>
              </a:extLst>
            </p:cNvPr>
            <p:cNvCxnSpPr>
              <a:cxnSpLocks/>
              <a:stCxn id="109" idx="1"/>
            </p:cNvCxnSpPr>
            <p:nvPr/>
          </p:nvCxnSpPr>
          <p:spPr>
            <a:xfrm rot="10800000" flipV="1">
              <a:off x="914920" y="939303"/>
              <a:ext cx="491767" cy="538435"/>
            </a:xfrm>
            <a:prstGeom prst="curvedConnector2">
              <a:avLst/>
            </a:prstGeom>
            <a:ln>
              <a:solidFill>
                <a:srgbClr val="FF66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CuadroTexto 117">
              <a:extLst>
                <a:ext uri="{FF2B5EF4-FFF2-40B4-BE49-F238E27FC236}">
                  <a16:creationId xmlns:a16="http://schemas.microsoft.com/office/drawing/2014/main" id="{F03D352F-492E-463E-AA9B-38AD9BCAA79F}"/>
                </a:ext>
              </a:extLst>
            </p:cNvPr>
            <p:cNvSpPr txBox="1"/>
            <p:nvPr/>
          </p:nvSpPr>
          <p:spPr>
            <a:xfrm>
              <a:off x="1080756" y="326579"/>
              <a:ext cx="16954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“</a:t>
              </a:r>
              <a:r>
                <a:rPr lang="en-US" dirty="0" err="1"/>
                <a:t>Estable</a:t>
              </a:r>
              <a:r>
                <a:rPr lang="en-US" dirty="0"/>
                <a:t>”</a:t>
              </a:r>
              <a:endParaRPr lang="es-CL" dirty="0"/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504BFEA1-B7A7-42D8-8614-59586A6ACAE9}"/>
              </a:ext>
            </a:extLst>
          </p:cNvPr>
          <p:cNvGrpSpPr/>
          <p:nvPr/>
        </p:nvGrpSpPr>
        <p:grpSpPr>
          <a:xfrm>
            <a:off x="179454" y="1972109"/>
            <a:ext cx="2944455" cy="1570180"/>
            <a:chOff x="179454" y="1972109"/>
            <a:chExt cx="2944455" cy="1570180"/>
          </a:xfrm>
        </p:grpSpPr>
        <p:cxnSp>
          <p:nvCxnSpPr>
            <p:cNvPr id="123" name="Conector recto 122">
              <a:extLst>
                <a:ext uri="{FF2B5EF4-FFF2-40B4-BE49-F238E27FC236}">
                  <a16:creationId xmlns:a16="http://schemas.microsoft.com/office/drawing/2014/main" id="{463D40E7-8DFF-4BAF-A206-B63051BC5A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7312" y="2332098"/>
              <a:ext cx="0" cy="1096681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24" name="Conector recto 123">
              <a:extLst>
                <a:ext uri="{FF2B5EF4-FFF2-40B4-BE49-F238E27FC236}">
                  <a16:creationId xmlns:a16="http://schemas.microsoft.com/office/drawing/2014/main" id="{095F2E2B-FD67-4978-A5B3-FB10AB500842}"/>
                </a:ext>
              </a:extLst>
            </p:cNvPr>
            <p:cNvCxnSpPr>
              <a:cxnSpLocks/>
            </p:cNvCxnSpPr>
            <p:nvPr/>
          </p:nvCxnSpPr>
          <p:spPr>
            <a:xfrm>
              <a:off x="321453" y="3428779"/>
              <a:ext cx="2414598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CuadroTexto 124">
                  <a:extLst>
                    <a:ext uri="{FF2B5EF4-FFF2-40B4-BE49-F238E27FC236}">
                      <a16:creationId xmlns:a16="http://schemas.microsoft.com/office/drawing/2014/main" id="{2A7F179E-CB58-4D6A-8854-2605B47950C0}"/>
                    </a:ext>
                  </a:extLst>
                </p:cNvPr>
                <p:cNvSpPr txBox="1"/>
                <p:nvPr/>
              </p:nvSpPr>
              <p:spPr>
                <a:xfrm>
                  <a:off x="2643866" y="3172957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25" name="CuadroTexto 124">
                  <a:extLst>
                    <a:ext uri="{FF2B5EF4-FFF2-40B4-BE49-F238E27FC236}">
                      <a16:creationId xmlns:a16="http://schemas.microsoft.com/office/drawing/2014/main" id="{2A7F179E-CB58-4D6A-8854-2605B47950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3866" y="3172957"/>
                  <a:ext cx="48004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CuadroTexto 125">
                  <a:extLst>
                    <a:ext uri="{FF2B5EF4-FFF2-40B4-BE49-F238E27FC236}">
                      <a16:creationId xmlns:a16="http://schemas.microsoft.com/office/drawing/2014/main" id="{CCFCECA1-DE39-48EC-BD67-A63063BD1DC7}"/>
                    </a:ext>
                  </a:extLst>
                </p:cNvPr>
                <p:cNvSpPr txBox="1"/>
                <p:nvPr/>
              </p:nvSpPr>
              <p:spPr>
                <a:xfrm>
                  <a:off x="179454" y="2511106"/>
                  <a:ext cx="3595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26" name="CuadroTexto 125">
                  <a:extLst>
                    <a:ext uri="{FF2B5EF4-FFF2-40B4-BE49-F238E27FC236}">
                      <a16:creationId xmlns:a16="http://schemas.microsoft.com/office/drawing/2014/main" id="{CCFCECA1-DE39-48EC-BD67-A63063BD1D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454" y="2511106"/>
                  <a:ext cx="35950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CuadroTexto 126">
                  <a:extLst>
                    <a:ext uri="{FF2B5EF4-FFF2-40B4-BE49-F238E27FC236}">
                      <a16:creationId xmlns:a16="http://schemas.microsoft.com/office/drawing/2014/main" id="{68112CED-EBB8-42ED-80BC-B740CEBEA81F}"/>
                    </a:ext>
                  </a:extLst>
                </p:cNvPr>
                <p:cNvSpPr txBox="1"/>
                <p:nvPr/>
              </p:nvSpPr>
              <p:spPr>
                <a:xfrm>
                  <a:off x="179454" y="1972109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CuadroTexto 126">
                  <a:extLst>
                    <a:ext uri="{FF2B5EF4-FFF2-40B4-BE49-F238E27FC236}">
                      <a16:creationId xmlns:a16="http://schemas.microsoft.com/office/drawing/2014/main" id="{68112CED-EBB8-42ED-80BC-B740CEBEA8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454" y="1972109"/>
                  <a:ext cx="811390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Conector recto 127">
              <a:extLst>
                <a:ext uri="{FF2B5EF4-FFF2-40B4-BE49-F238E27FC236}">
                  <a16:creationId xmlns:a16="http://schemas.microsoft.com/office/drawing/2014/main" id="{1F9FD8B6-E0C4-49F7-8A19-ED5596188F5B}"/>
                </a:ext>
              </a:extLst>
            </p:cNvPr>
            <p:cNvCxnSpPr>
              <a:cxnSpLocks/>
            </p:cNvCxnSpPr>
            <p:nvPr/>
          </p:nvCxnSpPr>
          <p:spPr>
            <a:xfrm>
              <a:off x="502230" y="2695772"/>
              <a:ext cx="13016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34" name="CuadroTexto 133">
              <a:extLst>
                <a:ext uri="{FF2B5EF4-FFF2-40B4-BE49-F238E27FC236}">
                  <a16:creationId xmlns:a16="http://schemas.microsoft.com/office/drawing/2014/main" id="{8BC28EE3-5EFF-4E46-99FF-D8785D232347}"/>
                </a:ext>
              </a:extLst>
            </p:cNvPr>
            <p:cNvSpPr txBox="1"/>
            <p:nvPr/>
          </p:nvSpPr>
          <p:spPr>
            <a:xfrm>
              <a:off x="1092657" y="2206463"/>
              <a:ext cx="16954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(?)</a:t>
              </a:r>
              <a:endParaRPr lang="es-CL" dirty="0"/>
            </a:p>
          </p:txBody>
        </p:sp>
        <p:cxnSp>
          <p:nvCxnSpPr>
            <p:cNvPr id="136" name="Conector recto 135">
              <a:extLst>
                <a:ext uri="{FF2B5EF4-FFF2-40B4-BE49-F238E27FC236}">
                  <a16:creationId xmlns:a16="http://schemas.microsoft.com/office/drawing/2014/main" id="{8DA3AAE9-0DBE-433C-80DB-B9EED6B80B4D}"/>
                </a:ext>
              </a:extLst>
            </p:cNvPr>
            <p:cNvCxnSpPr>
              <a:cxnSpLocks/>
            </p:cNvCxnSpPr>
            <p:nvPr/>
          </p:nvCxnSpPr>
          <p:spPr>
            <a:xfrm>
              <a:off x="632394" y="2695772"/>
              <a:ext cx="1939356" cy="0"/>
            </a:xfrm>
            <a:prstGeom prst="line">
              <a:avLst/>
            </a:prstGeom>
            <a:ln w="127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78" name="Grupo 177">
            <a:extLst>
              <a:ext uri="{FF2B5EF4-FFF2-40B4-BE49-F238E27FC236}">
                <a16:creationId xmlns:a16="http://schemas.microsoft.com/office/drawing/2014/main" id="{916C1777-11EA-448E-A9FD-C3E782745AF2}"/>
              </a:ext>
            </a:extLst>
          </p:cNvPr>
          <p:cNvGrpSpPr/>
          <p:nvPr/>
        </p:nvGrpSpPr>
        <p:grpSpPr>
          <a:xfrm>
            <a:off x="309552" y="3851993"/>
            <a:ext cx="4110048" cy="1570180"/>
            <a:chOff x="309552" y="3851993"/>
            <a:chExt cx="4110048" cy="1570180"/>
          </a:xfrm>
        </p:grpSpPr>
        <p:sp>
          <p:nvSpPr>
            <p:cNvPr id="146" name="CuadroTexto 145">
              <a:extLst>
                <a:ext uri="{FF2B5EF4-FFF2-40B4-BE49-F238E27FC236}">
                  <a16:creationId xmlns:a16="http://schemas.microsoft.com/office/drawing/2014/main" id="{CFC0AB63-6670-47EA-AE4A-A34C5A491143}"/>
                </a:ext>
              </a:extLst>
            </p:cNvPr>
            <p:cNvSpPr txBox="1"/>
            <p:nvPr/>
          </p:nvSpPr>
          <p:spPr>
            <a:xfrm>
              <a:off x="2724150" y="4137429"/>
              <a:ext cx="16954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“</a:t>
              </a:r>
              <a:r>
                <a:rPr lang="en-US" dirty="0" err="1"/>
                <a:t>Inestable</a:t>
              </a:r>
              <a:r>
                <a:rPr lang="en-US" dirty="0"/>
                <a:t>”</a:t>
              </a:r>
              <a:endParaRPr lang="es-CL" dirty="0"/>
            </a:p>
          </p:txBody>
        </p:sp>
        <p:grpSp>
          <p:nvGrpSpPr>
            <p:cNvPr id="177" name="Grupo 176">
              <a:extLst>
                <a:ext uri="{FF2B5EF4-FFF2-40B4-BE49-F238E27FC236}">
                  <a16:creationId xmlns:a16="http://schemas.microsoft.com/office/drawing/2014/main" id="{A1E1B026-BBD1-4754-987A-65E3781C4ECF}"/>
                </a:ext>
              </a:extLst>
            </p:cNvPr>
            <p:cNvGrpSpPr/>
            <p:nvPr/>
          </p:nvGrpSpPr>
          <p:grpSpPr>
            <a:xfrm>
              <a:off x="309552" y="3851993"/>
              <a:ext cx="3344818" cy="1570180"/>
              <a:chOff x="309552" y="3851993"/>
              <a:chExt cx="3344818" cy="1570180"/>
            </a:xfrm>
          </p:grpSpPr>
          <p:cxnSp>
            <p:nvCxnSpPr>
              <p:cNvPr id="140" name="Conector recto 139">
                <a:extLst>
                  <a:ext uri="{FF2B5EF4-FFF2-40B4-BE49-F238E27FC236}">
                    <a16:creationId xmlns:a16="http://schemas.microsoft.com/office/drawing/2014/main" id="{DFB2EF34-C70A-48CD-8E98-E593E9CBD8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7410" y="4211982"/>
                <a:ext cx="0" cy="1096681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41" name="Conector recto 140">
                <a:extLst>
                  <a:ext uri="{FF2B5EF4-FFF2-40B4-BE49-F238E27FC236}">
                    <a16:creationId xmlns:a16="http://schemas.microsoft.com/office/drawing/2014/main" id="{474313D4-87A0-4370-B9F3-C815E67DE2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551" y="5308663"/>
                <a:ext cx="2414598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CuadroTexto 141">
                    <a:extLst>
                      <a:ext uri="{FF2B5EF4-FFF2-40B4-BE49-F238E27FC236}">
                        <a16:creationId xmlns:a16="http://schemas.microsoft.com/office/drawing/2014/main" id="{082D6205-3AC2-4409-881C-948C5A6E8DC5}"/>
                      </a:ext>
                    </a:extLst>
                  </p:cNvPr>
                  <p:cNvSpPr txBox="1"/>
                  <p:nvPr/>
                </p:nvSpPr>
                <p:spPr>
                  <a:xfrm>
                    <a:off x="2773964" y="5052841"/>
                    <a:ext cx="48004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142" name="CuadroTexto 141">
                    <a:extLst>
                      <a:ext uri="{FF2B5EF4-FFF2-40B4-BE49-F238E27FC236}">
                        <a16:creationId xmlns:a16="http://schemas.microsoft.com/office/drawing/2014/main" id="{082D6205-3AC2-4409-881C-948C5A6E8D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73964" y="5052841"/>
                    <a:ext cx="480043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3" name="CuadroTexto 142">
                    <a:extLst>
                      <a:ext uri="{FF2B5EF4-FFF2-40B4-BE49-F238E27FC236}">
                        <a16:creationId xmlns:a16="http://schemas.microsoft.com/office/drawing/2014/main" id="{5BB78E61-8BC6-4F1D-BDA2-9E708F29B5B3}"/>
                      </a:ext>
                    </a:extLst>
                  </p:cNvPr>
                  <p:cNvSpPr txBox="1"/>
                  <p:nvPr/>
                </p:nvSpPr>
                <p:spPr>
                  <a:xfrm>
                    <a:off x="322476" y="4683509"/>
                    <a:ext cx="35950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143" name="CuadroTexto 142">
                    <a:extLst>
                      <a:ext uri="{FF2B5EF4-FFF2-40B4-BE49-F238E27FC236}">
                        <a16:creationId xmlns:a16="http://schemas.microsoft.com/office/drawing/2014/main" id="{5BB78E61-8BC6-4F1D-BDA2-9E708F29B5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476" y="4683509"/>
                    <a:ext cx="359508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CuadroTexto 143">
                    <a:extLst>
                      <a:ext uri="{FF2B5EF4-FFF2-40B4-BE49-F238E27FC236}">
                        <a16:creationId xmlns:a16="http://schemas.microsoft.com/office/drawing/2014/main" id="{B0E968B4-4670-489D-9E57-338BD13659E8}"/>
                      </a:ext>
                    </a:extLst>
                  </p:cNvPr>
                  <p:cNvSpPr txBox="1"/>
                  <p:nvPr/>
                </p:nvSpPr>
                <p:spPr>
                  <a:xfrm>
                    <a:off x="309552" y="3851993"/>
                    <a:ext cx="81139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4" name="CuadroTexto 143">
                    <a:extLst>
                      <a:ext uri="{FF2B5EF4-FFF2-40B4-BE49-F238E27FC236}">
                        <a16:creationId xmlns:a16="http://schemas.microsoft.com/office/drawing/2014/main" id="{B0E968B4-4670-489D-9E57-338BD13659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9552" y="3851993"/>
                    <a:ext cx="811390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5" name="Conector recto 144">
                <a:extLst>
                  <a:ext uri="{FF2B5EF4-FFF2-40B4-BE49-F238E27FC236}">
                    <a16:creationId xmlns:a16="http://schemas.microsoft.com/office/drawing/2014/main" id="{96414985-319D-40B1-81F1-37A19C534D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2725" y="4889981"/>
                <a:ext cx="13016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48" name="Forma libre: forma 147">
                <a:extLst>
                  <a:ext uri="{FF2B5EF4-FFF2-40B4-BE49-F238E27FC236}">
                    <a16:creationId xmlns:a16="http://schemas.microsoft.com/office/drawing/2014/main" id="{66BADA6E-DA35-44E0-BA6E-021A8BEFC3AF}"/>
                  </a:ext>
                </a:extLst>
              </p:cNvPr>
              <p:cNvSpPr/>
              <p:nvPr/>
            </p:nvSpPr>
            <p:spPr>
              <a:xfrm>
                <a:off x="714375" y="3971925"/>
                <a:ext cx="1000125" cy="914400"/>
              </a:xfrm>
              <a:custGeom>
                <a:avLst/>
                <a:gdLst>
                  <a:gd name="connsiteX0" fmla="*/ 0 w 1000125"/>
                  <a:gd name="connsiteY0" fmla="*/ 914400 h 914400"/>
                  <a:gd name="connsiteX1" fmla="*/ 638175 w 1000125"/>
                  <a:gd name="connsiteY1" fmla="*/ 647700 h 914400"/>
                  <a:gd name="connsiteX2" fmla="*/ 1000125 w 1000125"/>
                  <a:gd name="connsiteY2" fmla="*/ 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25" h="914400">
                    <a:moveTo>
                      <a:pt x="0" y="914400"/>
                    </a:moveTo>
                    <a:cubicBezTo>
                      <a:pt x="235744" y="857250"/>
                      <a:pt x="471488" y="800100"/>
                      <a:pt x="638175" y="647700"/>
                    </a:cubicBezTo>
                    <a:cubicBezTo>
                      <a:pt x="804862" y="495300"/>
                      <a:pt x="902493" y="247650"/>
                      <a:pt x="1000125" y="0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49" name="Forma libre: forma 148">
                <a:extLst>
                  <a:ext uri="{FF2B5EF4-FFF2-40B4-BE49-F238E27FC236}">
                    <a16:creationId xmlns:a16="http://schemas.microsoft.com/office/drawing/2014/main" id="{39D04575-61F6-49A7-9957-64C9E2E77555}"/>
                  </a:ext>
                </a:extLst>
              </p:cNvPr>
              <p:cNvSpPr/>
              <p:nvPr/>
            </p:nvSpPr>
            <p:spPr>
              <a:xfrm>
                <a:off x="704850" y="3857625"/>
                <a:ext cx="1533525" cy="1028700"/>
              </a:xfrm>
              <a:custGeom>
                <a:avLst/>
                <a:gdLst>
                  <a:gd name="connsiteX0" fmla="*/ 0 w 1533525"/>
                  <a:gd name="connsiteY0" fmla="*/ 990600 h 990600"/>
                  <a:gd name="connsiteX1" fmla="*/ 1028700 w 1533525"/>
                  <a:gd name="connsiteY1" fmla="*/ 762000 h 990600"/>
                  <a:gd name="connsiteX2" fmla="*/ 1533525 w 1533525"/>
                  <a:gd name="connsiteY2" fmla="*/ 0 h 990600"/>
                  <a:gd name="connsiteX0" fmla="*/ 0 w 1533525"/>
                  <a:gd name="connsiteY0" fmla="*/ 1028700 h 1028700"/>
                  <a:gd name="connsiteX1" fmla="*/ 1028700 w 1533525"/>
                  <a:gd name="connsiteY1" fmla="*/ 800100 h 1028700"/>
                  <a:gd name="connsiteX2" fmla="*/ 1533525 w 1533525"/>
                  <a:gd name="connsiteY2" fmla="*/ 0 h 1028700"/>
                  <a:gd name="connsiteX0" fmla="*/ 0 w 1533525"/>
                  <a:gd name="connsiteY0" fmla="*/ 1028700 h 1028700"/>
                  <a:gd name="connsiteX1" fmla="*/ 1028700 w 1533525"/>
                  <a:gd name="connsiteY1" fmla="*/ 800100 h 1028700"/>
                  <a:gd name="connsiteX2" fmla="*/ 1533525 w 1533525"/>
                  <a:gd name="connsiteY2" fmla="*/ 0 h 1028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3525" h="1028700">
                    <a:moveTo>
                      <a:pt x="0" y="1028700"/>
                    </a:moveTo>
                    <a:cubicBezTo>
                      <a:pt x="386556" y="996950"/>
                      <a:pt x="773113" y="965200"/>
                      <a:pt x="1028700" y="800100"/>
                    </a:cubicBezTo>
                    <a:cubicBezTo>
                      <a:pt x="1284287" y="635000"/>
                      <a:pt x="1460500" y="171450"/>
                      <a:pt x="1533525" y="0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50" name="Forma libre: forma 149">
                <a:extLst>
                  <a:ext uri="{FF2B5EF4-FFF2-40B4-BE49-F238E27FC236}">
                    <a16:creationId xmlns:a16="http://schemas.microsoft.com/office/drawing/2014/main" id="{1ACA39E1-D6DA-4874-852A-EC2644702CED}"/>
                  </a:ext>
                </a:extLst>
              </p:cNvPr>
              <p:cNvSpPr/>
              <p:nvPr/>
            </p:nvSpPr>
            <p:spPr>
              <a:xfrm>
                <a:off x="733425" y="3895725"/>
                <a:ext cx="2152650" cy="990600"/>
              </a:xfrm>
              <a:custGeom>
                <a:avLst/>
                <a:gdLst>
                  <a:gd name="connsiteX0" fmla="*/ 0 w 2152650"/>
                  <a:gd name="connsiteY0" fmla="*/ 923925 h 923925"/>
                  <a:gd name="connsiteX1" fmla="*/ 1581150 w 2152650"/>
                  <a:gd name="connsiteY1" fmla="*/ 714375 h 923925"/>
                  <a:gd name="connsiteX2" fmla="*/ 2152650 w 2152650"/>
                  <a:gd name="connsiteY2" fmla="*/ 0 h 923925"/>
                  <a:gd name="connsiteX0" fmla="*/ 0 w 2152650"/>
                  <a:gd name="connsiteY0" fmla="*/ 990600 h 990600"/>
                  <a:gd name="connsiteX1" fmla="*/ 1581150 w 2152650"/>
                  <a:gd name="connsiteY1" fmla="*/ 781050 h 990600"/>
                  <a:gd name="connsiteX2" fmla="*/ 2152650 w 2152650"/>
                  <a:gd name="connsiteY2" fmla="*/ 0 h 990600"/>
                  <a:gd name="connsiteX0" fmla="*/ 0 w 2152650"/>
                  <a:gd name="connsiteY0" fmla="*/ 990600 h 990600"/>
                  <a:gd name="connsiteX1" fmla="*/ 1581150 w 2152650"/>
                  <a:gd name="connsiteY1" fmla="*/ 781050 h 990600"/>
                  <a:gd name="connsiteX2" fmla="*/ 2152650 w 2152650"/>
                  <a:gd name="connsiteY2" fmla="*/ 0 h 99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52650" h="990600">
                    <a:moveTo>
                      <a:pt x="0" y="990600"/>
                    </a:moveTo>
                    <a:cubicBezTo>
                      <a:pt x="611187" y="962818"/>
                      <a:pt x="1222375" y="935037"/>
                      <a:pt x="1581150" y="781050"/>
                    </a:cubicBezTo>
                    <a:cubicBezTo>
                      <a:pt x="1939925" y="627063"/>
                      <a:pt x="2049463" y="255587"/>
                      <a:pt x="2152650" y="0"/>
                    </a:cubicBezTo>
                  </a:path>
                </a:pathLst>
              </a:cu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51" name="CuadroTexto 150">
                <a:extLst>
                  <a:ext uri="{FF2B5EF4-FFF2-40B4-BE49-F238E27FC236}">
                    <a16:creationId xmlns:a16="http://schemas.microsoft.com/office/drawing/2014/main" id="{046AB093-A7E2-4FFD-82C8-524A34590BA4}"/>
                  </a:ext>
                </a:extLst>
              </p:cNvPr>
              <p:cNvSpPr txBox="1"/>
              <p:nvPr/>
            </p:nvSpPr>
            <p:spPr>
              <a:xfrm>
                <a:off x="2155880" y="4681783"/>
                <a:ext cx="149849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00B050"/>
                    </a:solidFill>
                  </a:rPr>
                  <a:t>|a| </a:t>
                </a:r>
                <a:r>
                  <a:rPr lang="en-US" sz="1400" dirty="0" err="1">
                    <a:solidFill>
                      <a:srgbClr val="00B050"/>
                    </a:solidFill>
                  </a:rPr>
                  <a:t>aumenta</a:t>
                </a:r>
                <a:endParaRPr lang="es-CL" sz="1400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161" name="Conector: curvado 160">
                <a:extLst>
                  <a:ext uri="{FF2B5EF4-FFF2-40B4-BE49-F238E27FC236}">
                    <a16:creationId xmlns:a16="http://schemas.microsoft.com/office/drawing/2014/main" id="{07CB8CEC-6C18-44C3-8E3B-A959EB471C3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326281" y="4429125"/>
                <a:ext cx="868366" cy="406496"/>
              </a:xfrm>
              <a:prstGeom prst="curvedConnector3">
                <a:avLst>
                  <a:gd name="adj1" fmla="val -1554"/>
                </a:avLst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1" name="Grupo 230">
            <a:extLst>
              <a:ext uri="{FF2B5EF4-FFF2-40B4-BE49-F238E27FC236}">
                <a16:creationId xmlns:a16="http://schemas.microsoft.com/office/drawing/2014/main" id="{51AD9364-56CE-4177-A918-0A83DC817005}"/>
              </a:ext>
            </a:extLst>
          </p:cNvPr>
          <p:cNvGrpSpPr/>
          <p:nvPr/>
        </p:nvGrpSpPr>
        <p:grpSpPr>
          <a:xfrm>
            <a:off x="3624129" y="92225"/>
            <a:ext cx="3739078" cy="2426102"/>
            <a:chOff x="3624129" y="92225"/>
            <a:chExt cx="3739078" cy="2426102"/>
          </a:xfrm>
        </p:grpSpPr>
        <p:cxnSp>
          <p:nvCxnSpPr>
            <p:cNvPr id="182" name="Conector recto 181">
              <a:extLst>
                <a:ext uri="{FF2B5EF4-FFF2-40B4-BE49-F238E27FC236}">
                  <a16:creationId xmlns:a16="http://schemas.microsoft.com/office/drawing/2014/main" id="{34DED5EB-C685-47AB-9C5A-1253C94292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16958" y="452214"/>
              <a:ext cx="0" cy="1519895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3" name="Conector recto 182">
              <a:extLst>
                <a:ext uri="{FF2B5EF4-FFF2-40B4-BE49-F238E27FC236}">
                  <a16:creationId xmlns:a16="http://schemas.microsoft.com/office/drawing/2014/main" id="{206E69A9-CF81-409A-A81A-06D4CCE69CBD}"/>
                </a:ext>
              </a:extLst>
            </p:cNvPr>
            <p:cNvCxnSpPr>
              <a:cxnSpLocks/>
            </p:cNvCxnSpPr>
            <p:nvPr/>
          </p:nvCxnSpPr>
          <p:spPr>
            <a:xfrm>
              <a:off x="3909199" y="1306260"/>
              <a:ext cx="2414598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CuadroTexto 183">
                  <a:extLst>
                    <a:ext uri="{FF2B5EF4-FFF2-40B4-BE49-F238E27FC236}">
                      <a16:creationId xmlns:a16="http://schemas.microsoft.com/office/drawing/2014/main" id="{26888EB8-3AE6-45E4-BB77-FCA6D405DD15}"/>
                    </a:ext>
                  </a:extLst>
                </p:cNvPr>
                <p:cNvSpPr txBox="1"/>
                <p:nvPr/>
              </p:nvSpPr>
              <p:spPr>
                <a:xfrm>
                  <a:off x="6193512" y="1293073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84" name="CuadroTexto 183">
                  <a:extLst>
                    <a:ext uri="{FF2B5EF4-FFF2-40B4-BE49-F238E27FC236}">
                      <a16:creationId xmlns:a16="http://schemas.microsoft.com/office/drawing/2014/main" id="{26888EB8-3AE6-45E4-BB77-FCA6D405D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3512" y="1293073"/>
                  <a:ext cx="480043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CuadroTexto 185">
                  <a:extLst>
                    <a:ext uri="{FF2B5EF4-FFF2-40B4-BE49-F238E27FC236}">
                      <a16:creationId xmlns:a16="http://schemas.microsoft.com/office/drawing/2014/main" id="{0DE4B42B-72CD-4E8B-8EB6-FA2E8C98D554}"/>
                    </a:ext>
                  </a:extLst>
                </p:cNvPr>
                <p:cNvSpPr txBox="1"/>
                <p:nvPr/>
              </p:nvSpPr>
              <p:spPr>
                <a:xfrm>
                  <a:off x="3729100" y="92225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CuadroTexto 185">
                  <a:extLst>
                    <a:ext uri="{FF2B5EF4-FFF2-40B4-BE49-F238E27FC236}">
                      <a16:creationId xmlns:a16="http://schemas.microsoft.com/office/drawing/2014/main" id="{0DE4B42B-72CD-4E8B-8EB6-FA2E8C98D5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9100" y="92225"/>
                  <a:ext cx="811390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7" name="Conector recto 186">
              <a:extLst>
                <a:ext uri="{FF2B5EF4-FFF2-40B4-BE49-F238E27FC236}">
                  <a16:creationId xmlns:a16="http://schemas.microsoft.com/office/drawing/2014/main" id="{44FC6075-9719-4925-813D-AE831A09FC4C}"/>
                </a:ext>
              </a:extLst>
            </p:cNvPr>
            <p:cNvCxnSpPr>
              <a:cxnSpLocks/>
            </p:cNvCxnSpPr>
            <p:nvPr/>
          </p:nvCxnSpPr>
          <p:spPr>
            <a:xfrm>
              <a:off x="4050663" y="844463"/>
              <a:ext cx="13016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6" name="Conector recto 195">
              <a:extLst>
                <a:ext uri="{FF2B5EF4-FFF2-40B4-BE49-F238E27FC236}">
                  <a16:creationId xmlns:a16="http://schemas.microsoft.com/office/drawing/2014/main" id="{A3A92748-9696-4E7B-99DD-398C722ABF8F}"/>
                </a:ext>
              </a:extLst>
            </p:cNvPr>
            <p:cNvCxnSpPr>
              <a:cxnSpLocks/>
            </p:cNvCxnSpPr>
            <p:nvPr/>
          </p:nvCxnSpPr>
          <p:spPr>
            <a:xfrm>
              <a:off x="4050663" y="1796963"/>
              <a:ext cx="13016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CuadroTexto 196">
                  <a:extLst>
                    <a:ext uri="{FF2B5EF4-FFF2-40B4-BE49-F238E27FC236}">
                      <a16:creationId xmlns:a16="http://schemas.microsoft.com/office/drawing/2014/main" id="{4A5715AC-C3D8-4DC9-A2E9-2910FB7A701F}"/>
                    </a:ext>
                  </a:extLst>
                </p:cNvPr>
                <p:cNvSpPr txBox="1"/>
                <p:nvPr/>
              </p:nvSpPr>
              <p:spPr>
                <a:xfrm>
                  <a:off x="3624129" y="653534"/>
                  <a:ext cx="3595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97" name="CuadroTexto 196">
                  <a:extLst>
                    <a:ext uri="{FF2B5EF4-FFF2-40B4-BE49-F238E27FC236}">
                      <a16:creationId xmlns:a16="http://schemas.microsoft.com/office/drawing/2014/main" id="{4A5715AC-C3D8-4DC9-A2E9-2910FB7A70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4129" y="653534"/>
                  <a:ext cx="359508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3275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CuadroTexto 197">
                  <a:extLst>
                    <a:ext uri="{FF2B5EF4-FFF2-40B4-BE49-F238E27FC236}">
                      <a16:creationId xmlns:a16="http://schemas.microsoft.com/office/drawing/2014/main" id="{18140E04-FC89-4FC2-9855-4F7B11BF7E04}"/>
                    </a:ext>
                  </a:extLst>
                </p:cNvPr>
                <p:cNvSpPr txBox="1"/>
                <p:nvPr/>
              </p:nvSpPr>
              <p:spPr>
                <a:xfrm>
                  <a:off x="3627287" y="1601818"/>
                  <a:ext cx="3595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98" name="CuadroTexto 197">
                  <a:extLst>
                    <a:ext uri="{FF2B5EF4-FFF2-40B4-BE49-F238E27FC236}">
                      <a16:creationId xmlns:a16="http://schemas.microsoft.com/office/drawing/2014/main" id="{18140E04-FC89-4FC2-9855-4F7B11BF7E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7287" y="1601818"/>
                  <a:ext cx="359508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3220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0" name="Conector recto 199">
              <a:extLst>
                <a:ext uri="{FF2B5EF4-FFF2-40B4-BE49-F238E27FC236}">
                  <a16:creationId xmlns:a16="http://schemas.microsoft.com/office/drawing/2014/main" id="{A7609EE2-96B2-4B75-90D1-0018108E9A8E}"/>
                </a:ext>
              </a:extLst>
            </p:cNvPr>
            <p:cNvCxnSpPr/>
            <p:nvPr/>
          </p:nvCxnSpPr>
          <p:spPr>
            <a:xfrm flipV="1">
              <a:off x="4191396" y="838200"/>
              <a:ext cx="1791348" cy="952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ector recto 200">
              <a:extLst>
                <a:ext uri="{FF2B5EF4-FFF2-40B4-BE49-F238E27FC236}">
                  <a16:creationId xmlns:a16="http://schemas.microsoft.com/office/drawing/2014/main" id="{434F7B4D-8854-4D49-A7F8-98A67B517F26}"/>
                </a:ext>
              </a:extLst>
            </p:cNvPr>
            <p:cNvCxnSpPr/>
            <p:nvPr/>
          </p:nvCxnSpPr>
          <p:spPr>
            <a:xfrm flipV="1">
              <a:off x="4191396" y="1786484"/>
              <a:ext cx="1791348" cy="952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Forma libre: forma 208">
              <a:extLst>
                <a:ext uri="{FF2B5EF4-FFF2-40B4-BE49-F238E27FC236}">
                  <a16:creationId xmlns:a16="http://schemas.microsoft.com/office/drawing/2014/main" id="{44810D68-96A8-4EEC-B30B-F919CA261EF2}"/>
                </a:ext>
              </a:extLst>
            </p:cNvPr>
            <p:cNvSpPr/>
            <p:nvPr/>
          </p:nvSpPr>
          <p:spPr>
            <a:xfrm>
              <a:off x="4124325" y="846016"/>
              <a:ext cx="802058" cy="940468"/>
            </a:xfrm>
            <a:custGeom>
              <a:avLst/>
              <a:gdLst>
                <a:gd name="connsiteX0" fmla="*/ 0 w 819150"/>
                <a:gd name="connsiteY0" fmla="*/ 438288 h 999666"/>
                <a:gd name="connsiteX1" fmla="*/ 228600 w 819150"/>
                <a:gd name="connsiteY1" fmla="*/ 19188 h 999666"/>
                <a:gd name="connsiteX2" fmla="*/ 561975 w 819150"/>
                <a:gd name="connsiteY2" fmla="*/ 990738 h 999666"/>
                <a:gd name="connsiteX3" fmla="*/ 819150 w 819150"/>
                <a:gd name="connsiteY3" fmla="*/ 514488 h 999666"/>
                <a:gd name="connsiteX0" fmla="*/ 0 w 823423"/>
                <a:gd name="connsiteY0" fmla="*/ 438288 h 999164"/>
                <a:gd name="connsiteX1" fmla="*/ 228600 w 823423"/>
                <a:gd name="connsiteY1" fmla="*/ 19188 h 999164"/>
                <a:gd name="connsiteX2" fmla="*/ 561975 w 823423"/>
                <a:gd name="connsiteY2" fmla="*/ 990738 h 999164"/>
                <a:gd name="connsiteX3" fmla="*/ 823423 w 823423"/>
                <a:gd name="connsiteY3" fmla="*/ 480304 h 999164"/>
                <a:gd name="connsiteX0" fmla="*/ 0 w 823423"/>
                <a:gd name="connsiteY0" fmla="*/ 436957 h 972567"/>
                <a:gd name="connsiteX1" fmla="*/ 228600 w 823423"/>
                <a:gd name="connsiteY1" fmla="*/ 17857 h 972567"/>
                <a:gd name="connsiteX2" fmla="*/ 561975 w 823423"/>
                <a:gd name="connsiteY2" fmla="*/ 963770 h 972567"/>
                <a:gd name="connsiteX3" fmla="*/ 823423 w 823423"/>
                <a:gd name="connsiteY3" fmla="*/ 478973 h 972567"/>
                <a:gd name="connsiteX0" fmla="*/ 0 w 823423"/>
                <a:gd name="connsiteY0" fmla="*/ 420810 h 956420"/>
                <a:gd name="connsiteX1" fmla="*/ 215782 w 823423"/>
                <a:gd name="connsiteY1" fmla="*/ 18801 h 956420"/>
                <a:gd name="connsiteX2" fmla="*/ 561975 w 823423"/>
                <a:gd name="connsiteY2" fmla="*/ 947623 h 956420"/>
                <a:gd name="connsiteX3" fmla="*/ 823423 w 823423"/>
                <a:gd name="connsiteY3" fmla="*/ 462826 h 956420"/>
                <a:gd name="connsiteX0" fmla="*/ 0 w 900335"/>
                <a:gd name="connsiteY0" fmla="*/ 420810 h 958204"/>
                <a:gd name="connsiteX1" fmla="*/ 215782 w 900335"/>
                <a:gd name="connsiteY1" fmla="*/ 18801 h 958204"/>
                <a:gd name="connsiteX2" fmla="*/ 561975 w 900335"/>
                <a:gd name="connsiteY2" fmla="*/ 947623 h 958204"/>
                <a:gd name="connsiteX3" fmla="*/ 900335 w 900335"/>
                <a:gd name="connsiteY3" fmla="*/ 561103 h 958204"/>
                <a:gd name="connsiteX0" fmla="*/ 0 w 900335"/>
                <a:gd name="connsiteY0" fmla="*/ 420810 h 958774"/>
                <a:gd name="connsiteX1" fmla="*/ 215782 w 900335"/>
                <a:gd name="connsiteY1" fmla="*/ 18801 h 958774"/>
                <a:gd name="connsiteX2" fmla="*/ 561975 w 900335"/>
                <a:gd name="connsiteY2" fmla="*/ 947623 h 958774"/>
                <a:gd name="connsiteX3" fmla="*/ 900335 w 900335"/>
                <a:gd name="connsiteY3" fmla="*/ 561103 h 958774"/>
                <a:gd name="connsiteX0" fmla="*/ 0 w 802058"/>
                <a:gd name="connsiteY0" fmla="*/ 420810 h 956675"/>
                <a:gd name="connsiteX1" fmla="*/ 215782 w 802058"/>
                <a:gd name="connsiteY1" fmla="*/ 18801 h 956675"/>
                <a:gd name="connsiteX2" fmla="*/ 561975 w 802058"/>
                <a:gd name="connsiteY2" fmla="*/ 947623 h 956675"/>
                <a:gd name="connsiteX3" fmla="*/ 802058 w 802058"/>
                <a:gd name="connsiteY3" fmla="*/ 454281 h 956675"/>
                <a:gd name="connsiteX0" fmla="*/ 0 w 802058"/>
                <a:gd name="connsiteY0" fmla="*/ 420810 h 957314"/>
                <a:gd name="connsiteX1" fmla="*/ 215782 w 802058"/>
                <a:gd name="connsiteY1" fmla="*/ 18801 h 957314"/>
                <a:gd name="connsiteX2" fmla="*/ 561975 w 802058"/>
                <a:gd name="connsiteY2" fmla="*/ 947623 h 957314"/>
                <a:gd name="connsiteX3" fmla="*/ 802058 w 802058"/>
                <a:gd name="connsiteY3" fmla="*/ 454281 h 957314"/>
                <a:gd name="connsiteX0" fmla="*/ 0 w 802058"/>
                <a:gd name="connsiteY0" fmla="*/ 420810 h 957314"/>
                <a:gd name="connsiteX1" fmla="*/ 215782 w 802058"/>
                <a:gd name="connsiteY1" fmla="*/ 18801 h 957314"/>
                <a:gd name="connsiteX2" fmla="*/ 561975 w 802058"/>
                <a:gd name="connsiteY2" fmla="*/ 947623 h 957314"/>
                <a:gd name="connsiteX3" fmla="*/ 802058 w 802058"/>
                <a:gd name="connsiteY3" fmla="*/ 454281 h 95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2058" h="957314">
                  <a:moveTo>
                    <a:pt x="0" y="420810"/>
                  </a:moveTo>
                  <a:cubicBezTo>
                    <a:pt x="67469" y="165222"/>
                    <a:pt x="122120" y="-69001"/>
                    <a:pt x="215782" y="18801"/>
                  </a:cubicBezTo>
                  <a:cubicBezTo>
                    <a:pt x="309444" y="106603"/>
                    <a:pt x="463550" y="865073"/>
                    <a:pt x="561975" y="947623"/>
                  </a:cubicBezTo>
                  <a:cubicBezTo>
                    <a:pt x="660400" y="1030173"/>
                    <a:pt x="768586" y="561237"/>
                    <a:pt x="802058" y="45428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10" name="Forma libre: forma 209">
              <a:extLst>
                <a:ext uri="{FF2B5EF4-FFF2-40B4-BE49-F238E27FC236}">
                  <a16:creationId xmlns:a16="http://schemas.microsoft.com/office/drawing/2014/main" id="{3667AE27-FF02-481A-9BB0-9025C1AEB154}"/>
                </a:ext>
              </a:extLst>
            </p:cNvPr>
            <p:cNvSpPr/>
            <p:nvPr/>
          </p:nvSpPr>
          <p:spPr>
            <a:xfrm>
              <a:off x="4941788" y="836026"/>
              <a:ext cx="802058" cy="940468"/>
            </a:xfrm>
            <a:custGeom>
              <a:avLst/>
              <a:gdLst>
                <a:gd name="connsiteX0" fmla="*/ 0 w 819150"/>
                <a:gd name="connsiteY0" fmla="*/ 438288 h 999666"/>
                <a:gd name="connsiteX1" fmla="*/ 228600 w 819150"/>
                <a:gd name="connsiteY1" fmla="*/ 19188 h 999666"/>
                <a:gd name="connsiteX2" fmla="*/ 561975 w 819150"/>
                <a:gd name="connsiteY2" fmla="*/ 990738 h 999666"/>
                <a:gd name="connsiteX3" fmla="*/ 819150 w 819150"/>
                <a:gd name="connsiteY3" fmla="*/ 514488 h 999666"/>
                <a:gd name="connsiteX0" fmla="*/ 0 w 823423"/>
                <a:gd name="connsiteY0" fmla="*/ 438288 h 999164"/>
                <a:gd name="connsiteX1" fmla="*/ 228600 w 823423"/>
                <a:gd name="connsiteY1" fmla="*/ 19188 h 999164"/>
                <a:gd name="connsiteX2" fmla="*/ 561975 w 823423"/>
                <a:gd name="connsiteY2" fmla="*/ 990738 h 999164"/>
                <a:gd name="connsiteX3" fmla="*/ 823423 w 823423"/>
                <a:gd name="connsiteY3" fmla="*/ 480304 h 999164"/>
                <a:gd name="connsiteX0" fmla="*/ 0 w 823423"/>
                <a:gd name="connsiteY0" fmla="*/ 436957 h 972567"/>
                <a:gd name="connsiteX1" fmla="*/ 228600 w 823423"/>
                <a:gd name="connsiteY1" fmla="*/ 17857 h 972567"/>
                <a:gd name="connsiteX2" fmla="*/ 561975 w 823423"/>
                <a:gd name="connsiteY2" fmla="*/ 963770 h 972567"/>
                <a:gd name="connsiteX3" fmla="*/ 823423 w 823423"/>
                <a:gd name="connsiteY3" fmla="*/ 478973 h 972567"/>
                <a:gd name="connsiteX0" fmla="*/ 0 w 823423"/>
                <a:gd name="connsiteY0" fmla="*/ 420810 h 956420"/>
                <a:gd name="connsiteX1" fmla="*/ 215782 w 823423"/>
                <a:gd name="connsiteY1" fmla="*/ 18801 h 956420"/>
                <a:gd name="connsiteX2" fmla="*/ 561975 w 823423"/>
                <a:gd name="connsiteY2" fmla="*/ 947623 h 956420"/>
                <a:gd name="connsiteX3" fmla="*/ 823423 w 823423"/>
                <a:gd name="connsiteY3" fmla="*/ 462826 h 956420"/>
                <a:gd name="connsiteX0" fmla="*/ 0 w 900335"/>
                <a:gd name="connsiteY0" fmla="*/ 420810 h 958204"/>
                <a:gd name="connsiteX1" fmla="*/ 215782 w 900335"/>
                <a:gd name="connsiteY1" fmla="*/ 18801 h 958204"/>
                <a:gd name="connsiteX2" fmla="*/ 561975 w 900335"/>
                <a:gd name="connsiteY2" fmla="*/ 947623 h 958204"/>
                <a:gd name="connsiteX3" fmla="*/ 900335 w 900335"/>
                <a:gd name="connsiteY3" fmla="*/ 561103 h 958204"/>
                <a:gd name="connsiteX0" fmla="*/ 0 w 900335"/>
                <a:gd name="connsiteY0" fmla="*/ 420810 h 958774"/>
                <a:gd name="connsiteX1" fmla="*/ 215782 w 900335"/>
                <a:gd name="connsiteY1" fmla="*/ 18801 h 958774"/>
                <a:gd name="connsiteX2" fmla="*/ 561975 w 900335"/>
                <a:gd name="connsiteY2" fmla="*/ 947623 h 958774"/>
                <a:gd name="connsiteX3" fmla="*/ 900335 w 900335"/>
                <a:gd name="connsiteY3" fmla="*/ 561103 h 958774"/>
                <a:gd name="connsiteX0" fmla="*/ 0 w 802058"/>
                <a:gd name="connsiteY0" fmla="*/ 420810 h 956675"/>
                <a:gd name="connsiteX1" fmla="*/ 215782 w 802058"/>
                <a:gd name="connsiteY1" fmla="*/ 18801 h 956675"/>
                <a:gd name="connsiteX2" fmla="*/ 561975 w 802058"/>
                <a:gd name="connsiteY2" fmla="*/ 947623 h 956675"/>
                <a:gd name="connsiteX3" fmla="*/ 802058 w 802058"/>
                <a:gd name="connsiteY3" fmla="*/ 454281 h 956675"/>
                <a:gd name="connsiteX0" fmla="*/ 0 w 802058"/>
                <a:gd name="connsiteY0" fmla="*/ 420810 h 957314"/>
                <a:gd name="connsiteX1" fmla="*/ 215782 w 802058"/>
                <a:gd name="connsiteY1" fmla="*/ 18801 h 957314"/>
                <a:gd name="connsiteX2" fmla="*/ 561975 w 802058"/>
                <a:gd name="connsiteY2" fmla="*/ 947623 h 957314"/>
                <a:gd name="connsiteX3" fmla="*/ 802058 w 802058"/>
                <a:gd name="connsiteY3" fmla="*/ 454281 h 957314"/>
                <a:gd name="connsiteX0" fmla="*/ 0 w 802058"/>
                <a:gd name="connsiteY0" fmla="*/ 420810 h 957314"/>
                <a:gd name="connsiteX1" fmla="*/ 215782 w 802058"/>
                <a:gd name="connsiteY1" fmla="*/ 18801 h 957314"/>
                <a:gd name="connsiteX2" fmla="*/ 561975 w 802058"/>
                <a:gd name="connsiteY2" fmla="*/ 947623 h 957314"/>
                <a:gd name="connsiteX3" fmla="*/ 802058 w 802058"/>
                <a:gd name="connsiteY3" fmla="*/ 454281 h 95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2058" h="957314">
                  <a:moveTo>
                    <a:pt x="0" y="420810"/>
                  </a:moveTo>
                  <a:cubicBezTo>
                    <a:pt x="67469" y="165222"/>
                    <a:pt x="122120" y="-69001"/>
                    <a:pt x="215782" y="18801"/>
                  </a:cubicBezTo>
                  <a:cubicBezTo>
                    <a:pt x="309444" y="106603"/>
                    <a:pt x="463550" y="865073"/>
                    <a:pt x="561975" y="947623"/>
                  </a:cubicBezTo>
                  <a:cubicBezTo>
                    <a:pt x="660400" y="1030173"/>
                    <a:pt x="768586" y="561237"/>
                    <a:pt x="802058" y="45428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213" name="Conector recto 212">
              <a:extLst>
                <a:ext uri="{FF2B5EF4-FFF2-40B4-BE49-F238E27FC236}">
                  <a16:creationId xmlns:a16="http://schemas.microsoft.com/office/drawing/2014/main" id="{982AB8FC-B174-4CDA-9C3D-1C90C54E3DDF}"/>
                </a:ext>
              </a:extLst>
            </p:cNvPr>
            <p:cNvCxnSpPr>
              <a:cxnSpLocks/>
              <a:stCxn id="209" idx="3"/>
              <a:endCxn id="210" idx="0"/>
            </p:cNvCxnSpPr>
            <p:nvPr/>
          </p:nvCxnSpPr>
          <p:spPr>
            <a:xfrm flipV="1">
              <a:off x="4926383" y="1249431"/>
              <a:ext cx="15405" cy="42872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Abrir llave 224">
              <a:extLst>
                <a:ext uri="{FF2B5EF4-FFF2-40B4-BE49-F238E27FC236}">
                  <a16:creationId xmlns:a16="http://schemas.microsoft.com/office/drawing/2014/main" id="{2EE3378C-7974-4BB1-87E4-9D6FBE7F3C46}"/>
                </a:ext>
              </a:extLst>
            </p:cNvPr>
            <p:cNvSpPr/>
            <p:nvPr/>
          </p:nvSpPr>
          <p:spPr>
            <a:xfrm rot="16200000">
              <a:off x="4847090" y="1560362"/>
              <a:ext cx="143933" cy="833965"/>
            </a:xfrm>
            <a:prstGeom prst="leftBrac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8" name="CuadroTexto 227">
                  <a:extLst>
                    <a:ext uri="{FF2B5EF4-FFF2-40B4-BE49-F238E27FC236}">
                      <a16:creationId xmlns:a16="http://schemas.microsoft.com/office/drawing/2014/main" id="{227702FE-ED45-456D-A3C7-1100DA18663E}"/>
                    </a:ext>
                  </a:extLst>
                </p:cNvPr>
                <p:cNvSpPr txBox="1"/>
                <p:nvPr/>
              </p:nvSpPr>
              <p:spPr>
                <a:xfrm>
                  <a:off x="4374653" y="1968353"/>
                  <a:ext cx="1147233" cy="53335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den>
                        </m:f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228" name="CuadroTexto 227">
                  <a:extLst>
                    <a:ext uri="{FF2B5EF4-FFF2-40B4-BE49-F238E27FC236}">
                      <a16:creationId xmlns:a16="http://schemas.microsoft.com/office/drawing/2014/main" id="{227702FE-ED45-456D-A3C7-1100DA1866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4653" y="1968353"/>
                  <a:ext cx="1147233" cy="533351"/>
                </a:xfrm>
                <a:prstGeom prst="rect">
                  <a:avLst/>
                </a:prstGeom>
                <a:blipFill>
                  <a:blip r:embed="rId15"/>
                  <a:stretch>
                    <a:fillRect b="-574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CuadroTexto 229">
                  <a:extLst>
                    <a:ext uri="{FF2B5EF4-FFF2-40B4-BE49-F238E27FC236}">
                      <a16:creationId xmlns:a16="http://schemas.microsoft.com/office/drawing/2014/main" id="{9488787A-A892-4DB0-ACBA-9AAC705387DD}"/>
                    </a:ext>
                  </a:extLst>
                </p:cNvPr>
                <p:cNvSpPr txBox="1"/>
                <p:nvPr/>
              </p:nvSpPr>
              <p:spPr>
                <a:xfrm>
                  <a:off x="5721154" y="1995107"/>
                  <a:ext cx="164205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s-CL" sz="1400" dirty="0"/>
                    <a:t>: Frecuencia natural del sistema</a:t>
                  </a:r>
                </a:p>
              </p:txBody>
            </p:sp>
          </mc:Choice>
          <mc:Fallback xmlns="">
            <p:sp>
              <p:nvSpPr>
                <p:cNvPr id="230" name="CuadroTexto 229">
                  <a:extLst>
                    <a:ext uri="{FF2B5EF4-FFF2-40B4-BE49-F238E27FC236}">
                      <a16:creationId xmlns:a16="http://schemas.microsoft.com/office/drawing/2014/main" id="{9488787A-A892-4DB0-ACBA-9AAC705387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1154" y="1995107"/>
                  <a:ext cx="1642053" cy="523220"/>
                </a:xfrm>
                <a:prstGeom prst="rect">
                  <a:avLst/>
                </a:prstGeom>
                <a:blipFill>
                  <a:blip r:embed="rId16"/>
                  <a:stretch>
                    <a:fillRect l="-1115" t="-1163" r="-2602" b="-11628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4" name="Grupo 253">
            <a:extLst>
              <a:ext uri="{FF2B5EF4-FFF2-40B4-BE49-F238E27FC236}">
                <a16:creationId xmlns:a16="http://schemas.microsoft.com/office/drawing/2014/main" id="{AA3E1A76-2CFC-4D88-980A-F22C6F821D94}"/>
              </a:ext>
            </a:extLst>
          </p:cNvPr>
          <p:cNvGrpSpPr/>
          <p:nvPr/>
        </p:nvGrpSpPr>
        <p:grpSpPr>
          <a:xfrm>
            <a:off x="4135165" y="3065932"/>
            <a:ext cx="3474345" cy="2310785"/>
            <a:chOff x="4046935" y="2758874"/>
            <a:chExt cx="3474345" cy="2310785"/>
          </a:xfrm>
        </p:grpSpPr>
        <p:cxnSp>
          <p:nvCxnSpPr>
            <p:cNvPr id="233" name="Conector recto 232">
              <a:extLst>
                <a:ext uri="{FF2B5EF4-FFF2-40B4-BE49-F238E27FC236}">
                  <a16:creationId xmlns:a16="http://schemas.microsoft.com/office/drawing/2014/main" id="{F7873672-1918-4E0A-99C6-F8DB08E4A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5029" y="3118863"/>
              <a:ext cx="0" cy="1519895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4" name="Conector recto 233">
              <a:extLst>
                <a:ext uri="{FF2B5EF4-FFF2-40B4-BE49-F238E27FC236}">
                  <a16:creationId xmlns:a16="http://schemas.microsoft.com/office/drawing/2014/main" id="{C534C275-E40A-4D37-8622-288E518EE7B0}"/>
                </a:ext>
              </a:extLst>
            </p:cNvPr>
            <p:cNvCxnSpPr>
              <a:cxnSpLocks/>
            </p:cNvCxnSpPr>
            <p:nvPr/>
          </p:nvCxnSpPr>
          <p:spPr>
            <a:xfrm>
              <a:off x="4347270" y="3972909"/>
              <a:ext cx="2414598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CuadroTexto 234">
                  <a:extLst>
                    <a:ext uri="{FF2B5EF4-FFF2-40B4-BE49-F238E27FC236}">
                      <a16:creationId xmlns:a16="http://schemas.microsoft.com/office/drawing/2014/main" id="{A1AF9BC9-D258-45B5-830E-1E9496EE18D6}"/>
                    </a:ext>
                  </a:extLst>
                </p:cNvPr>
                <p:cNvSpPr txBox="1"/>
                <p:nvPr/>
              </p:nvSpPr>
              <p:spPr>
                <a:xfrm>
                  <a:off x="6631583" y="3959722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235" name="CuadroTexto 234">
                  <a:extLst>
                    <a:ext uri="{FF2B5EF4-FFF2-40B4-BE49-F238E27FC236}">
                      <a16:creationId xmlns:a16="http://schemas.microsoft.com/office/drawing/2014/main" id="{A1AF9BC9-D258-45B5-830E-1E9496EE18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583" y="3959722"/>
                  <a:ext cx="480043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CuadroTexto 235">
                  <a:extLst>
                    <a:ext uri="{FF2B5EF4-FFF2-40B4-BE49-F238E27FC236}">
                      <a16:creationId xmlns:a16="http://schemas.microsoft.com/office/drawing/2014/main" id="{CE5BE3F6-97CD-458C-B22E-302BBC64639D}"/>
                    </a:ext>
                  </a:extLst>
                </p:cNvPr>
                <p:cNvSpPr txBox="1"/>
                <p:nvPr/>
              </p:nvSpPr>
              <p:spPr>
                <a:xfrm>
                  <a:off x="4167171" y="2758874"/>
                  <a:ext cx="8113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6" name="CuadroTexto 235">
                  <a:extLst>
                    <a:ext uri="{FF2B5EF4-FFF2-40B4-BE49-F238E27FC236}">
                      <a16:creationId xmlns:a16="http://schemas.microsoft.com/office/drawing/2014/main" id="{CE5BE3F6-97CD-458C-B22E-302BBC6463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7171" y="2758874"/>
                  <a:ext cx="811390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7" name="Conector recto 236">
              <a:extLst>
                <a:ext uri="{FF2B5EF4-FFF2-40B4-BE49-F238E27FC236}">
                  <a16:creationId xmlns:a16="http://schemas.microsoft.com/office/drawing/2014/main" id="{E4D92D2D-8D2A-4D66-B68B-0F6EFA6393E7}"/>
                </a:ext>
              </a:extLst>
            </p:cNvPr>
            <p:cNvCxnSpPr>
              <a:cxnSpLocks/>
            </p:cNvCxnSpPr>
            <p:nvPr/>
          </p:nvCxnSpPr>
          <p:spPr>
            <a:xfrm>
              <a:off x="4474157" y="3689515"/>
              <a:ext cx="13016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8" name="Conector recto 237">
              <a:extLst>
                <a:ext uri="{FF2B5EF4-FFF2-40B4-BE49-F238E27FC236}">
                  <a16:creationId xmlns:a16="http://schemas.microsoft.com/office/drawing/2014/main" id="{ACF85C6A-79FD-4B61-99AD-E367C741D6A6}"/>
                </a:ext>
              </a:extLst>
            </p:cNvPr>
            <p:cNvCxnSpPr>
              <a:cxnSpLocks/>
            </p:cNvCxnSpPr>
            <p:nvPr/>
          </p:nvCxnSpPr>
          <p:spPr>
            <a:xfrm>
              <a:off x="4489947" y="4268467"/>
              <a:ext cx="13016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CuadroTexto 238">
                  <a:extLst>
                    <a:ext uri="{FF2B5EF4-FFF2-40B4-BE49-F238E27FC236}">
                      <a16:creationId xmlns:a16="http://schemas.microsoft.com/office/drawing/2014/main" id="{A7FB71AF-B1DC-4391-BE82-78631018AAA7}"/>
                    </a:ext>
                  </a:extLst>
                </p:cNvPr>
                <p:cNvSpPr txBox="1"/>
                <p:nvPr/>
              </p:nvSpPr>
              <p:spPr>
                <a:xfrm>
                  <a:off x="4046935" y="3489676"/>
                  <a:ext cx="3595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239" name="CuadroTexto 238">
                  <a:extLst>
                    <a:ext uri="{FF2B5EF4-FFF2-40B4-BE49-F238E27FC236}">
                      <a16:creationId xmlns:a16="http://schemas.microsoft.com/office/drawing/2014/main" id="{A7FB71AF-B1DC-4391-BE82-78631018A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6935" y="3489676"/>
                  <a:ext cx="359508" cy="369332"/>
                </a:xfrm>
                <a:prstGeom prst="rect">
                  <a:avLst/>
                </a:prstGeom>
                <a:blipFill>
                  <a:blip r:embed="rId19"/>
                  <a:stretch>
                    <a:fillRect r="-3220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CuadroTexto 239">
                  <a:extLst>
                    <a:ext uri="{FF2B5EF4-FFF2-40B4-BE49-F238E27FC236}">
                      <a16:creationId xmlns:a16="http://schemas.microsoft.com/office/drawing/2014/main" id="{B905D5E5-F1EC-41F3-8D2A-576A4D010E84}"/>
                    </a:ext>
                  </a:extLst>
                </p:cNvPr>
                <p:cNvSpPr txBox="1"/>
                <p:nvPr/>
              </p:nvSpPr>
              <p:spPr>
                <a:xfrm>
                  <a:off x="4074412" y="4089661"/>
                  <a:ext cx="3595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240" name="CuadroTexto 239">
                  <a:extLst>
                    <a:ext uri="{FF2B5EF4-FFF2-40B4-BE49-F238E27FC236}">
                      <a16:creationId xmlns:a16="http://schemas.microsoft.com/office/drawing/2014/main" id="{B905D5E5-F1EC-41F3-8D2A-576A4D010E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4412" y="4089661"/>
                  <a:ext cx="359508" cy="369332"/>
                </a:xfrm>
                <a:prstGeom prst="rect">
                  <a:avLst/>
                </a:prstGeom>
                <a:blipFill>
                  <a:blip r:embed="rId20"/>
                  <a:stretch>
                    <a:fillRect r="-30508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9" name="Forma libre: forma 248">
              <a:extLst>
                <a:ext uri="{FF2B5EF4-FFF2-40B4-BE49-F238E27FC236}">
                  <a16:creationId xmlns:a16="http://schemas.microsoft.com/office/drawing/2014/main" id="{49CAC20F-8D65-4750-884F-2DC17C350148}"/>
                </a:ext>
              </a:extLst>
            </p:cNvPr>
            <p:cNvSpPr/>
            <p:nvPr/>
          </p:nvSpPr>
          <p:spPr>
            <a:xfrm>
              <a:off x="4567954" y="3155368"/>
              <a:ext cx="1501073" cy="1914291"/>
            </a:xfrm>
            <a:custGeom>
              <a:avLst/>
              <a:gdLst>
                <a:gd name="connsiteX0" fmla="*/ 0 w 1399922"/>
                <a:gd name="connsiteY0" fmla="*/ 769307 h 1477360"/>
                <a:gd name="connsiteX1" fmla="*/ 169933 w 1399922"/>
                <a:gd name="connsiteY1" fmla="*/ 510362 h 1477360"/>
                <a:gd name="connsiteX2" fmla="*/ 347958 w 1399922"/>
                <a:gd name="connsiteY2" fmla="*/ 1113219 h 1477360"/>
                <a:gd name="connsiteX3" fmla="*/ 546212 w 1399922"/>
                <a:gd name="connsiteY3" fmla="*/ 388982 h 1477360"/>
                <a:gd name="connsiteX4" fmla="*/ 817296 w 1399922"/>
                <a:gd name="connsiteY4" fmla="*/ 1291244 h 1477360"/>
                <a:gd name="connsiteX5" fmla="*/ 1072195 w 1399922"/>
                <a:gd name="connsiteY5" fmla="*/ 564 h 1477360"/>
                <a:gd name="connsiteX6" fmla="*/ 1399922 w 1399922"/>
                <a:gd name="connsiteY6" fmla="*/ 1477360 h 1477360"/>
                <a:gd name="connsiteX0" fmla="*/ 0 w 1399922"/>
                <a:gd name="connsiteY0" fmla="*/ 769281 h 1477334"/>
                <a:gd name="connsiteX1" fmla="*/ 169933 w 1399922"/>
                <a:gd name="connsiteY1" fmla="*/ 510336 h 1477334"/>
                <a:gd name="connsiteX2" fmla="*/ 347958 w 1399922"/>
                <a:gd name="connsiteY2" fmla="*/ 1113193 h 1477334"/>
                <a:gd name="connsiteX3" fmla="*/ 546212 w 1399922"/>
                <a:gd name="connsiteY3" fmla="*/ 388956 h 1477334"/>
                <a:gd name="connsiteX4" fmla="*/ 817296 w 1399922"/>
                <a:gd name="connsiteY4" fmla="*/ 1355954 h 1477334"/>
                <a:gd name="connsiteX5" fmla="*/ 1072195 w 1399922"/>
                <a:gd name="connsiteY5" fmla="*/ 538 h 1477334"/>
                <a:gd name="connsiteX6" fmla="*/ 1399922 w 1399922"/>
                <a:gd name="connsiteY6" fmla="*/ 1477334 h 1477334"/>
                <a:gd name="connsiteX0" fmla="*/ 0 w 1476796"/>
                <a:gd name="connsiteY0" fmla="*/ 769281 h 1841476"/>
                <a:gd name="connsiteX1" fmla="*/ 169933 w 1476796"/>
                <a:gd name="connsiteY1" fmla="*/ 510336 h 1841476"/>
                <a:gd name="connsiteX2" fmla="*/ 347958 w 1476796"/>
                <a:gd name="connsiteY2" fmla="*/ 1113193 h 1841476"/>
                <a:gd name="connsiteX3" fmla="*/ 546212 w 1476796"/>
                <a:gd name="connsiteY3" fmla="*/ 388956 h 1841476"/>
                <a:gd name="connsiteX4" fmla="*/ 817296 w 1476796"/>
                <a:gd name="connsiteY4" fmla="*/ 1355954 h 1841476"/>
                <a:gd name="connsiteX5" fmla="*/ 1072195 w 1476796"/>
                <a:gd name="connsiteY5" fmla="*/ 538 h 1841476"/>
                <a:gd name="connsiteX6" fmla="*/ 1476796 w 1476796"/>
                <a:gd name="connsiteY6" fmla="*/ 1841476 h 1841476"/>
                <a:gd name="connsiteX0" fmla="*/ 0 w 1476796"/>
                <a:gd name="connsiteY0" fmla="*/ 769281 h 1841476"/>
                <a:gd name="connsiteX1" fmla="*/ 137565 w 1476796"/>
                <a:gd name="connsiteY1" fmla="*/ 502244 h 1841476"/>
                <a:gd name="connsiteX2" fmla="*/ 347958 w 1476796"/>
                <a:gd name="connsiteY2" fmla="*/ 1113193 h 1841476"/>
                <a:gd name="connsiteX3" fmla="*/ 546212 w 1476796"/>
                <a:gd name="connsiteY3" fmla="*/ 388956 h 1841476"/>
                <a:gd name="connsiteX4" fmla="*/ 817296 w 1476796"/>
                <a:gd name="connsiteY4" fmla="*/ 1355954 h 1841476"/>
                <a:gd name="connsiteX5" fmla="*/ 1072195 w 1476796"/>
                <a:gd name="connsiteY5" fmla="*/ 538 h 1841476"/>
                <a:gd name="connsiteX6" fmla="*/ 1476796 w 1476796"/>
                <a:gd name="connsiteY6" fmla="*/ 1841476 h 1841476"/>
                <a:gd name="connsiteX0" fmla="*/ 0 w 1476796"/>
                <a:gd name="connsiteY0" fmla="*/ 769281 h 1841476"/>
                <a:gd name="connsiteX1" fmla="*/ 137565 w 1476796"/>
                <a:gd name="connsiteY1" fmla="*/ 502244 h 1841476"/>
                <a:gd name="connsiteX2" fmla="*/ 347958 w 1476796"/>
                <a:gd name="connsiteY2" fmla="*/ 1113193 h 1841476"/>
                <a:gd name="connsiteX3" fmla="*/ 525982 w 1476796"/>
                <a:gd name="connsiteY3" fmla="*/ 393002 h 1841476"/>
                <a:gd name="connsiteX4" fmla="*/ 817296 w 1476796"/>
                <a:gd name="connsiteY4" fmla="*/ 1355954 h 1841476"/>
                <a:gd name="connsiteX5" fmla="*/ 1072195 w 1476796"/>
                <a:gd name="connsiteY5" fmla="*/ 538 h 1841476"/>
                <a:gd name="connsiteX6" fmla="*/ 1476796 w 1476796"/>
                <a:gd name="connsiteY6" fmla="*/ 1841476 h 1841476"/>
                <a:gd name="connsiteX0" fmla="*/ 0 w 1476796"/>
                <a:gd name="connsiteY0" fmla="*/ 769281 h 1841476"/>
                <a:gd name="connsiteX1" fmla="*/ 137565 w 1476796"/>
                <a:gd name="connsiteY1" fmla="*/ 502244 h 1841476"/>
                <a:gd name="connsiteX2" fmla="*/ 347958 w 1476796"/>
                <a:gd name="connsiteY2" fmla="*/ 1113193 h 1841476"/>
                <a:gd name="connsiteX3" fmla="*/ 550258 w 1476796"/>
                <a:gd name="connsiteY3" fmla="*/ 384910 h 1841476"/>
                <a:gd name="connsiteX4" fmla="*/ 817296 w 1476796"/>
                <a:gd name="connsiteY4" fmla="*/ 1355954 h 1841476"/>
                <a:gd name="connsiteX5" fmla="*/ 1072195 w 1476796"/>
                <a:gd name="connsiteY5" fmla="*/ 538 h 1841476"/>
                <a:gd name="connsiteX6" fmla="*/ 1476796 w 1476796"/>
                <a:gd name="connsiteY6" fmla="*/ 1841476 h 1841476"/>
                <a:gd name="connsiteX0" fmla="*/ 0 w 1476796"/>
                <a:gd name="connsiteY0" fmla="*/ 805682 h 1877877"/>
                <a:gd name="connsiteX1" fmla="*/ 137565 w 1476796"/>
                <a:gd name="connsiteY1" fmla="*/ 538645 h 1877877"/>
                <a:gd name="connsiteX2" fmla="*/ 347958 w 1476796"/>
                <a:gd name="connsiteY2" fmla="*/ 1149594 h 1877877"/>
                <a:gd name="connsiteX3" fmla="*/ 550258 w 1476796"/>
                <a:gd name="connsiteY3" fmla="*/ 421311 h 1877877"/>
                <a:gd name="connsiteX4" fmla="*/ 817296 w 1476796"/>
                <a:gd name="connsiteY4" fmla="*/ 1392355 h 1877877"/>
                <a:gd name="connsiteX5" fmla="*/ 1116701 w 1476796"/>
                <a:gd name="connsiteY5" fmla="*/ 525 h 1877877"/>
                <a:gd name="connsiteX6" fmla="*/ 1476796 w 1476796"/>
                <a:gd name="connsiteY6" fmla="*/ 1877877 h 1877877"/>
                <a:gd name="connsiteX0" fmla="*/ 0 w 1501073"/>
                <a:gd name="connsiteY0" fmla="*/ 805682 h 1914291"/>
                <a:gd name="connsiteX1" fmla="*/ 137565 w 1501073"/>
                <a:gd name="connsiteY1" fmla="*/ 538645 h 1914291"/>
                <a:gd name="connsiteX2" fmla="*/ 347958 w 1501073"/>
                <a:gd name="connsiteY2" fmla="*/ 1149594 h 1914291"/>
                <a:gd name="connsiteX3" fmla="*/ 550258 w 1501073"/>
                <a:gd name="connsiteY3" fmla="*/ 421311 h 1914291"/>
                <a:gd name="connsiteX4" fmla="*/ 817296 w 1501073"/>
                <a:gd name="connsiteY4" fmla="*/ 1392355 h 1914291"/>
                <a:gd name="connsiteX5" fmla="*/ 1116701 w 1501073"/>
                <a:gd name="connsiteY5" fmla="*/ 525 h 1914291"/>
                <a:gd name="connsiteX6" fmla="*/ 1501073 w 1501073"/>
                <a:gd name="connsiteY6" fmla="*/ 1914291 h 1914291"/>
                <a:gd name="connsiteX0" fmla="*/ 0 w 1501073"/>
                <a:gd name="connsiteY0" fmla="*/ 805682 h 1914291"/>
                <a:gd name="connsiteX1" fmla="*/ 137565 w 1501073"/>
                <a:gd name="connsiteY1" fmla="*/ 538645 h 1914291"/>
                <a:gd name="connsiteX2" fmla="*/ 315589 w 1501073"/>
                <a:gd name="connsiteY2" fmla="*/ 1133410 h 1914291"/>
                <a:gd name="connsiteX3" fmla="*/ 550258 w 1501073"/>
                <a:gd name="connsiteY3" fmla="*/ 421311 h 1914291"/>
                <a:gd name="connsiteX4" fmla="*/ 817296 w 1501073"/>
                <a:gd name="connsiteY4" fmla="*/ 1392355 h 1914291"/>
                <a:gd name="connsiteX5" fmla="*/ 1116701 w 1501073"/>
                <a:gd name="connsiteY5" fmla="*/ 525 h 1914291"/>
                <a:gd name="connsiteX6" fmla="*/ 1501073 w 1501073"/>
                <a:gd name="connsiteY6" fmla="*/ 1914291 h 1914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1073" h="1914291">
                  <a:moveTo>
                    <a:pt x="0" y="805682"/>
                  </a:moveTo>
                  <a:cubicBezTo>
                    <a:pt x="55970" y="647550"/>
                    <a:pt x="84967" y="484024"/>
                    <a:pt x="137565" y="538645"/>
                  </a:cubicBezTo>
                  <a:cubicBezTo>
                    <a:pt x="190163" y="593266"/>
                    <a:pt x="246807" y="1152966"/>
                    <a:pt x="315589" y="1133410"/>
                  </a:cubicBezTo>
                  <a:cubicBezTo>
                    <a:pt x="384371" y="1113854"/>
                    <a:pt x="466640" y="378154"/>
                    <a:pt x="550258" y="421311"/>
                  </a:cubicBezTo>
                  <a:cubicBezTo>
                    <a:pt x="633876" y="464469"/>
                    <a:pt x="722889" y="1462486"/>
                    <a:pt x="817296" y="1392355"/>
                  </a:cubicBezTo>
                  <a:cubicBezTo>
                    <a:pt x="911703" y="1322224"/>
                    <a:pt x="1019597" y="-30494"/>
                    <a:pt x="1116701" y="525"/>
                  </a:cubicBezTo>
                  <a:cubicBezTo>
                    <a:pt x="1213805" y="31544"/>
                    <a:pt x="1390482" y="1652649"/>
                    <a:pt x="1501073" y="1914291"/>
                  </a:cubicBez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50" name="Forma libre: forma 249">
              <a:extLst>
                <a:ext uri="{FF2B5EF4-FFF2-40B4-BE49-F238E27FC236}">
                  <a16:creationId xmlns:a16="http://schemas.microsoft.com/office/drawing/2014/main" id="{FDD4A0BC-86C6-438F-8D3B-CD564BD4B86D}"/>
                </a:ext>
              </a:extLst>
            </p:cNvPr>
            <p:cNvSpPr/>
            <p:nvPr/>
          </p:nvSpPr>
          <p:spPr>
            <a:xfrm>
              <a:off x="4559862" y="2941455"/>
              <a:ext cx="1355416" cy="746669"/>
            </a:xfrm>
            <a:custGeom>
              <a:avLst/>
              <a:gdLst>
                <a:gd name="connsiteX0" fmla="*/ 0 w 1355416"/>
                <a:gd name="connsiteY0" fmla="*/ 744467 h 746669"/>
                <a:gd name="connsiteX1" fmla="*/ 550258 w 1355416"/>
                <a:gd name="connsiteY1" fmla="*/ 631179 h 746669"/>
                <a:gd name="connsiteX2" fmla="*/ 1355416 w 1355416"/>
                <a:gd name="connsiteY2" fmla="*/ 0 h 746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55416" h="746669">
                  <a:moveTo>
                    <a:pt x="0" y="744467"/>
                  </a:moveTo>
                  <a:cubicBezTo>
                    <a:pt x="162177" y="749862"/>
                    <a:pt x="324355" y="755257"/>
                    <a:pt x="550258" y="631179"/>
                  </a:cubicBezTo>
                  <a:cubicBezTo>
                    <a:pt x="776161" y="507101"/>
                    <a:pt x="1065788" y="253550"/>
                    <a:pt x="1355416" y="0"/>
                  </a:cubicBezTo>
                </a:path>
              </a:pathLst>
            </a:cu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52" name="Forma libre: forma 251">
              <a:extLst>
                <a:ext uri="{FF2B5EF4-FFF2-40B4-BE49-F238E27FC236}">
                  <a16:creationId xmlns:a16="http://schemas.microsoft.com/office/drawing/2014/main" id="{FD57ABEC-C804-47C2-B063-AC3D61E3F868}"/>
                </a:ext>
              </a:extLst>
            </p:cNvPr>
            <p:cNvSpPr/>
            <p:nvPr/>
          </p:nvSpPr>
          <p:spPr>
            <a:xfrm flipV="1">
              <a:off x="4567954" y="4268467"/>
              <a:ext cx="1355416" cy="746669"/>
            </a:xfrm>
            <a:custGeom>
              <a:avLst/>
              <a:gdLst>
                <a:gd name="connsiteX0" fmla="*/ 0 w 1355416"/>
                <a:gd name="connsiteY0" fmla="*/ 744467 h 746669"/>
                <a:gd name="connsiteX1" fmla="*/ 550258 w 1355416"/>
                <a:gd name="connsiteY1" fmla="*/ 631179 h 746669"/>
                <a:gd name="connsiteX2" fmla="*/ 1355416 w 1355416"/>
                <a:gd name="connsiteY2" fmla="*/ 0 h 746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55416" h="746669">
                  <a:moveTo>
                    <a:pt x="0" y="744467"/>
                  </a:moveTo>
                  <a:cubicBezTo>
                    <a:pt x="162177" y="749862"/>
                    <a:pt x="324355" y="755257"/>
                    <a:pt x="550258" y="631179"/>
                  </a:cubicBezTo>
                  <a:cubicBezTo>
                    <a:pt x="776161" y="507101"/>
                    <a:pt x="1065788" y="253550"/>
                    <a:pt x="1355416" y="0"/>
                  </a:cubicBezTo>
                </a:path>
              </a:pathLst>
            </a:custGeom>
            <a:noFill/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53" name="CuadroTexto 252">
              <a:extLst>
                <a:ext uri="{FF2B5EF4-FFF2-40B4-BE49-F238E27FC236}">
                  <a16:creationId xmlns:a16="http://schemas.microsoft.com/office/drawing/2014/main" id="{7FB432E0-8D98-4730-B980-203FBC3BDD00}"/>
                </a:ext>
              </a:extLst>
            </p:cNvPr>
            <p:cNvSpPr txBox="1"/>
            <p:nvPr/>
          </p:nvSpPr>
          <p:spPr>
            <a:xfrm>
              <a:off x="5825830" y="3178364"/>
              <a:ext cx="16954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“</a:t>
              </a:r>
              <a:r>
                <a:rPr lang="en-US" dirty="0" err="1"/>
                <a:t>Inestable</a:t>
              </a:r>
              <a:r>
                <a:rPr lang="en-US" dirty="0"/>
                <a:t>”</a:t>
              </a:r>
              <a:endParaRPr lang="es-CL" dirty="0"/>
            </a:p>
          </p:txBody>
        </p:sp>
      </p:grpSp>
      <p:grpSp>
        <p:nvGrpSpPr>
          <p:cNvPr id="302" name="Grupo 301">
            <a:extLst>
              <a:ext uri="{FF2B5EF4-FFF2-40B4-BE49-F238E27FC236}">
                <a16:creationId xmlns:a16="http://schemas.microsoft.com/office/drawing/2014/main" id="{2811C93E-EA22-43E8-9617-2D2FB1A48495}"/>
              </a:ext>
            </a:extLst>
          </p:cNvPr>
          <p:cNvGrpSpPr/>
          <p:nvPr/>
        </p:nvGrpSpPr>
        <p:grpSpPr>
          <a:xfrm>
            <a:off x="7712738" y="384987"/>
            <a:ext cx="3474345" cy="1956454"/>
            <a:chOff x="7712738" y="384987"/>
            <a:chExt cx="3474345" cy="1956454"/>
          </a:xfrm>
        </p:grpSpPr>
        <p:sp>
          <p:nvSpPr>
            <p:cNvPr id="267" name="CuadroTexto 266">
              <a:extLst>
                <a:ext uri="{FF2B5EF4-FFF2-40B4-BE49-F238E27FC236}">
                  <a16:creationId xmlns:a16="http://schemas.microsoft.com/office/drawing/2014/main" id="{D6018A71-4D3D-41F8-9E9F-5DCD9DACFEF3}"/>
                </a:ext>
              </a:extLst>
            </p:cNvPr>
            <p:cNvSpPr txBox="1"/>
            <p:nvPr/>
          </p:nvSpPr>
          <p:spPr>
            <a:xfrm>
              <a:off x="9491633" y="804477"/>
              <a:ext cx="16954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“</a:t>
              </a:r>
              <a:r>
                <a:rPr lang="en-US" dirty="0" err="1"/>
                <a:t>Estable</a:t>
              </a:r>
              <a:r>
                <a:rPr lang="en-US" dirty="0"/>
                <a:t>”</a:t>
              </a:r>
              <a:endParaRPr lang="es-CL" dirty="0"/>
            </a:p>
          </p:txBody>
        </p:sp>
        <p:grpSp>
          <p:nvGrpSpPr>
            <p:cNvPr id="297" name="Grupo 296">
              <a:extLst>
                <a:ext uri="{FF2B5EF4-FFF2-40B4-BE49-F238E27FC236}">
                  <a16:creationId xmlns:a16="http://schemas.microsoft.com/office/drawing/2014/main" id="{D5358902-426A-418D-AE96-406E840C9E6E}"/>
                </a:ext>
              </a:extLst>
            </p:cNvPr>
            <p:cNvGrpSpPr/>
            <p:nvPr/>
          </p:nvGrpSpPr>
          <p:grpSpPr>
            <a:xfrm>
              <a:off x="7712738" y="384987"/>
              <a:ext cx="3064691" cy="1956454"/>
              <a:chOff x="7712738" y="384987"/>
              <a:chExt cx="3064691" cy="1956454"/>
            </a:xfrm>
          </p:grpSpPr>
          <p:cxnSp>
            <p:nvCxnSpPr>
              <p:cNvPr id="256" name="Conector recto 255">
                <a:extLst>
                  <a:ext uri="{FF2B5EF4-FFF2-40B4-BE49-F238E27FC236}">
                    <a16:creationId xmlns:a16="http://schemas.microsoft.com/office/drawing/2014/main" id="{AE81B838-CD6B-445D-8231-3877C746DF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20832" y="744976"/>
                <a:ext cx="9426" cy="1596465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57" name="Conector recto 256">
                <a:extLst>
                  <a:ext uri="{FF2B5EF4-FFF2-40B4-BE49-F238E27FC236}">
                    <a16:creationId xmlns:a16="http://schemas.microsoft.com/office/drawing/2014/main" id="{0ADFDFEC-562C-4F96-99F4-0D9EDCCEFD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13073" y="1599022"/>
                <a:ext cx="2414598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8" name="CuadroTexto 257">
                    <a:extLst>
                      <a:ext uri="{FF2B5EF4-FFF2-40B4-BE49-F238E27FC236}">
                        <a16:creationId xmlns:a16="http://schemas.microsoft.com/office/drawing/2014/main" id="{DF309C4A-11DA-4B30-9BF5-87F6B00983F2}"/>
                      </a:ext>
                    </a:extLst>
                  </p:cNvPr>
                  <p:cNvSpPr txBox="1"/>
                  <p:nvPr/>
                </p:nvSpPr>
                <p:spPr>
                  <a:xfrm>
                    <a:off x="10297386" y="1585835"/>
                    <a:ext cx="48004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258" name="CuadroTexto 257">
                    <a:extLst>
                      <a:ext uri="{FF2B5EF4-FFF2-40B4-BE49-F238E27FC236}">
                        <a16:creationId xmlns:a16="http://schemas.microsoft.com/office/drawing/2014/main" id="{DF309C4A-11DA-4B30-9BF5-87F6B00983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97386" y="1585835"/>
                    <a:ext cx="480043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9" name="CuadroTexto 258">
                    <a:extLst>
                      <a:ext uri="{FF2B5EF4-FFF2-40B4-BE49-F238E27FC236}">
                        <a16:creationId xmlns:a16="http://schemas.microsoft.com/office/drawing/2014/main" id="{30DB7B28-8FE0-45C0-92FC-D6968CB89911}"/>
                      </a:ext>
                    </a:extLst>
                  </p:cNvPr>
                  <p:cNvSpPr txBox="1"/>
                  <p:nvPr/>
                </p:nvSpPr>
                <p:spPr>
                  <a:xfrm>
                    <a:off x="7832974" y="384987"/>
                    <a:ext cx="81139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9" name="CuadroTexto 258">
                    <a:extLst>
                      <a:ext uri="{FF2B5EF4-FFF2-40B4-BE49-F238E27FC236}">
                        <a16:creationId xmlns:a16="http://schemas.microsoft.com/office/drawing/2014/main" id="{30DB7B28-8FE0-45C0-92FC-D6968CB899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32974" y="384987"/>
                    <a:ext cx="811390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0" name="Conector recto 259">
                <a:extLst>
                  <a:ext uri="{FF2B5EF4-FFF2-40B4-BE49-F238E27FC236}">
                    <a16:creationId xmlns:a16="http://schemas.microsoft.com/office/drawing/2014/main" id="{4CE8B56C-8A28-4A7B-A7A7-C5D2434E01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39960" y="1315628"/>
                <a:ext cx="13016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61" name="Conector recto 260">
                <a:extLst>
                  <a:ext uri="{FF2B5EF4-FFF2-40B4-BE49-F238E27FC236}">
                    <a16:creationId xmlns:a16="http://schemas.microsoft.com/office/drawing/2014/main" id="{04D25DAB-E14E-412E-9A03-EEA648A21C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55750" y="1894580"/>
                <a:ext cx="130164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2" name="CuadroTexto 261">
                    <a:extLst>
                      <a:ext uri="{FF2B5EF4-FFF2-40B4-BE49-F238E27FC236}">
                        <a16:creationId xmlns:a16="http://schemas.microsoft.com/office/drawing/2014/main" id="{306BF68E-054B-4AB6-A3DA-53A55D8D3014}"/>
                      </a:ext>
                    </a:extLst>
                  </p:cNvPr>
                  <p:cNvSpPr txBox="1"/>
                  <p:nvPr/>
                </p:nvSpPr>
                <p:spPr>
                  <a:xfrm>
                    <a:off x="7712738" y="1115789"/>
                    <a:ext cx="35950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262" name="CuadroTexto 261">
                    <a:extLst>
                      <a:ext uri="{FF2B5EF4-FFF2-40B4-BE49-F238E27FC236}">
                        <a16:creationId xmlns:a16="http://schemas.microsoft.com/office/drawing/2014/main" id="{306BF68E-054B-4AB6-A3DA-53A55D8D30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12738" y="1115789"/>
                    <a:ext cx="359508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r="-32203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3" name="CuadroTexto 262">
                    <a:extLst>
                      <a:ext uri="{FF2B5EF4-FFF2-40B4-BE49-F238E27FC236}">
                        <a16:creationId xmlns:a16="http://schemas.microsoft.com/office/drawing/2014/main" id="{862D4DFB-356F-4A06-89ED-7EC23B4E5DEC}"/>
                      </a:ext>
                    </a:extLst>
                  </p:cNvPr>
                  <p:cNvSpPr txBox="1"/>
                  <p:nvPr/>
                </p:nvSpPr>
                <p:spPr>
                  <a:xfrm>
                    <a:off x="7740215" y="1715774"/>
                    <a:ext cx="35950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263" name="CuadroTexto 262">
                    <a:extLst>
                      <a:ext uri="{FF2B5EF4-FFF2-40B4-BE49-F238E27FC236}">
                        <a16:creationId xmlns:a16="http://schemas.microsoft.com/office/drawing/2014/main" id="{862D4DFB-356F-4A06-89ED-7EC23B4E5D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40215" y="1715774"/>
                    <a:ext cx="359508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r="-30508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5" name="Forma libre: forma 264">
                <a:extLst>
                  <a:ext uri="{FF2B5EF4-FFF2-40B4-BE49-F238E27FC236}">
                    <a16:creationId xmlns:a16="http://schemas.microsoft.com/office/drawing/2014/main" id="{C30DBD35-D38D-4A20-B2EA-B91419BAF61D}"/>
                  </a:ext>
                </a:extLst>
              </p:cNvPr>
              <p:cNvSpPr/>
              <p:nvPr/>
            </p:nvSpPr>
            <p:spPr>
              <a:xfrm rot="10800000" flipV="1">
                <a:off x="8230258" y="886054"/>
                <a:ext cx="1355416" cy="514394"/>
              </a:xfrm>
              <a:custGeom>
                <a:avLst/>
                <a:gdLst>
                  <a:gd name="connsiteX0" fmla="*/ 0 w 1355416"/>
                  <a:gd name="connsiteY0" fmla="*/ 744467 h 746669"/>
                  <a:gd name="connsiteX1" fmla="*/ 550258 w 1355416"/>
                  <a:gd name="connsiteY1" fmla="*/ 631179 h 746669"/>
                  <a:gd name="connsiteX2" fmla="*/ 1355416 w 1355416"/>
                  <a:gd name="connsiteY2" fmla="*/ 0 h 74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55416" h="746669">
                    <a:moveTo>
                      <a:pt x="0" y="744467"/>
                    </a:moveTo>
                    <a:cubicBezTo>
                      <a:pt x="162177" y="749862"/>
                      <a:pt x="324355" y="755257"/>
                      <a:pt x="550258" y="631179"/>
                    </a:cubicBezTo>
                    <a:cubicBezTo>
                      <a:pt x="776161" y="507101"/>
                      <a:pt x="1065788" y="253550"/>
                      <a:pt x="1355416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94" name="Forma libre: forma 293">
                <a:extLst>
                  <a:ext uri="{FF2B5EF4-FFF2-40B4-BE49-F238E27FC236}">
                    <a16:creationId xmlns:a16="http://schemas.microsoft.com/office/drawing/2014/main" id="{EF6A5979-35D0-4993-9684-9D7309BE9CA8}"/>
                  </a:ext>
                </a:extLst>
              </p:cNvPr>
              <p:cNvSpPr/>
              <p:nvPr/>
            </p:nvSpPr>
            <p:spPr>
              <a:xfrm rot="10800000">
                <a:off x="8230258" y="1786242"/>
                <a:ext cx="1355416" cy="514800"/>
              </a:xfrm>
              <a:custGeom>
                <a:avLst/>
                <a:gdLst>
                  <a:gd name="connsiteX0" fmla="*/ 0 w 1355416"/>
                  <a:gd name="connsiteY0" fmla="*/ 744467 h 746669"/>
                  <a:gd name="connsiteX1" fmla="*/ 550258 w 1355416"/>
                  <a:gd name="connsiteY1" fmla="*/ 631179 h 746669"/>
                  <a:gd name="connsiteX2" fmla="*/ 1355416 w 1355416"/>
                  <a:gd name="connsiteY2" fmla="*/ 0 h 74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55416" h="746669">
                    <a:moveTo>
                      <a:pt x="0" y="744467"/>
                    </a:moveTo>
                    <a:cubicBezTo>
                      <a:pt x="162177" y="749862"/>
                      <a:pt x="324355" y="755257"/>
                      <a:pt x="550258" y="631179"/>
                    </a:cubicBezTo>
                    <a:cubicBezTo>
                      <a:pt x="776161" y="507101"/>
                      <a:pt x="1065788" y="253550"/>
                      <a:pt x="1355416" y="0"/>
                    </a:cubicBezTo>
                  </a:path>
                </a:pathLst>
              </a:cu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96" name="Forma libre: forma 295">
                <a:extLst>
                  <a:ext uri="{FF2B5EF4-FFF2-40B4-BE49-F238E27FC236}">
                    <a16:creationId xmlns:a16="http://schemas.microsoft.com/office/drawing/2014/main" id="{30328BC7-2915-4229-914C-39ADD079675A}"/>
                  </a:ext>
                </a:extLst>
              </p:cNvPr>
              <p:cNvSpPr/>
              <p:nvPr/>
            </p:nvSpPr>
            <p:spPr>
              <a:xfrm>
                <a:off x="8244114" y="944168"/>
                <a:ext cx="1266372" cy="1247866"/>
              </a:xfrm>
              <a:custGeom>
                <a:avLst/>
                <a:gdLst>
                  <a:gd name="connsiteX0" fmla="*/ 0 w 1266372"/>
                  <a:gd name="connsiteY0" fmla="*/ 637889 h 1247866"/>
                  <a:gd name="connsiteX1" fmla="*/ 72572 w 1266372"/>
                  <a:gd name="connsiteY1" fmla="*/ 17403 h 1247866"/>
                  <a:gd name="connsiteX2" fmla="*/ 148772 w 1266372"/>
                  <a:gd name="connsiteY2" fmla="*/ 1247489 h 1247866"/>
                  <a:gd name="connsiteX3" fmla="*/ 319315 w 1266372"/>
                  <a:gd name="connsiteY3" fmla="*/ 158918 h 1247866"/>
                  <a:gd name="connsiteX4" fmla="*/ 395515 w 1266372"/>
                  <a:gd name="connsiteY4" fmla="*/ 1109603 h 1247866"/>
                  <a:gd name="connsiteX5" fmla="*/ 526143 w 1266372"/>
                  <a:gd name="connsiteY5" fmla="*/ 256889 h 1247866"/>
                  <a:gd name="connsiteX6" fmla="*/ 624115 w 1266372"/>
                  <a:gd name="connsiteY6" fmla="*/ 982603 h 1247866"/>
                  <a:gd name="connsiteX7" fmla="*/ 711200 w 1266372"/>
                  <a:gd name="connsiteY7" fmla="*/ 347603 h 1247866"/>
                  <a:gd name="connsiteX8" fmla="*/ 801915 w 1266372"/>
                  <a:gd name="connsiteY8" fmla="*/ 924546 h 1247866"/>
                  <a:gd name="connsiteX9" fmla="*/ 881743 w 1266372"/>
                  <a:gd name="connsiteY9" fmla="*/ 416546 h 1247866"/>
                  <a:gd name="connsiteX10" fmla="*/ 990600 w 1266372"/>
                  <a:gd name="connsiteY10" fmla="*/ 866489 h 1247866"/>
                  <a:gd name="connsiteX11" fmla="*/ 1063172 w 1266372"/>
                  <a:gd name="connsiteY11" fmla="*/ 449203 h 1247866"/>
                  <a:gd name="connsiteX12" fmla="*/ 1190172 w 1266372"/>
                  <a:gd name="connsiteY12" fmla="*/ 848346 h 1247866"/>
                  <a:gd name="connsiteX13" fmla="*/ 1266372 w 1266372"/>
                  <a:gd name="connsiteY13" fmla="*/ 460089 h 1247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66372" h="1247866">
                    <a:moveTo>
                      <a:pt x="0" y="637889"/>
                    </a:moveTo>
                    <a:cubicBezTo>
                      <a:pt x="23888" y="276846"/>
                      <a:pt x="47777" y="-84197"/>
                      <a:pt x="72572" y="17403"/>
                    </a:cubicBezTo>
                    <a:cubicBezTo>
                      <a:pt x="97367" y="119003"/>
                      <a:pt x="107648" y="1223903"/>
                      <a:pt x="148772" y="1247489"/>
                    </a:cubicBezTo>
                    <a:cubicBezTo>
                      <a:pt x="189896" y="1271075"/>
                      <a:pt x="278191" y="181899"/>
                      <a:pt x="319315" y="158918"/>
                    </a:cubicBezTo>
                    <a:cubicBezTo>
                      <a:pt x="360439" y="135937"/>
                      <a:pt x="361044" y="1093275"/>
                      <a:pt x="395515" y="1109603"/>
                    </a:cubicBezTo>
                    <a:cubicBezTo>
                      <a:pt x="429986" y="1125931"/>
                      <a:pt x="488043" y="278056"/>
                      <a:pt x="526143" y="256889"/>
                    </a:cubicBezTo>
                    <a:cubicBezTo>
                      <a:pt x="564243" y="235722"/>
                      <a:pt x="593272" y="967484"/>
                      <a:pt x="624115" y="982603"/>
                    </a:cubicBezTo>
                    <a:cubicBezTo>
                      <a:pt x="654958" y="997722"/>
                      <a:pt x="681567" y="357279"/>
                      <a:pt x="711200" y="347603"/>
                    </a:cubicBezTo>
                    <a:cubicBezTo>
                      <a:pt x="740833" y="337927"/>
                      <a:pt x="773491" y="913056"/>
                      <a:pt x="801915" y="924546"/>
                    </a:cubicBezTo>
                    <a:cubicBezTo>
                      <a:pt x="830339" y="936036"/>
                      <a:pt x="850295" y="426222"/>
                      <a:pt x="881743" y="416546"/>
                    </a:cubicBezTo>
                    <a:cubicBezTo>
                      <a:pt x="913191" y="406870"/>
                      <a:pt x="960362" y="861046"/>
                      <a:pt x="990600" y="866489"/>
                    </a:cubicBezTo>
                    <a:cubicBezTo>
                      <a:pt x="1020838" y="871932"/>
                      <a:pt x="1029910" y="452227"/>
                      <a:pt x="1063172" y="449203"/>
                    </a:cubicBezTo>
                    <a:cubicBezTo>
                      <a:pt x="1096434" y="446179"/>
                      <a:pt x="1156305" y="846532"/>
                      <a:pt x="1190172" y="848346"/>
                    </a:cubicBezTo>
                    <a:cubicBezTo>
                      <a:pt x="1224039" y="850160"/>
                      <a:pt x="1246415" y="560479"/>
                      <a:pt x="1266372" y="460089"/>
                    </a:cubicBezTo>
                  </a:path>
                </a:pathLst>
              </a:cu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474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upo 47">
            <a:extLst>
              <a:ext uri="{FF2B5EF4-FFF2-40B4-BE49-F238E27FC236}">
                <a16:creationId xmlns:a16="http://schemas.microsoft.com/office/drawing/2014/main" id="{EFA0F7BB-09EC-4978-ADCA-C79B3CD3B259}"/>
              </a:ext>
            </a:extLst>
          </p:cNvPr>
          <p:cNvGrpSpPr/>
          <p:nvPr/>
        </p:nvGrpSpPr>
        <p:grpSpPr>
          <a:xfrm>
            <a:off x="660701" y="417734"/>
            <a:ext cx="2919925" cy="2200821"/>
            <a:chOff x="632709" y="464387"/>
            <a:chExt cx="2919925" cy="2200821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8AAC4839-9D01-4C68-9629-A4C3E037825B}"/>
                </a:ext>
              </a:extLst>
            </p:cNvPr>
            <p:cNvGrpSpPr/>
            <p:nvPr/>
          </p:nvGrpSpPr>
          <p:grpSpPr>
            <a:xfrm>
              <a:off x="632709" y="464387"/>
              <a:ext cx="2919925" cy="2200820"/>
              <a:chOff x="1907107" y="3626266"/>
              <a:chExt cx="2919925" cy="2200820"/>
            </a:xfrm>
          </p:grpSpPr>
          <p:cxnSp>
            <p:nvCxnSpPr>
              <p:cNvPr id="20" name="Conector recto 19">
                <a:extLst>
                  <a:ext uri="{FF2B5EF4-FFF2-40B4-BE49-F238E27FC236}">
                    <a16:creationId xmlns:a16="http://schemas.microsoft.com/office/drawing/2014/main" id="{58A8FB26-CFBC-40E1-9791-A336F451D0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69724" y="3862341"/>
                <a:ext cx="0" cy="1964745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FDA23659-B7D0-4BCD-A077-19AA6DD950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07107" y="4962047"/>
                <a:ext cx="226198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CuadroTexto 21">
                    <a:extLst>
                      <a:ext uri="{FF2B5EF4-FFF2-40B4-BE49-F238E27FC236}">
                        <a16:creationId xmlns:a16="http://schemas.microsoft.com/office/drawing/2014/main" id="{FA51D4A4-9A33-4765-92BD-6C13E1E3540A}"/>
                      </a:ext>
                    </a:extLst>
                  </p:cNvPr>
                  <p:cNvSpPr txBox="1"/>
                  <p:nvPr/>
                </p:nvSpPr>
                <p:spPr>
                  <a:xfrm>
                    <a:off x="2279259" y="3626266"/>
                    <a:ext cx="69046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𝐼𝑚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98" name="CuadroTexto 97">
                    <a:extLst>
                      <a:ext uri="{FF2B5EF4-FFF2-40B4-BE49-F238E27FC236}">
                        <a16:creationId xmlns:a16="http://schemas.microsoft.com/office/drawing/2014/main" id="{96AF0CB9-B70C-496E-BA8D-B98897A62A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9259" y="3626266"/>
                    <a:ext cx="690465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13158"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CuadroTexto 22">
                    <a:extLst>
                      <a:ext uri="{FF2B5EF4-FFF2-40B4-BE49-F238E27FC236}">
                        <a16:creationId xmlns:a16="http://schemas.microsoft.com/office/drawing/2014/main" id="{95F91912-68B4-4BDA-86F6-590D734B50E9}"/>
                      </a:ext>
                    </a:extLst>
                  </p:cNvPr>
                  <p:cNvSpPr txBox="1"/>
                  <p:nvPr/>
                </p:nvSpPr>
                <p:spPr>
                  <a:xfrm>
                    <a:off x="4136567" y="4777381"/>
                    <a:ext cx="69046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𝑅𝑒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99" name="CuadroTexto 98">
                    <a:extLst>
                      <a:ext uri="{FF2B5EF4-FFF2-40B4-BE49-F238E27FC236}">
                        <a16:creationId xmlns:a16="http://schemas.microsoft.com/office/drawing/2014/main" id="{E7DB2819-F21D-427C-8293-B382906A11D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36567" y="4777381"/>
                    <a:ext cx="690465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1504"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C329A84D-6236-4BBC-8B9C-4BEF9CCECE1C}"/>
                </a:ext>
              </a:extLst>
            </p:cNvPr>
            <p:cNvSpPr/>
            <p:nvPr/>
          </p:nvSpPr>
          <p:spPr>
            <a:xfrm>
              <a:off x="632709" y="817796"/>
              <a:ext cx="1062606" cy="1847412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AF2EB52D-293B-4429-B37B-56275E517F25}"/>
                </a:ext>
              </a:extLst>
            </p:cNvPr>
            <p:cNvSpPr/>
            <p:nvPr/>
          </p:nvSpPr>
          <p:spPr>
            <a:xfrm>
              <a:off x="1713862" y="817795"/>
              <a:ext cx="1062606" cy="184741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5748CC1D-3F64-4E70-9DFE-672CC8E3C8C3}"/>
                </a:ext>
              </a:extLst>
            </p:cNvPr>
            <p:cNvSpPr txBox="1"/>
            <p:nvPr/>
          </p:nvSpPr>
          <p:spPr>
            <a:xfrm>
              <a:off x="752470" y="1810257"/>
              <a:ext cx="9428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rgbClr val="00B050"/>
                  </a:solidFill>
                </a:rPr>
                <a:t>Estable</a:t>
              </a:r>
              <a:endParaRPr lang="es-CL" sz="1600" dirty="0">
                <a:solidFill>
                  <a:srgbClr val="00B050"/>
                </a:solidFill>
              </a:endParaRP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717A0229-99F2-4EAC-8EAA-79C6F0FFCBD4}"/>
                </a:ext>
              </a:extLst>
            </p:cNvPr>
            <p:cNvSpPr txBox="1"/>
            <p:nvPr/>
          </p:nvSpPr>
          <p:spPr>
            <a:xfrm>
              <a:off x="1763699" y="1810257"/>
              <a:ext cx="11627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Inestable</a:t>
              </a:r>
              <a:endParaRPr lang="es-CL" sz="16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9F6FDB34-22D8-442F-AC20-B74BD6908ADB}"/>
              </a:ext>
            </a:extLst>
          </p:cNvPr>
          <p:cNvGrpSpPr/>
          <p:nvPr/>
        </p:nvGrpSpPr>
        <p:grpSpPr>
          <a:xfrm>
            <a:off x="3580626" y="195969"/>
            <a:ext cx="6409483" cy="2205804"/>
            <a:chOff x="6359789" y="1537418"/>
            <a:chExt cx="6409483" cy="2205804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1A30F5AE-3490-4878-B2D8-948AEDC87265}"/>
                </a:ext>
              </a:extLst>
            </p:cNvPr>
            <p:cNvGrpSpPr/>
            <p:nvPr/>
          </p:nvGrpSpPr>
          <p:grpSpPr>
            <a:xfrm>
              <a:off x="6359789" y="1537418"/>
              <a:ext cx="3670425" cy="2205804"/>
              <a:chOff x="6325523" y="1770573"/>
              <a:chExt cx="5227539" cy="29480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uadroTexto 26">
                    <a:extLst>
                      <a:ext uri="{FF2B5EF4-FFF2-40B4-BE49-F238E27FC236}">
                        <a16:creationId xmlns:a16="http://schemas.microsoft.com/office/drawing/2014/main" id="{BC9F553F-4655-4C08-B9D8-2A06D227ECCA}"/>
                      </a:ext>
                    </a:extLst>
                  </p:cNvPr>
                  <p:cNvSpPr txBox="1"/>
                  <p:nvPr/>
                </p:nvSpPr>
                <p:spPr>
                  <a:xfrm>
                    <a:off x="6325523" y="1814316"/>
                    <a:ext cx="13525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es-CL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2" name="CuadroTexto 91">
                    <a:extLst>
                      <a:ext uri="{FF2B5EF4-FFF2-40B4-BE49-F238E27FC236}">
                        <a16:creationId xmlns:a16="http://schemas.microsoft.com/office/drawing/2014/main" id="{4DB2FD7A-1932-402E-B520-F6A3484BDD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5523" y="1814316"/>
                    <a:ext cx="135256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53333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8" name="Grupo 27">
                <a:extLst>
                  <a:ext uri="{FF2B5EF4-FFF2-40B4-BE49-F238E27FC236}">
                    <a16:creationId xmlns:a16="http://schemas.microsoft.com/office/drawing/2014/main" id="{C35514B3-7BD9-4E2B-84A2-12DC49897CD5}"/>
                  </a:ext>
                </a:extLst>
              </p:cNvPr>
              <p:cNvGrpSpPr/>
              <p:nvPr/>
            </p:nvGrpSpPr>
            <p:grpSpPr>
              <a:xfrm>
                <a:off x="6658679" y="1770573"/>
                <a:ext cx="4894383" cy="2948003"/>
                <a:chOff x="6658679" y="1770573"/>
                <a:chExt cx="4894383" cy="294800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CuadroTexto 28">
                      <a:extLst>
                        <a:ext uri="{FF2B5EF4-FFF2-40B4-BE49-F238E27FC236}">
                          <a16:creationId xmlns:a16="http://schemas.microsoft.com/office/drawing/2014/main" id="{7CD86374-72A7-42F1-97D0-96E40D8B33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79021" y="3272805"/>
                      <a:ext cx="1352560" cy="49360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oMath>
                        </m:oMathPara>
                      </a14:m>
                      <a:endParaRPr lang="es-CL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9" name="CuadroTexto 28">
                      <a:extLst>
                        <a:ext uri="{FF2B5EF4-FFF2-40B4-BE49-F238E27FC236}">
                          <a16:creationId xmlns:a16="http://schemas.microsoft.com/office/drawing/2014/main" id="{7CD86374-72A7-42F1-97D0-96E40D8B335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79021" y="3272805"/>
                      <a:ext cx="1352560" cy="493603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30" name="Conector recto 29">
                  <a:extLst>
                    <a:ext uri="{FF2B5EF4-FFF2-40B4-BE49-F238E27FC236}">
                      <a16:creationId xmlns:a16="http://schemas.microsoft.com/office/drawing/2014/main" id="{2F9BAFB6-F1F6-4902-B0BD-5A93291CB4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444629" y="2473036"/>
                  <a:ext cx="0" cy="209314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sp>
              <p:nvSpPr>
                <p:cNvPr id="31" name="Rectángulo 30">
                  <a:extLst>
                    <a:ext uri="{FF2B5EF4-FFF2-40B4-BE49-F238E27FC236}">
                      <a16:creationId xmlns:a16="http://schemas.microsoft.com/office/drawing/2014/main" id="{D224705C-457F-489F-8F75-25382172BD99}"/>
                    </a:ext>
                  </a:extLst>
                </p:cNvPr>
                <p:cNvSpPr/>
                <p:nvPr/>
              </p:nvSpPr>
              <p:spPr>
                <a:xfrm>
                  <a:off x="7444629" y="2191480"/>
                  <a:ext cx="3005289" cy="281556"/>
                </a:xfrm>
                <a:prstGeom prst="rect">
                  <a:avLst/>
                </a:prstGeom>
                <a:solidFill>
                  <a:schemeClr val="tx1">
                    <a:alpha val="23000"/>
                  </a:scheme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cxnSp>
              <p:nvCxnSpPr>
                <p:cNvPr id="32" name="Conector recto 31">
                  <a:extLst>
                    <a:ext uri="{FF2B5EF4-FFF2-40B4-BE49-F238E27FC236}">
                      <a16:creationId xmlns:a16="http://schemas.microsoft.com/office/drawing/2014/main" id="{0467DD1F-3F7A-45C7-82FE-8B56154E77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450889" y="2473036"/>
                  <a:ext cx="0" cy="209314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33" name="Conector recto 32">
                  <a:extLst>
                    <a:ext uri="{FF2B5EF4-FFF2-40B4-BE49-F238E27FC236}">
                      <a16:creationId xmlns:a16="http://schemas.microsoft.com/office/drawing/2014/main" id="{F4387D29-C69F-4158-A0C4-C5A8FC89F2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089352" y="4566176"/>
                  <a:ext cx="3735687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34" name="Conector recto 33">
                  <a:extLst>
                    <a:ext uri="{FF2B5EF4-FFF2-40B4-BE49-F238E27FC236}">
                      <a16:creationId xmlns:a16="http://schemas.microsoft.com/office/drawing/2014/main" id="{7AFDD518-D5F8-4AD0-AE41-9D0403D29A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41752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35" name="Conector recto 34">
                  <a:extLst>
                    <a:ext uri="{FF2B5EF4-FFF2-40B4-BE49-F238E27FC236}">
                      <a16:creationId xmlns:a16="http://schemas.microsoft.com/office/drawing/2014/main" id="{F1E3E4DF-6C04-46B3-A1E7-917FBB2BEB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475205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36" name="Conector recto 35">
                  <a:extLst>
                    <a:ext uri="{FF2B5EF4-FFF2-40B4-BE49-F238E27FC236}">
                      <a16:creationId xmlns:a16="http://schemas.microsoft.com/office/drawing/2014/main" id="{2FEE36B0-2C69-44AA-AFF6-5C34BA2FB2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678082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37" name="Conector recto 36">
                  <a:extLst>
                    <a:ext uri="{FF2B5EF4-FFF2-40B4-BE49-F238E27FC236}">
                      <a16:creationId xmlns:a16="http://schemas.microsoft.com/office/drawing/2014/main" id="{9890FE65-28DD-4D9F-BD74-C9451CD004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80959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38" name="Conector recto 37">
                  <a:extLst>
                    <a:ext uri="{FF2B5EF4-FFF2-40B4-BE49-F238E27FC236}">
                      <a16:creationId xmlns:a16="http://schemas.microsoft.com/office/drawing/2014/main" id="{7DF0693A-1251-4F59-B5B2-512B12F5C2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83836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39" name="Conector recto 38">
                  <a:extLst>
                    <a:ext uri="{FF2B5EF4-FFF2-40B4-BE49-F238E27FC236}">
                      <a16:creationId xmlns:a16="http://schemas.microsoft.com/office/drawing/2014/main" id="{008542A8-2C2F-4BBF-8519-01C28729BF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317289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40" name="Conector recto 39">
                  <a:extLst>
                    <a:ext uri="{FF2B5EF4-FFF2-40B4-BE49-F238E27FC236}">
                      <a16:creationId xmlns:a16="http://schemas.microsoft.com/office/drawing/2014/main" id="{FA386101-40BD-491A-9287-6F867DB5FB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20166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41" name="Conector recto 40">
                  <a:extLst>
                    <a:ext uri="{FF2B5EF4-FFF2-40B4-BE49-F238E27FC236}">
                      <a16:creationId xmlns:a16="http://schemas.microsoft.com/office/drawing/2014/main" id="{671B8A95-36F7-4578-9E97-ADD3A787C2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723043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42" name="Conector recto 41">
                  <a:extLst>
                    <a:ext uri="{FF2B5EF4-FFF2-40B4-BE49-F238E27FC236}">
                      <a16:creationId xmlns:a16="http://schemas.microsoft.com/office/drawing/2014/main" id="{BD11F8F9-0AF0-437E-87DC-80939F51B9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29315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43" name="Conector recto 42">
                  <a:extLst>
                    <a:ext uri="{FF2B5EF4-FFF2-40B4-BE49-F238E27FC236}">
                      <a16:creationId xmlns:a16="http://schemas.microsoft.com/office/drawing/2014/main" id="{C434AD00-73F6-4B6D-9146-076B3E4697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62768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44" name="Conector recto 43">
                  <a:extLst>
                    <a:ext uri="{FF2B5EF4-FFF2-40B4-BE49-F238E27FC236}">
                      <a16:creationId xmlns:a16="http://schemas.microsoft.com/office/drawing/2014/main" id="{A89C14ED-6C3E-4B5E-9C6D-139BF62A4E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365645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49" name="Conector recto 48">
                  <a:extLst>
                    <a:ext uri="{FF2B5EF4-FFF2-40B4-BE49-F238E27FC236}">
                      <a16:creationId xmlns:a16="http://schemas.microsoft.com/office/drawing/2014/main" id="{6E2BF7A5-3968-412D-A521-0DCDF2B0E4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568522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50" name="Conector recto 49">
                  <a:extLst>
                    <a:ext uri="{FF2B5EF4-FFF2-40B4-BE49-F238E27FC236}">
                      <a16:creationId xmlns:a16="http://schemas.microsoft.com/office/drawing/2014/main" id="{617173DF-29FC-4978-A14A-9C00345913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765575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51" name="Conector recto 50">
                  <a:extLst>
                    <a:ext uri="{FF2B5EF4-FFF2-40B4-BE49-F238E27FC236}">
                      <a16:creationId xmlns:a16="http://schemas.microsoft.com/office/drawing/2014/main" id="{93B7152F-D018-49C4-A436-74B854E01B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999028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52" name="Conector recto 51">
                  <a:extLst>
                    <a:ext uri="{FF2B5EF4-FFF2-40B4-BE49-F238E27FC236}">
                      <a16:creationId xmlns:a16="http://schemas.microsoft.com/office/drawing/2014/main" id="{DD662C12-3D31-41B7-A51E-7B2B4CB688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201905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53" name="Conector recto 52">
                  <a:extLst>
                    <a:ext uri="{FF2B5EF4-FFF2-40B4-BE49-F238E27FC236}">
                      <a16:creationId xmlns:a16="http://schemas.microsoft.com/office/drawing/2014/main" id="{8275A7A9-EBB3-43EE-9943-5B4063A2DA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404782" y="4566176"/>
                  <a:ext cx="162107" cy="152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CuadroTexto 53">
                      <a:extLst>
                        <a:ext uri="{FF2B5EF4-FFF2-40B4-BE49-F238E27FC236}">
                          <a16:creationId xmlns:a16="http://schemas.microsoft.com/office/drawing/2014/main" id="{782050DF-47C9-4AEC-B71D-786D62853D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87628" y="1770573"/>
                      <a:ext cx="68337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oMath>
                        </m:oMathPara>
                      </a14:m>
                      <a:endParaRPr lang="es-CL" dirty="0"/>
                    </a:p>
                  </p:txBody>
                </p:sp>
              </mc:Choice>
              <mc:Fallback xmlns="">
                <p:sp>
                  <p:nvSpPr>
                    <p:cNvPr id="88" name="CuadroTexto 87">
                      <a:extLst>
                        <a:ext uri="{FF2B5EF4-FFF2-40B4-BE49-F238E27FC236}">
                          <a16:creationId xmlns:a16="http://schemas.microsoft.com/office/drawing/2014/main" id="{B51FA92C-97C5-429A-912A-BA8BF5D34A9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87628" y="1770573"/>
                      <a:ext cx="683372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5" name="Conector recto de flecha 54">
                  <a:extLst>
                    <a:ext uri="{FF2B5EF4-FFF2-40B4-BE49-F238E27FC236}">
                      <a16:creationId xmlns:a16="http://schemas.microsoft.com/office/drawing/2014/main" id="{0E535D36-53AE-4ECB-8C1D-220B647980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20985" y="2332230"/>
                  <a:ext cx="711595" cy="0"/>
                </a:xfrm>
                <a:prstGeom prst="straightConnector1">
                  <a:avLst/>
                </a:prstGeom>
                <a:ln w="28575">
                  <a:solidFill>
                    <a:srgbClr val="00B0F0"/>
                  </a:solidFill>
                  <a:tailEnd type="arrow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CuadroTexto 55">
                      <a:extLst>
                        <a:ext uri="{FF2B5EF4-FFF2-40B4-BE49-F238E27FC236}">
                          <a16:creationId xmlns:a16="http://schemas.microsoft.com/office/drawing/2014/main" id="{28246242-1D43-4F14-8F1A-7E159F0542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200502" y="1848607"/>
                      <a:ext cx="135256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s-CL" dirty="0">
                        <a:solidFill>
                          <a:srgbClr val="00B0F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0" name="CuadroTexto 89">
                      <a:extLst>
                        <a:ext uri="{FF2B5EF4-FFF2-40B4-BE49-F238E27FC236}">
                          <a16:creationId xmlns:a16="http://schemas.microsoft.com/office/drawing/2014/main" id="{6456F986-9608-4A2A-891E-9E9083D811B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200502" y="1848607"/>
                      <a:ext cx="1352560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1956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57" name="Conector recto de flecha 56">
                  <a:extLst>
                    <a:ext uri="{FF2B5EF4-FFF2-40B4-BE49-F238E27FC236}">
                      <a16:creationId xmlns:a16="http://schemas.microsoft.com/office/drawing/2014/main" id="{F9FF54F7-206E-4DE3-9288-5379E51D50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58679" y="2332230"/>
                  <a:ext cx="711595" cy="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Conector: curvado 57">
                  <a:extLst>
                    <a:ext uri="{FF2B5EF4-FFF2-40B4-BE49-F238E27FC236}">
                      <a16:creationId xmlns:a16="http://schemas.microsoft.com/office/drawing/2014/main" id="{E218A73F-F04E-4020-8486-D93D532662BC}"/>
                    </a:ext>
                  </a:extLst>
                </p:cNvPr>
                <p:cNvCxnSpPr/>
                <p:nvPr/>
              </p:nvCxnSpPr>
              <p:spPr>
                <a:xfrm>
                  <a:off x="7621999" y="2807347"/>
                  <a:ext cx="1083012" cy="545682"/>
                </a:xfrm>
                <a:prstGeom prst="curvedConnector3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59" name="Conector: curvado 58">
                  <a:extLst>
                    <a:ext uri="{FF2B5EF4-FFF2-40B4-BE49-F238E27FC236}">
                      <a16:creationId xmlns:a16="http://schemas.microsoft.com/office/drawing/2014/main" id="{26F33C6D-122B-4735-B38B-8DC0A6F18A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153164" y="2863263"/>
                  <a:ext cx="1047435" cy="504370"/>
                </a:xfrm>
                <a:prstGeom prst="curvedConnector3">
                  <a:avLst>
                    <a:gd name="adj1" fmla="val 50000"/>
                  </a:avLst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1DF5C395-A00E-4203-B955-8E43E8018D66}"/>
                    </a:ext>
                  </a:extLst>
                </p:cNvPr>
                <p:cNvSpPr txBox="1"/>
                <p:nvPr/>
              </p:nvSpPr>
              <p:spPr>
                <a:xfrm>
                  <a:off x="9432081" y="2355009"/>
                  <a:ext cx="3337191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0" dirty="0"/>
                    <a:t>EDM:</a:t>
                  </a:r>
                </a:p>
                <a:p>
                  <a:endParaRPr lang="en-US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acc>
                          <m:accPr>
                            <m:chr m:val="̈"/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acc>
                          <m:accPr>
                            <m:chr m:val="̇"/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d>
                          <m:dPr>
                            <m:ctrlP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𝑘𝑢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1DF5C395-A00E-4203-B955-8E43E8018D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32081" y="2355009"/>
                  <a:ext cx="3337191" cy="923330"/>
                </a:xfrm>
                <a:prstGeom prst="rect">
                  <a:avLst/>
                </a:prstGeom>
                <a:blipFill>
                  <a:blip r:embed="rId15"/>
                  <a:stretch>
                    <a:fillRect t="-3289" b="-460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2F46F6FD-06FF-4EED-8797-D2D176FA63C1}"/>
              </a:ext>
            </a:extLst>
          </p:cNvPr>
          <p:cNvGrpSpPr/>
          <p:nvPr/>
        </p:nvGrpSpPr>
        <p:grpSpPr>
          <a:xfrm>
            <a:off x="706702" y="3764636"/>
            <a:ext cx="4279694" cy="1107996"/>
            <a:chOff x="1696676" y="4966943"/>
            <a:chExt cx="4279694" cy="11079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CuadroTexto 64">
                  <a:extLst>
                    <a:ext uri="{FF2B5EF4-FFF2-40B4-BE49-F238E27FC236}">
                      <a16:creationId xmlns:a16="http://schemas.microsoft.com/office/drawing/2014/main" id="{8AAE1F33-B145-47C7-A3B6-C08DEA443770}"/>
                    </a:ext>
                  </a:extLst>
                </p:cNvPr>
                <p:cNvSpPr txBox="1"/>
                <p:nvPr/>
              </p:nvSpPr>
              <p:spPr>
                <a:xfrm>
                  <a:off x="1720041" y="4986631"/>
                  <a:ext cx="115811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CuadroTexto 64">
                  <a:extLst>
                    <a:ext uri="{FF2B5EF4-FFF2-40B4-BE49-F238E27FC236}">
                      <a16:creationId xmlns:a16="http://schemas.microsoft.com/office/drawing/2014/main" id="{8AAE1F33-B145-47C7-A3B6-C08DEA4437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0041" y="4986631"/>
                  <a:ext cx="1158117" cy="369332"/>
                </a:xfrm>
                <a:prstGeom prst="rect">
                  <a:avLst/>
                </a:prstGeom>
                <a:blipFill>
                  <a:blip r:embed="rId1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7085D063-5601-426B-AF57-962C6D02F7A7}"/>
                    </a:ext>
                  </a:extLst>
                </p:cNvPr>
                <p:cNvSpPr txBox="1"/>
                <p:nvPr/>
              </p:nvSpPr>
              <p:spPr>
                <a:xfrm>
                  <a:off x="3924580" y="4966943"/>
                  <a:ext cx="20517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7085D063-5601-426B-AF57-962C6D02F7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4580" y="4966943"/>
                  <a:ext cx="2051790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Rectángulo: esquinas redondeadas 68">
                  <a:extLst>
                    <a:ext uri="{FF2B5EF4-FFF2-40B4-BE49-F238E27FC236}">
                      <a16:creationId xmlns:a16="http://schemas.microsoft.com/office/drawing/2014/main" id="{51D6D3BA-39A9-45FA-9156-4B98EEC5D059}"/>
                    </a:ext>
                  </a:extLst>
                </p:cNvPr>
                <p:cNvSpPr/>
                <p:nvPr/>
              </p:nvSpPr>
              <p:spPr>
                <a:xfrm>
                  <a:off x="2919576" y="5013108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accent2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Rectángulo: esquinas redondeadas 68">
                  <a:extLst>
                    <a:ext uri="{FF2B5EF4-FFF2-40B4-BE49-F238E27FC236}">
                      <a16:creationId xmlns:a16="http://schemas.microsoft.com/office/drawing/2014/main" id="{51D6D3BA-39A9-45FA-9156-4B98EEC5D0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9576" y="5013108"/>
                  <a:ext cx="1005004" cy="685710"/>
                </a:xfrm>
                <a:prstGeom prst="round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28575"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Conector recto de flecha 69">
              <a:extLst>
                <a:ext uri="{FF2B5EF4-FFF2-40B4-BE49-F238E27FC236}">
                  <a16:creationId xmlns:a16="http://schemas.microsoft.com/office/drawing/2014/main" id="{EF2681E1-7739-414B-B282-56675606648C}"/>
                </a:ext>
              </a:extLst>
            </p:cNvPr>
            <p:cNvCxnSpPr>
              <a:cxnSpLocks/>
              <a:endCxn id="69" idx="1"/>
            </p:cNvCxnSpPr>
            <p:nvPr/>
          </p:nvCxnSpPr>
          <p:spPr>
            <a:xfrm>
              <a:off x="1696676" y="5336275"/>
              <a:ext cx="1222900" cy="0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Conector recto de flecha 70">
              <a:extLst>
                <a:ext uri="{FF2B5EF4-FFF2-40B4-BE49-F238E27FC236}">
                  <a16:creationId xmlns:a16="http://schemas.microsoft.com/office/drawing/2014/main" id="{8AE4AE8A-508C-4520-B64C-3DF2B19D5636}"/>
                </a:ext>
              </a:extLst>
            </p:cNvPr>
            <p:cNvCxnSpPr>
              <a:cxnSpLocks/>
            </p:cNvCxnSpPr>
            <p:nvPr/>
          </p:nvCxnSpPr>
          <p:spPr>
            <a:xfrm>
              <a:off x="3924580" y="5336275"/>
              <a:ext cx="1217796" cy="0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F7EED63E-E72C-4804-969F-74E1ADE28497}"/>
                </a:ext>
              </a:extLst>
            </p:cNvPr>
            <p:cNvSpPr txBox="1"/>
            <p:nvPr/>
          </p:nvSpPr>
          <p:spPr>
            <a:xfrm>
              <a:off x="2687169" y="5705607"/>
              <a:ext cx="15488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Sistema</a:t>
              </a:r>
              <a:endParaRPr lang="es-CL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5780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upo 131">
            <a:extLst>
              <a:ext uri="{FF2B5EF4-FFF2-40B4-BE49-F238E27FC236}">
                <a16:creationId xmlns:a16="http://schemas.microsoft.com/office/drawing/2014/main" id="{667468B5-1D63-4074-825C-11CE41708045}"/>
              </a:ext>
            </a:extLst>
          </p:cNvPr>
          <p:cNvGrpSpPr/>
          <p:nvPr/>
        </p:nvGrpSpPr>
        <p:grpSpPr>
          <a:xfrm>
            <a:off x="1836494" y="943420"/>
            <a:ext cx="8964762" cy="5632718"/>
            <a:chOff x="1836494" y="943420"/>
            <a:chExt cx="8964762" cy="5632718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42DDA337-A5AF-4624-89AB-AF5541467C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43779" y="1299948"/>
              <a:ext cx="0" cy="4614632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37438F78-0120-442B-9687-BECAEB9F98F9}"/>
                </a:ext>
              </a:extLst>
            </p:cNvPr>
            <p:cNvCxnSpPr>
              <a:cxnSpLocks/>
            </p:cNvCxnSpPr>
            <p:nvPr/>
          </p:nvCxnSpPr>
          <p:spPr>
            <a:xfrm>
              <a:off x="2855167" y="3605237"/>
              <a:ext cx="620846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63396B6E-8B20-4E56-9B68-89A3E2AB3140}"/>
                    </a:ext>
                  </a:extLst>
                </p:cNvPr>
                <p:cNvSpPr txBox="1"/>
                <p:nvPr/>
              </p:nvSpPr>
              <p:spPr>
                <a:xfrm>
                  <a:off x="5183107" y="943420"/>
                  <a:ext cx="1321344" cy="557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𝐼𝑚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63396B6E-8B20-4E56-9B68-89A3E2AB31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3107" y="943420"/>
                  <a:ext cx="1321344" cy="55777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B6ED71DB-22FA-4851-B0FE-8915D0DE0370}"/>
                    </a:ext>
                  </a:extLst>
                </p:cNvPr>
                <p:cNvSpPr txBox="1"/>
                <p:nvPr/>
              </p:nvSpPr>
              <p:spPr>
                <a:xfrm>
                  <a:off x="8942468" y="3407725"/>
                  <a:ext cx="9219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B6ED71DB-22FA-4851-B0FE-8915D0DE03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2468" y="3407725"/>
                  <a:ext cx="921929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56A93EAA-FBBC-4E8D-9343-6150460E9D12}"/>
                </a:ext>
              </a:extLst>
            </p:cNvPr>
            <p:cNvCxnSpPr/>
            <p:nvPr/>
          </p:nvCxnSpPr>
          <p:spPr>
            <a:xfrm flipH="1" flipV="1">
              <a:off x="4002833" y="2099388"/>
              <a:ext cx="1840946" cy="1507875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de flecha 10">
              <a:extLst>
                <a:ext uri="{FF2B5EF4-FFF2-40B4-BE49-F238E27FC236}">
                  <a16:creationId xmlns:a16="http://schemas.microsoft.com/office/drawing/2014/main" id="{D2179660-BDE3-479F-9874-FB94222096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4179" y="3607263"/>
              <a:ext cx="1839600" cy="150840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46B4D8AC-CEA5-4B82-87AC-C5EBD95908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54320" y="3361848"/>
              <a:ext cx="0" cy="750893"/>
            </a:xfrm>
            <a:prstGeom prst="line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4C38F701-C9B5-4F68-9283-2D9F3E4BCB26}"/>
                </a:ext>
              </a:extLst>
            </p:cNvPr>
            <p:cNvCxnSpPr>
              <a:cxnSpLocks/>
            </p:cNvCxnSpPr>
            <p:nvPr/>
          </p:nvCxnSpPr>
          <p:spPr>
            <a:xfrm>
              <a:off x="2354320" y="4112741"/>
              <a:ext cx="860271" cy="0"/>
            </a:xfrm>
            <a:prstGeom prst="line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E45767F3-B374-4B07-9E11-C93D428E4467}"/>
                </a:ext>
              </a:extLst>
            </p:cNvPr>
            <p:cNvSpPr/>
            <p:nvPr/>
          </p:nvSpPr>
          <p:spPr>
            <a:xfrm>
              <a:off x="2362902" y="3471444"/>
              <a:ext cx="793102" cy="586407"/>
            </a:xfrm>
            <a:custGeom>
              <a:avLst/>
              <a:gdLst>
                <a:gd name="connsiteX0" fmla="*/ 0 w 737118"/>
                <a:gd name="connsiteY0" fmla="*/ 562783 h 562783"/>
                <a:gd name="connsiteX1" fmla="*/ 223934 w 737118"/>
                <a:gd name="connsiteY1" fmla="*/ 2946 h 562783"/>
                <a:gd name="connsiteX2" fmla="*/ 373224 w 737118"/>
                <a:gd name="connsiteY2" fmla="*/ 348179 h 562783"/>
                <a:gd name="connsiteX3" fmla="*/ 737118 w 737118"/>
                <a:gd name="connsiteY3" fmla="*/ 488138 h 562783"/>
                <a:gd name="connsiteX0" fmla="*/ 0 w 737118"/>
                <a:gd name="connsiteY0" fmla="*/ 561475 h 561475"/>
                <a:gd name="connsiteX1" fmla="*/ 223934 w 737118"/>
                <a:gd name="connsiteY1" fmla="*/ 1638 h 561475"/>
                <a:gd name="connsiteX2" fmla="*/ 401215 w 737118"/>
                <a:gd name="connsiteY2" fmla="*/ 393524 h 561475"/>
                <a:gd name="connsiteX3" fmla="*/ 737118 w 737118"/>
                <a:gd name="connsiteY3" fmla="*/ 486830 h 561475"/>
                <a:gd name="connsiteX0" fmla="*/ 0 w 737118"/>
                <a:gd name="connsiteY0" fmla="*/ 570763 h 570763"/>
                <a:gd name="connsiteX1" fmla="*/ 195942 w 737118"/>
                <a:gd name="connsiteY1" fmla="*/ 1596 h 570763"/>
                <a:gd name="connsiteX2" fmla="*/ 401215 w 737118"/>
                <a:gd name="connsiteY2" fmla="*/ 402812 h 570763"/>
                <a:gd name="connsiteX3" fmla="*/ 737118 w 737118"/>
                <a:gd name="connsiteY3" fmla="*/ 496118 h 570763"/>
                <a:gd name="connsiteX0" fmla="*/ 0 w 914400"/>
                <a:gd name="connsiteY0" fmla="*/ 570763 h 570763"/>
                <a:gd name="connsiteX1" fmla="*/ 195942 w 914400"/>
                <a:gd name="connsiteY1" fmla="*/ 1596 h 570763"/>
                <a:gd name="connsiteX2" fmla="*/ 401215 w 914400"/>
                <a:gd name="connsiteY2" fmla="*/ 402812 h 570763"/>
                <a:gd name="connsiteX3" fmla="*/ 914400 w 914400"/>
                <a:gd name="connsiteY3" fmla="*/ 542771 h 570763"/>
                <a:gd name="connsiteX0" fmla="*/ 0 w 914400"/>
                <a:gd name="connsiteY0" fmla="*/ 569807 h 569807"/>
                <a:gd name="connsiteX1" fmla="*/ 195942 w 914400"/>
                <a:gd name="connsiteY1" fmla="*/ 640 h 569807"/>
                <a:gd name="connsiteX2" fmla="*/ 401215 w 914400"/>
                <a:gd name="connsiteY2" fmla="*/ 457839 h 569807"/>
                <a:gd name="connsiteX3" fmla="*/ 914400 w 914400"/>
                <a:gd name="connsiteY3" fmla="*/ 541815 h 569807"/>
                <a:gd name="connsiteX0" fmla="*/ 0 w 942392"/>
                <a:gd name="connsiteY0" fmla="*/ 569807 h 569807"/>
                <a:gd name="connsiteX1" fmla="*/ 195942 w 942392"/>
                <a:gd name="connsiteY1" fmla="*/ 640 h 569807"/>
                <a:gd name="connsiteX2" fmla="*/ 401215 w 942392"/>
                <a:gd name="connsiteY2" fmla="*/ 457839 h 569807"/>
                <a:gd name="connsiteX3" fmla="*/ 942392 w 942392"/>
                <a:gd name="connsiteY3" fmla="*/ 551146 h 569807"/>
                <a:gd name="connsiteX0" fmla="*/ 0 w 1017037"/>
                <a:gd name="connsiteY0" fmla="*/ 569807 h 569807"/>
                <a:gd name="connsiteX1" fmla="*/ 195942 w 1017037"/>
                <a:gd name="connsiteY1" fmla="*/ 640 h 569807"/>
                <a:gd name="connsiteX2" fmla="*/ 401215 w 1017037"/>
                <a:gd name="connsiteY2" fmla="*/ 457839 h 569807"/>
                <a:gd name="connsiteX3" fmla="*/ 1017037 w 1017037"/>
                <a:gd name="connsiteY3" fmla="*/ 560477 h 569807"/>
                <a:gd name="connsiteX0" fmla="*/ 0 w 1017037"/>
                <a:gd name="connsiteY0" fmla="*/ 569807 h 569807"/>
                <a:gd name="connsiteX1" fmla="*/ 195942 w 1017037"/>
                <a:gd name="connsiteY1" fmla="*/ 640 h 569807"/>
                <a:gd name="connsiteX2" fmla="*/ 401215 w 1017037"/>
                <a:gd name="connsiteY2" fmla="*/ 457839 h 569807"/>
                <a:gd name="connsiteX3" fmla="*/ 1017037 w 1017037"/>
                <a:gd name="connsiteY3" fmla="*/ 560477 h 569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37" h="569807">
                  <a:moveTo>
                    <a:pt x="0" y="569807"/>
                  </a:moveTo>
                  <a:cubicBezTo>
                    <a:pt x="80865" y="307772"/>
                    <a:pt x="129073" y="19301"/>
                    <a:pt x="195942" y="640"/>
                  </a:cubicBezTo>
                  <a:cubicBezTo>
                    <a:pt x="262811" y="-18021"/>
                    <a:pt x="315684" y="376974"/>
                    <a:pt x="401215" y="457839"/>
                  </a:cubicBezTo>
                  <a:cubicBezTo>
                    <a:pt x="486746" y="538704"/>
                    <a:pt x="884854" y="563588"/>
                    <a:pt x="1017037" y="56047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547BFAA6-FC63-400C-9D12-6B6324EB4D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6817" y="1837876"/>
              <a:ext cx="0" cy="750893"/>
            </a:xfrm>
            <a:prstGeom prst="line">
              <a:avLst/>
            </a:prstGeom>
            <a:ln w="28575">
              <a:solidFill>
                <a:schemeClr val="accent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31FA0A39-485C-4F9F-B465-A3AA20CEAA9C}"/>
                </a:ext>
              </a:extLst>
            </p:cNvPr>
            <p:cNvCxnSpPr>
              <a:cxnSpLocks/>
            </p:cNvCxnSpPr>
            <p:nvPr/>
          </p:nvCxnSpPr>
          <p:spPr>
            <a:xfrm>
              <a:off x="2856817" y="2283528"/>
              <a:ext cx="860271" cy="0"/>
            </a:xfrm>
            <a:prstGeom prst="line">
              <a:avLst/>
            </a:prstGeom>
            <a:ln w="28575">
              <a:solidFill>
                <a:schemeClr val="accent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85CDD9E7-D092-46BB-A7A3-2D600AB17A24}"/>
                </a:ext>
              </a:extLst>
            </p:cNvPr>
            <p:cNvSpPr/>
            <p:nvPr/>
          </p:nvSpPr>
          <p:spPr>
            <a:xfrm>
              <a:off x="2855167" y="1915934"/>
              <a:ext cx="606490" cy="613009"/>
            </a:xfrm>
            <a:custGeom>
              <a:avLst/>
              <a:gdLst>
                <a:gd name="connsiteX0" fmla="*/ 0 w 606490"/>
                <a:gd name="connsiteY0" fmla="*/ 351405 h 613009"/>
                <a:gd name="connsiteX1" fmla="*/ 83976 w 606490"/>
                <a:gd name="connsiteY1" fmla="*/ 6172 h 613009"/>
                <a:gd name="connsiteX2" fmla="*/ 149290 w 606490"/>
                <a:gd name="connsiteY2" fmla="*/ 612662 h 613009"/>
                <a:gd name="connsiteX3" fmla="*/ 242596 w 606490"/>
                <a:gd name="connsiteY3" fmla="*/ 99478 h 613009"/>
                <a:gd name="connsiteX4" fmla="*/ 307911 w 606490"/>
                <a:gd name="connsiteY4" fmla="*/ 510025 h 613009"/>
                <a:gd name="connsiteX5" fmla="*/ 382555 w 606490"/>
                <a:gd name="connsiteY5" fmla="*/ 211446 h 613009"/>
                <a:gd name="connsiteX6" fmla="*/ 457200 w 606490"/>
                <a:gd name="connsiteY6" fmla="*/ 463372 h 613009"/>
                <a:gd name="connsiteX7" fmla="*/ 522515 w 606490"/>
                <a:gd name="connsiteY7" fmla="*/ 314082 h 613009"/>
                <a:gd name="connsiteX8" fmla="*/ 606490 w 606490"/>
                <a:gd name="connsiteY8" fmla="*/ 407388 h 61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6490" h="613009">
                  <a:moveTo>
                    <a:pt x="0" y="351405"/>
                  </a:moveTo>
                  <a:cubicBezTo>
                    <a:pt x="29547" y="157017"/>
                    <a:pt x="59094" y="-37371"/>
                    <a:pt x="83976" y="6172"/>
                  </a:cubicBezTo>
                  <a:cubicBezTo>
                    <a:pt x="108858" y="49715"/>
                    <a:pt x="122853" y="597111"/>
                    <a:pt x="149290" y="612662"/>
                  </a:cubicBezTo>
                  <a:cubicBezTo>
                    <a:pt x="175727" y="628213"/>
                    <a:pt x="216159" y="116584"/>
                    <a:pt x="242596" y="99478"/>
                  </a:cubicBezTo>
                  <a:cubicBezTo>
                    <a:pt x="269033" y="82372"/>
                    <a:pt x="284585" y="491364"/>
                    <a:pt x="307911" y="510025"/>
                  </a:cubicBezTo>
                  <a:cubicBezTo>
                    <a:pt x="331238" y="528686"/>
                    <a:pt x="357674" y="219221"/>
                    <a:pt x="382555" y="211446"/>
                  </a:cubicBezTo>
                  <a:cubicBezTo>
                    <a:pt x="407436" y="203671"/>
                    <a:pt x="433873" y="446266"/>
                    <a:pt x="457200" y="463372"/>
                  </a:cubicBezTo>
                  <a:cubicBezTo>
                    <a:pt x="480527" y="480478"/>
                    <a:pt x="497633" y="323413"/>
                    <a:pt x="522515" y="314082"/>
                  </a:cubicBezTo>
                  <a:cubicBezTo>
                    <a:pt x="547397" y="304751"/>
                    <a:pt x="558282" y="393392"/>
                    <a:pt x="606490" y="407388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grpSp>
          <p:nvGrpSpPr>
            <p:cNvPr id="55" name="Grupo 54">
              <a:extLst>
                <a:ext uri="{FF2B5EF4-FFF2-40B4-BE49-F238E27FC236}">
                  <a16:creationId xmlns:a16="http://schemas.microsoft.com/office/drawing/2014/main" id="{F49467DC-E926-4F69-8E00-E32A1C31378B}"/>
                </a:ext>
              </a:extLst>
            </p:cNvPr>
            <p:cNvGrpSpPr/>
            <p:nvPr/>
          </p:nvGrpSpPr>
          <p:grpSpPr>
            <a:xfrm>
              <a:off x="2959336" y="3512136"/>
              <a:ext cx="187365" cy="190254"/>
              <a:chOff x="3799131" y="6067775"/>
              <a:chExt cx="187365" cy="190254"/>
            </a:xfrm>
          </p:grpSpPr>
          <p:cxnSp>
            <p:nvCxnSpPr>
              <p:cNvPr id="53" name="Conector recto 52">
                <a:extLst>
                  <a:ext uri="{FF2B5EF4-FFF2-40B4-BE49-F238E27FC236}">
                    <a16:creationId xmlns:a16="http://schemas.microsoft.com/office/drawing/2014/main" id="{AE65EFE9-4EBC-407D-BAC2-1633CA74E7E6}"/>
                  </a:ext>
                </a:extLst>
              </p:cNvPr>
              <p:cNvCxnSpPr/>
              <p:nvPr/>
            </p:nvCxnSpPr>
            <p:spPr>
              <a:xfrm>
                <a:off x="3802399" y="6071115"/>
                <a:ext cx="184097" cy="18691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 recto 53">
                <a:extLst>
                  <a:ext uri="{FF2B5EF4-FFF2-40B4-BE49-F238E27FC236}">
                    <a16:creationId xmlns:a16="http://schemas.microsoft.com/office/drawing/2014/main" id="{6173862A-E827-4F1B-A9FC-EEC3DF560F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99131" y="6067775"/>
                <a:ext cx="184097" cy="18620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8F114CD2-9114-4319-AD9A-2AE36207E68B}"/>
                </a:ext>
              </a:extLst>
            </p:cNvPr>
            <p:cNvGrpSpPr/>
            <p:nvPr/>
          </p:nvGrpSpPr>
          <p:grpSpPr>
            <a:xfrm>
              <a:off x="5750364" y="1582775"/>
              <a:ext cx="187365" cy="190254"/>
              <a:chOff x="3799131" y="6067775"/>
              <a:chExt cx="187365" cy="190254"/>
            </a:xfrm>
          </p:grpSpPr>
          <p:cxnSp>
            <p:nvCxnSpPr>
              <p:cNvPr id="58" name="Conector recto 57">
                <a:extLst>
                  <a:ext uri="{FF2B5EF4-FFF2-40B4-BE49-F238E27FC236}">
                    <a16:creationId xmlns:a16="http://schemas.microsoft.com/office/drawing/2014/main" id="{7DC2FDE4-BEDB-4B42-A033-9EB9D5FD2DA1}"/>
                  </a:ext>
                </a:extLst>
              </p:cNvPr>
              <p:cNvCxnSpPr/>
              <p:nvPr/>
            </p:nvCxnSpPr>
            <p:spPr>
              <a:xfrm>
                <a:off x="3802399" y="6071115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Conector recto 58">
                <a:extLst>
                  <a:ext uri="{FF2B5EF4-FFF2-40B4-BE49-F238E27FC236}">
                    <a16:creationId xmlns:a16="http://schemas.microsoft.com/office/drawing/2014/main" id="{030B4DF6-08AD-484D-9C1E-1DC76D9DF9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99131" y="6067775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upo 62">
              <a:extLst>
                <a:ext uri="{FF2B5EF4-FFF2-40B4-BE49-F238E27FC236}">
                  <a16:creationId xmlns:a16="http://schemas.microsoft.com/office/drawing/2014/main" id="{2DAC7EB1-DBB5-4A77-A9DC-15F9246D1C9F}"/>
                </a:ext>
              </a:extLst>
            </p:cNvPr>
            <p:cNvGrpSpPr/>
            <p:nvPr/>
          </p:nvGrpSpPr>
          <p:grpSpPr>
            <a:xfrm>
              <a:off x="2537547" y="2222912"/>
              <a:ext cx="187365" cy="190254"/>
              <a:chOff x="3799131" y="6067775"/>
              <a:chExt cx="187365" cy="190254"/>
            </a:xfrm>
          </p:grpSpPr>
          <p:cxnSp>
            <p:nvCxnSpPr>
              <p:cNvPr id="64" name="Conector recto 63">
                <a:extLst>
                  <a:ext uri="{FF2B5EF4-FFF2-40B4-BE49-F238E27FC236}">
                    <a16:creationId xmlns:a16="http://schemas.microsoft.com/office/drawing/2014/main" id="{F943B8CC-E176-41D6-B07B-748D492D736E}"/>
                  </a:ext>
                </a:extLst>
              </p:cNvPr>
              <p:cNvCxnSpPr/>
              <p:nvPr/>
            </p:nvCxnSpPr>
            <p:spPr>
              <a:xfrm>
                <a:off x="3802399" y="6071115"/>
                <a:ext cx="184097" cy="186914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ector recto 64">
                <a:extLst>
                  <a:ext uri="{FF2B5EF4-FFF2-40B4-BE49-F238E27FC236}">
                    <a16:creationId xmlns:a16="http://schemas.microsoft.com/office/drawing/2014/main" id="{991070EA-35F5-43A1-BA36-1EE17E8D5D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99131" y="6067775"/>
                <a:ext cx="184097" cy="186202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CuadroTexto 79">
                  <a:extLst>
                    <a:ext uri="{FF2B5EF4-FFF2-40B4-BE49-F238E27FC236}">
                      <a16:creationId xmlns:a16="http://schemas.microsoft.com/office/drawing/2014/main" id="{4EEBE4FD-6629-4A56-BFDC-7D39D0655367}"/>
                    </a:ext>
                  </a:extLst>
                </p:cNvPr>
                <p:cNvSpPr txBox="1"/>
                <p:nvPr/>
              </p:nvSpPr>
              <p:spPr>
                <a:xfrm>
                  <a:off x="6867190" y="1725922"/>
                  <a:ext cx="180153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=+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es-CL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CuadroTexto 79">
                  <a:extLst>
                    <a:ext uri="{FF2B5EF4-FFF2-40B4-BE49-F238E27FC236}">
                      <a16:creationId xmlns:a16="http://schemas.microsoft.com/office/drawing/2014/main" id="{4EEBE4FD-6629-4A56-BFDC-7D39D0655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7190" y="1725922"/>
                  <a:ext cx="1801538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CuadroTexto 80">
                  <a:extLst>
                    <a:ext uri="{FF2B5EF4-FFF2-40B4-BE49-F238E27FC236}">
                      <a16:creationId xmlns:a16="http://schemas.microsoft.com/office/drawing/2014/main" id="{3905698B-424B-4CC4-8A56-3405BD3B2A50}"/>
                    </a:ext>
                  </a:extLst>
                </p:cNvPr>
                <p:cNvSpPr txBox="1"/>
                <p:nvPr/>
              </p:nvSpPr>
              <p:spPr>
                <a:xfrm>
                  <a:off x="7051028" y="5105907"/>
                  <a:ext cx="180153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=+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es-CL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CuadroTexto 80">
                  <a:extLst>
                    <a:ext uri="{FF2B5EF4-FFF2-40B4-BE49-F238E27FC236}">
                      <a16:creationId xmlns:a16="http://schemas.microsoft.com/office/drawing/2014/main" id="{3905698B-424B-4CC4-8A56-3405BD3B2A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1028" y="5105907"/>
                  <a:ext cx="1801538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CuadroTexto 81">
                  <a:extLst>
                    <a:ext uri="{FF2B5EF4-FFF2-40B4-BE49-F238E27FC236}">
                      <a16:creationId xmlns:a16="http://schemas.microsoft.com/office/drawing/2014/main" id="{59D7B550-D5E1-4ACA-B534-D681830EDACC}"/>
                    </a:ext>
                  </a:extLst>
                </p:cNvPr>
                <p:cNvSpPr txBox="1"/>
                <p:nvPr/>
              </p:nvSpPr>
              <p:spPr>
                <a:xfrm>
                  <a:off x="3461657" y="1747444"/>
                  <a:ext cx="180153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es-C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CuadroTexto 81">
                  <a:extLst>
                    <a:ext uri="{FF2B5EF4-FFF2-40B4-BE49-F238E27FC236}">
                      <a16:creationId xmlns:a16="http://schemas.microsoft.com/office/drawing/2014/main" id="{59D7B550-D5E1-4ACA-B534-D681830EDA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1657" y="1747444"/>
                  <a:ext cx="1801538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CuadroTexto 82">
                  <a:extLst>
                    <a:ext uri="{FF2B5EF4-FFF2-40B4-BE49-F238E27FC236}">
                      <a16:creationId xmlns:a16="http://schemas.microsoft.com/office/drawing/2014/main" id="{1F052FC5-4762-4B5E-AAFE-8C7803AD5135}"/>
                    </a:ext>
                  </a:extLst>
                </p:cNvPr>
                <p:cNvSpPr txBox="1"/>
                <p:nvPr/>
              </p:nvSpPr>
              <p:spPr>
                <a:xfrm>
                  <a:off x="3460988" y="5068114"/>
                  <a:ext cx="180153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es-C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CuadroTexto 82">
                  <a:extLst>
                    <a:ext uri="{FF2B5EF4-FFF2-40B4-BE49-F238E27FC236}">
                      <a16:creationId xmlns:a16="http://schemas.microsoft.com/office/drawing/2014/main" id="{1F052FC5-4762-4B5E-AAFE-8C7803AD51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0988" y="5068114"/>
                  <a:ext cx="1801538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6" name="Grupo 85">
              <a:extLst>
                <a:ext uri="{FF2B5EF4-FFF2-40B4-BE49-F238E27FC236}">
                  <a16:creationId xmlns:a16="http://schemas.microsoft.com/office/drawing/2014/main" id="{71A679D3-A78C-414D-8C47-440F655A28F3}"/>
                </a:ext>
              </a:extLst>
            </p:cNvPr>
            <p:cNvGrpSpPr/>
            <p:nvPr/>
          </p:nvGrpSpPr>
          <p:grpSpPr>
            <a:xfrm rot="10800000">
              <a:off x="5842412" y="2105846"/>
              <a:ext cx="1840946" cy="3016275"/>
              <a:chOff x="8012269" y="1858734"/>
              <a:chExt cx="1840946" cy="3016275"/>
            </a:xfrm>
          </p:grpSpPr>
          <p:cxnSp>
            <p:nvCxnSpPr>
              <p:cNvPr id="84" name="Conector recto de flecha 83">
                <a:extLst>
                  <a:ext uri="{FF2B5EF4-FFF2-40B4-BE49-F238E27FC236}">
                    <a16:creationId xmlns:a16="http://schemas.microsoft.com/office/drawing/2014/main" id="{05E713D0-0788-44AC-A633-587CFBF38185}"/>
                  </a:ext>
                </a:extLst>
              </p:cNvPr>
              <p:cNvCxnSpPr/>
              <p:nvPr/>
            </p:nvCxnSpPr>
            <p:spPr>
              <a:xfrm flipH="1" flipV="1">
                <a:off x="8012269" y="1858734"/>
                <a:ext cx="1840946" cy="1507875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ector recto de flecha 84">
                <a:extLst>
                  <a:ext uri="{FF2B5EF4-FFF2-40B4-BE49-F238E27FC236}">
                    <a16:creationId xmlns:a16="http://schemas.microsoft.com/office/drawing/2014/main" id="{E26B497B-0F5B-4817-BD38-AE1B7E4EA9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13615" y="3366609"/>
                <a:ext cx="1839600" cy="1508400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CuadroTexto 86">
                  <a:extLst>
                    <a:ext uri="{FF2B5EF4-FFF2-40B4-BE49-F238E27FC236}">
                      <a16:creationId xmlns:a16="http://schemas.microsoft.com/office/drawing/2014/main" id="{DEDA79E8-FA15-4BB9-9800-D02E5B364B43}"/>
                    </a:ext>
                  </a:extLst>
                </p:cNvPr>
                <p:cNvSpPr txBox="1"/>
                <p:nvPr/>
              </p:nvSpPr>
              <p:spPr>
                <a:xfrm>
                  <a:off x="5862909" y="1468567"/>
                  <a:ext cx="13213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es-CL" dirty="0">
                    <a:solidFill>
                      <a:srgbClr val="CC00FF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CuadroTexto 86">
                  <a:extLst>
                    <a:ext uri="{FF2B5EF4-FFF2-40B4-BE49-F238E27FC236}">
                      <a16:creationId xmlns:a16="http://schemas.microsoft.com/office/drawing/2014/main" id="{DEDA79E8-FA15-4BB9-9800-D02E5B364B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2909" y="1468567"/>
                  <a:ext cx="1321344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8" name="Grupo 87">
              <a:extLst>
                <a:ext uri="{FF2B5EF4-FFF2-40B4-BE49-F238E27FC236}">
                  <a16:creationId xmlns:a16="http://schemas.microsoft.com/office/drawing/2014/main" id="{654F2F34-0F67-46F6-8CFC-B4B5A8CE308B}"/>
                </a:ext>
              </a:extLst>
            </p:cNvPr>
            <p:cNvGrpSpPr/>
            <p:nvPr/>
          </p:nvGrpSpPr>
          <p:grpSpPr>
            <a:xfrm>
              <a:off x="5750364" y="5224401"/>
              <a:ext cx="187365" cy="190254"/>
              <a:chOff x="3799131" y="6067775"/>
              <a:chExt cx="187365" cy="190254"/>
            </a:xfrm>
          </p:grpSpPr>
          <p:cxnSp>
            <p:nvCxnSpPr>
              <p:cNvPr id="89" name="Conector recto 88">
                <a:extLst>
                  <a:ext uri="{FF2B5EF4-FFF2-40B4-BE49-F238E27FC236}">
                    <a16:creationId xmlns:a16="http://schemas.microsoft.com/office/drawing/2014/main" id="{06FC58A2-F79A-45E8-AAE0-92422C03A273}"/>
                  </a:ext>
                </a:extLst>
              </p:cNvPr>
              <p:cNvCxnSpPr/>
              <p:nvPr/>
            </p:nvCxnSpPr>
            <p:spPr>
              <a:xfrm>
                <a:off x="3802399" y="6071115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Conector recto 89">
                <a:extLst>
                  <a:ext uri="{FF2B5EF4-FFF2-40B4-BE49-F238E27FC236}">
                    <a16:creationId xmlns:a16="http://schemas.microsoft.com/office/drawing/2014/main" id="{27837305-43A5-4CDE-B5BE-50139215149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99131" y="6067775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CuadroTexto 90">
                  <a:extLst>
                    <a:ext uri="{FF2B5EF4-FFF2-40B4-BE49-F238E27FC236}">
                      <a16:creationId xmlns:a16="http://schemas.microsoft.com/office/drawing/2014/main" id="{8E1388E1-1461-420F-9C8E-C285F439921D}"/>
                    </a:ext>
                  </a:extLst>
                </p:cNvPr>
                <p:cNvSpPr txBox="1"/>
                <p:nvPr/>
              </p:nvSpPr>
              <p:spPr>
                <a:xfrm>
                  <a:off x="5862909" y="5110193"/>
                  <a:ext cx="13213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es-CL" dirty="0">
                    <a:solidFill>
                      <a:srgbClr val="CC00FF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CuadroTexto 90">
                  <a:extLst>
                    <a:ext uri="{FF2B5EF4-FFF2-40B4-BE49-F238E27FC236}">
                      <a16:creationId xmlns:a16="http://schemas.microsoft.com/office/drawing/2014/main" id="{8E1388E1-1461-420F-9C8E-C285F43992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2909" y="5110193"/>
                  <a:ext cx="1321344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0" name="Grupo 99">
              <a:extLst>
                <a:ext uri="{FF2B5EF4-FFF2-40B4-BE49-F238E27FC236}">
                  <a16:creationId xmlns:a16="http://schemas.microsoft.com/office/drawing/2014/main" id="{3B5B87FE-64FF-4E9C-BD77-55B7DE886DDD}"/>
                </a:ext>
              </a:extLst>
            </p:cNvPr>
            <p:cNvGrpSpPr/>
            <p:nvPr/>
          </p:nvGrpSpPr>
          <p:grpSpPr>
            <a:xfrm>
              <a:off x="5380769" y="5679919"/>
              <a:ext cx="3310968" cy="896219"/>
              <a:chOff x="5380769" y="5679919"/>
              <a:chExt cx="3310968" cy="896219"/>
            </a:xfrm>
          </p:grpSpPr>
          <p:cxnSp>
            <p:nvCxnSpPr>
              <p:cNvPr id="92" name="Conector recto 91">
                <a:extLst>
                  <a:ext uri="{FF2B5EF4-FFF2-40B4-BE49-F238E27FC236}">
                    <a16:creationId xmlns:a16="http://schemas.microsoft.com/office/drawing/2014/main" id="{B8F9A003-79BB-4C87-9D77-0B6EAEC3AA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92108" y="5825245"/>
                <a:ext cx="0" cy="750893"/>
              </a:xfrm>
              <a:prstGeom prst="line">
                <a:avLst/>
              </a:prstGeom>
              <a:ln w="28575">
                <a:solidFill>
                  <a:srgbClr val="CC00FF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3" name="Conector recto 92">
                <a:extLst>
                  <a:ext uri="{FF2B5EF4-FFF2-40B4-BE49-F238E27FC236}">
                    <a16:creationId xmlns:a16="http://schemas.microsoft.com/office/drawing/2014/main" id="{FBC42782-CBDE-4BCA-89AD-BAB01DE878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769" y="6277886"/>
                <a:ext cx="860271" cy="0"/>
              </a:xfrm>
              <a:prstGeom prst="line">
                <a:avLst/>
              </a:prstGeom>
              <a:ln w="28575">
                <a:solidFill>
                  <a:srgbClr val="CC00FF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94" name="Forma libre: forma 93">
                <a:extLst>
                  <a:ext uri="{FF2B5EF4-FFF2-40B4-BE49-F238E27FC236}">
                    <a16:creationId xmlns:a16="http://schemas.microsoft.com/office/drawing/2014/main" id="{6493EDFC-0458-4035-BE31-CBAA507A80EC}"/>
                  </a:ext>
                </a:extLst>
              </p:cNvPr>
              <p:cNvSpPr/>
              <p:nvPr/>
            </p:nvSpPr>
            <p:spPr>
              <a:xfrm>
                <a:off x="5394068" y="6084426"/>
                <a:ext cx="606489" cy="321217"/>
              </a:xfrm>
              <a:custGeom>
                <a:avLst/>
                <a:gdLst>
                  <a:gd name="connsiteX0" fmla="*/ 0 w 606489"/>
                  <a:gd name="connsiteY0" fmla="*/ 171921 h 321239"/>
                  <a:gd name="connsiteX1" fmla="*/ 55983 w 606489"/>
                  <a:gd name="connsiteY1" fmla="*/ 3970 h 321239"/>
                  <a:gd name="connsiteX2" fmla="*/ 130628 w 606489"/>
                  <a:gd name="connsiteY2" fmla="*/ 321211 h 321239"/>
                  <a:gd name="connsiteX3" fmla="*/ 214604 w 606489"/>
                  <a:gd name="connsiteY3" fmla="*/ 13301 h 321239"/>
                  <a:gd name="connsiteX4" fmla="*/ 307910 w 606489"/>
                  <a:gd name="connsiteY4" fmla="*/ 293219 h 321239"/>
                  <a:gd name="connsiteX5" fmla="*/ 382555 w 606489"/>
                  <a:gd name="connsiteY5" fmla="*/ 31962 h 321239"/>
                  <a:gd name="connsiteX6" fmla="*/ 466530 w 606489"/>
                  <a:gd name="connsiteY6" fmla="*/ 321211 h 321239"/>
                  <a:gd name="connsiteX7" fmla="*/ 541175 w 606489"/>
                  <a:gd name="connsiteY7" fmla="*/ 50623 h 321239"/>
                  <a:gd name="connsiteX8" fmla="*/ 606489 w 606489"/>
                  <a:gd name="connsiteY8" fmla="*/ 218574 h 321239"/>
                  <a:gd name="connsiteX0" fmla="*/ 0 w 606489"/>
                  <a:gd name="connsiteY0" fmla="*/ 171921 h 321217"/>
                  <a:gd name="connsiteX1" fmla="*/ 55983 w 606489"/>
                  <a:gd name="connsiteY1" fmla="*/ 3970 h 321217"/>
                  <a:gd name="connsiteX2" fmla="*/ 130628 w 606489"/>
                  <a:gd name="connsiteY2" fmla="*/ 321211 h 321217"/>
                  <a:gd name="connsiteX3" fmla="*/ 214604 w 606489"/>
                  <a:gd name="connsiteY3" fmla="*/ 13301 h 321217"/>
                  <a:gd name="connsiteX4" fmla="*/ 307910 w 606489"/>
                  <a:gd name="connsiteY4" fmla="*/ 293219 h 321217"/>
                  <a:gd name="connsiteX5" fmla="*/ 382555 w 606489"/>
                  <a:gd name="connsiteY5" fmla="*/ 31962 h 321217"/>
                  <a:gd name="connsiteX6" fmla="*/ 466530 w 606489"/>
                  <a:gd name="connsiteY6" fmla="*/ 321211 h 321217"/>
                  <a:gd name="connsiteX7" fmla="*/ 531844 w 606489"/>
                  <a:gd name="connsiteY7" fmla="*/ 22631 h 321217"/>
                  <a:gd name="connsiteX8" fmla="*/ 606489 w 606489"/>
                  <a:gd name="connsiteY8" fmla="*/ 218574 h 321217"/>
                  <a:gd name="connsiteX0" fmla="*/ 0 w 606489"/>
                  <a:gd name="connsiteY0" fmla="*/ 171921 h 321217"/>
                  <a:gd name="connsiteX1" fmla="*/ 55983 w 606489"/>
                  <a:gd name="connsiteY1" fmla="*/ 3970 h 321217"/>
                  <a:gd name="connsiteX2" fmla="*/ 130628 w 606489"/>
                  <a:gd name="connsiteY2" fmla="*/ 321211 h 321217"/>
                  <a:gd name="connsiteX3" fmla="*/ 214604 w 606489"/>
                  <a:gd name="connsiteY3" fmla="*/ 13301 h 321217"/>
                  <a:gd name="connsiteX4" fmla="*/ 307910 w 606489"/>
                  <a:gd name="connsiteY4" fmla="*/ 293219 h 321217"/>
                  <a:gd name="connsiteX5" fmla="*/ 382555 w 606489"/>
                  <a:gd name="connsiteY5" fmla="*/ 13301 h 321217"/>
                  <a:gd name="connsiteX6" fmla="*/ 466530 w 606489"/>
                  <a:gd name="connsiteY6" fmla="*/ 321211 h 321217"/>
                  <a:gd name="connsiteX7" fmla="*/ 531844 w 606489"/>
                  <a:gd name="connsiteY7" fmla="*/ 22631 h 321217"/>
                  <a:gd name="connsiteX8" fmla="*/ 606489 w 606489"/>
                  <a:gd name="connsiteY8" fmla="*/ 218574 h 321217"/>
                  <a:gd name="connsiteX0" fmla="*/ 0 w 606489"/>
                  <a:gd name="connsiteY0" fmla="*/ 171921 h 321217"/>
                  <a:gd name="connsiteX1" fmla="*/ 55983 w 606489"/>
                  <a:gd name="connsiteY1" fmla="*/ 3970 h 321217"/>
                  <a:gd name="connsiteX2" fmla="*/ 130628 w 606489"/>
                  <a:gd name="connsiteY2" fmla="*/ 321211 h 321217"/>
                  <a:gd name="connsiteX3" fmla="*/ 214604 w 606489"/>
                  <a:gd name="connsiteY3" fmla="*/ 13301 h 321217"/>
                  <a:gd name="connsiteX4" fmla="*/ 298579 w 606489"/>
                  <a:gd name="connsiteY4" fmla="*/ 321210 h 321217"/>
                  <a:gd name="connsiteX5" fmla="*/ 382555 w 606489"/>
                  <a:gd name="connsiteY5" fmla="*/ 13301 h 321217"/>
                  <a:gd name="connsiteX6" fmla="*/ 466530 w 606489"/>
                  <a:gd name="connsiteY6" fmla="*/ 321211 h 321217"/>
                  <a:gd name="connsiteX7" fmla="*/ 531844 w 606489"/>
                  <a:gd name="connsiteY7" fmla="*/ 22631 h 321217"/>
                  <a:gd name="connsiteX8" fmla="*/ 606489 w 606489"/>
                  <a:gd name="connsiteY8" fmla="*/ 218574 h 32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6489" h="321217">
                    <a:moveTo>
                      <a:pt x="0" y="171921"/>
                    </a:moveTo>
                    <a:cubicBezTo>
                      <a:pt x="17106" y="75504"/>
                      <a:pt x="34212" y="-20912"/>
                      <a:pt x="55983" y="3970"/>
                    </a:cubicBezTo>
                    <a:cubicBezTo>
                      <a:pt x="77754" y="28852"/>
                      <a:pt x="104191" y="319656"/>
                      <a:pt x="130628" y="321211"/>
                    </a:cubicBezTo>
                    <a:cubicBezTo>
                      <a:pt x="157065" y="322766"/>
                      <a:pt x="186612" y="13301"/>
                      <a:pt x="214604" y="13301"/>
                    </a:cubicBezTo>
                    <a:cubicBezTo>
                      <a:pt x="242596" y="13301"/>
                      <a:pt x="270587" y="321210"/>
                      <a:pt x="298579" y="321210"/>
                    </a:cubicBezTo>
                    <a:cubicBezTo>
                      <a:pt x="326571" y="321210"/>
                      <a:pt x="354563" y="13301"/>
                      <a:pt x="382555" y="13301"/>
                    </a:cubicBezTo>
                    <a:cubicBezTo>
                      <a:pt x="410547" y="13301"/>
                      <a:pt x="441649" y="319656"/>
                      <a:pt x="466530" y="321211"/>
                    </a:cubicBezTo>
                    <a:cubicBezTo>
                      <a:pt x="491412" y="322766"/>
                      <a:pt x="508518" y="39737"/>
                      <a:pt x="531844" y="22631"/>
                    </a:cubicBezTo>
                    <a:cubicBezTo>
                      <a:pt x="555170" y="5525"/>
                      <a:pt x="585495" y="126045"/>
                      <a:pt x="606489" y="218574"/>
                    </a:cubicBezTo>
                  </a:path>
                </a:pathLst>
              </a:custGeom>
              <a:noFill/>
              <a:ln w="28575">
                <a:solidFill>
                  <a:srgbClr val="CC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cxnSp>
            <p:nvCxnSpPr>
              <p:cNvPr id="96" name="Conector recto 95">
                <a:extLst>
                  <a:ext uri="{FF2B5EF4-FFF2-40B4-BE49-F238E27FC236}">
                    <a16:creationId xmlns:a16="http://schemas.microsoft.com/office/drawing/2014/main" id="{1AAE4391-3FFB-4A16-BCDD-B7A18D817132}"/>
                  </a:ext>
                </a:extLst>
              </p:cNvPr>
              <p:cNvCxnSpPr>
                <a:stCxn id="94" idx="1"/>
              </p:cNvCxnSpPr>
              <p:nvPr/>
            </p:nvCxnSpPr>
            <p:spPr>
              <a:xfrm flipV="1">
                <a:off x="5450051" y="6084426"/>
                <a:ext cx="654403" cy="3970"/>
              </a:xfrm>
              <a:prstGeom prst="line">
                <a:avLst/>
              </a:prstGeom>
              <a:ln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ector recto 96">
                <a:extLst>
                  <a:ext uri="{FF2B5EF4-FFF2-40B4-BE49-F238E27FC236}">
                    <a16:creationId xmlns:a16="http://schemas.microsoft.com/office/drawing/2014/main" id="{312B57F2-3344-4D09-BAB1-4889B27AFEFD}"/>
                  </a:ext>
                </a:extLst>
              </p:cNvPr>
              <p:cNvCxnSpPr/>
              <p:nvPr/>
            </p:nvCxnSpPr>
            <p:spPr>
              <a:xfrm flipV="1">
                <a:off x="5445091" y="6405665"/>
                <a:ext cx="654403" cy="0"/>
              </a:xfrm>
              <a:prstGeom prst="line">
                <a:avLst/>
              </a:prstGeom>
              <a:ln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CuadroTexto 97">
                <a:extLst>
                  <a:ext uri="{FF2B5EF4-FFF2-40B4-BE49-F238E27FC236}">
                    <a16:creationId xmlns:a16="http://schemas.microsoft.com/office/drawing/2014/main" id="{40E79169-3445-4AB8-9768-9B2BA9F84ED7}"/>
                  </a:ext>
                </a:extLst>
              </p:cNvPr>
              <p:cNvSpPr txBox="1"/>
              <p:nvPr/>
            </p:nvSpPr>
            <p:spPr>
              <a:xfrm>
                <a:off x="6261958" y="5983424"/>
                <a:ext cx="242977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err="1">
                    <a:solidFill>
                      <a:srgbClr val="CC00FF"/>
                    </a:solidFill>
                  </a:rPr>
                  <a:t>Oscilación</a:t>
                </a:r>
                <a:r>
                  <a:rPr lang="en-US" sz="1400" dirty="0">
                    <a:solidFill>
                      <a:srgbClr val="CC00FF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CC00FF"/>
                    </a:solidFill>
                  </a:rPr>
                  <a:t>amplitud</a:t>
                </a:r>
                <a:r>
                  <a:rPr lang="en-US" sz="1400" dirty="0">
                    <a:solidFill>
                      <a:srgbClr val="CC00FF"/>
                    </a:solidFill>
                  </a:rPr>
                  <a:t> </a:t>
                </a:r>
                <a:r>
                  <a:rPr lang="en-US" sz="1400" dirty="0" err="1">
                    <a:solidFill>
                      <a:srgbClr val="CC00FF"/>
                    </a:solidFill>
                  </a:rPr>
                  <a:t>constante</a:t>
                </a:r>
                <a:r>
                  <a:rPr lang="en-US" sz="1400" dirty="0">
                    <a:solidFill>
                      <a:srgbClr val="CC00FF"/>
                    </a:solidFill>
                  </a:rPr>
                  <a:t> “</a:t>
                </a:r>
                <a:r>
                  <a:rPr lang="en-US" sz="1400" dirty="0" err="1">
                    <a:solidFill>
                      <a:srgbClr val="CC00FF"/>
                    </a:solidFill>
                  </a:rPr>
                  <a:t>Estable</a:t>
                </a:r>
                <a:r>
                  <a:rPr lang="en-US" sz="1400" dirty="0">
                    <a:solidFill>
                      <a:srgbClr val="CC00FF"/>
                    </a:solidFill>
                  </a:rPr>
                  <a:t>”</a:t>
                </a:r>
                <a:endParaRPr lang="es-CL" sz="1400" dirty="0">
                  <a:solidFill>
                    <a:srgbClr val="CC00FF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CuadroTexto 98">
                    <a:extLst>
                      <a:ext uri="{FF2B5EF4-FFF2-40B4-BE49-F238E27FC236}">
                        <a16:creationId xmlns:a16="http://schemas.microsoft.com/office/drawing/2014/main" id="{287DA88C-7DAB-4FEF-9DC5-409137C675FB}"/>
                      </a:ext>
                    </a:extLst>
                  </p:cNvPr>
                  <p:cNvSpPr txBox="1"/>
                  <p:nvPr/>
                </p:nvSpPr>
                <p:spPr>
                  <a:xfrm>
                    <a:off x="5381664" y="5679919"/>
                    <a:ext cx="460747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400" b="0" i="1" smtClean="0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sz="1400" dirty="0">
                      <a:solidFill>
                        <a:srgbClr val="CC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9" name="CuadroTexto 98">
                    <a:extLst>
                      <a:ext uri="{FF2B5EF4-FFF2-40B4-BE49-F238E27FC236}">
                        <a16:creationId xmlns:a16="http://schemas.microsoft.com/office/drawing/2014/main" id="{287DA88C-7DAB-4FEF-9DC5-409137C675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1664" y="5679919"/>
                    <a:ext cx="460747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8000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2" name="Conector recto 101">
              <a:extLst>
                <a:ext uri="{FF2B5EF4-FFF2-40B4-BE49-F238E27FC236}">
                  <a16:creationId xmlns:a16="http://schemas.microsoft.com/office/drawing/2014/main" id="{FC04F1CD-A9B7-4BAF-B103-B06E7977A6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2199" y="1794300"/>
              <a:ext cx="0" cy="750893"/>
            </a:xfrm>
            <a:prstGeom prst="line">
              <a:avLst/>
            </a:prstGeom>
            <a:ln w="28575">
              <a:solidFill>
                <a:schemeClr val="accent2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1AB63A98-37C4-4A19-80E8-F683CA291D5B}"/>
                </a:ext>
              </a:extLst>
            </p:cNvPr>
            <p:cNvCxnSpPr>
              <a:cxnSpLocks/>
            </p:cNvCxnSpPr>
            <p:nvPr/>
          </p:nvCxnSpPr>
          <p:spPr>
            <a:xfrm>
              <a:off x="8730860" y="2246941"/>
              <a:ext cx="860271" cy="0"/>
            </a:xfrm>
            <a:prstGeom prst="line">
              <a:avLst/>
            </a:prstGeom>
            <a:ln w="28575">
              <a:solidFill>
                <a:schemeClr val="accent2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7" name="CuadroTexto 106">
              <a:extLst>
                <a:ext uri="{FF2B5EF4-FFF2-40B4-BE49-F238E27FC236}">
                  <a16:creationId xmlns:a16="http://schemas.microsoft.com/office/drawing/2014/main" id="{6F97AA7A-2AE3-4685-958D-261CB7B0F6F8}"/>
                </a:ext>
              </a:extLst>
            </p:cNvPr>
            <p:cNvSpPr txBox="1"/>
            <p:nvPr/>
          </p:nvSpPr>
          <p:spPr>
            <a:xfrm>
              <a:off x="8371477" y="2512675"/>
              <a:ext cx="24297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accent2"/>
                  </a:solidFill>
                </a:rPr>
                <a:t>Oscilación</a:t>
              </a:r>
              <a:r>
                <a:rPr lang="en-US" sz="1400" dirty="0">
                  <a:solidFill>
                    <a:schemeClr val="accent2"/>
                  </a:solidFill>
                </a:rPr>
                <a:t> </a:t>
              </a:r>
              <a:r>
                <a:rPr lang="en-US" sz="1400" dirty="0" err="1">
                  <a:solidFill>
                    <a:schemeClr val="accent2"/>
                  </a:solidFill>
                </a:rPr>
                <a:t>creciente</a:t>
              </a:r>
              <a:endParaRPr lang="en-US" sz="1400" dirty="0">
                <a:solidFill>
                  <a:schemeClr val="accent2"/>
                </a:solidFill>
              </a:endParaRPr>
            </a:p>
            <a:p>
              <a:r>
                <a:rPr lang="en-US" sz="1400" dirty="0">
                  <a:solidFill>
                    <a:schemeClr val="accent2"/>
                  </a:solidFill>
                </a:rPr>
                <a:t>“</a:t>
              </a:r>
              <a:r>
                <a:rPr lang="en-US" sz="1400" dirty="0" err="1">
                  <a:solidFill>
                    <a:schemeClr val="accent2"/>
                  </a:solidFill>
                </a:rPr>
                <a:t>Inestable</a:t>
              </a:r>
              <a:r>
                <a:rPr lang="en-US" sz="1400" dirty="0">
                  <a:solidFill>
                    <a:schemeClr val="accent2"/>
                  </a:solidFill>
                </a:rPr>
                <a:t>”</a:t>
              </a:r>
              <a:endParaRPr lang="es-CL" sz="1400" dirty="0">
                <a:solidFill>
                  <a:schemeClr val="accent2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CuadroTexto 107">
                  <a:extLst>
                    <a:ext uri="{FF2B5EF4-FFF2-40B4-BE49-F238E27FC236}">
                      <a16:creationId xmlns:a16="http://schemas.microsoft.com/office/drawing/2014/main" id="{148055B9-E098-4856-8C1A-B3219CFF6FB2}"/>
                    </a:ext>
                  </a:extLst>
                </p:cNvPr>
                <p:cNvSpPr txBox="1"/>
                <p:nvPr/>
              </p:nvSpPr>
              <p:spPr>
                <a:xfrm>
                  <a:off x="8731755" y="1648974"/>
                  <a:ext cx="46074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CuadroTexto 107">
                  <a:extLst>
                    <a:ext uri="{FF2B5EF4-FFF2-40B4-BE49-F238E27FC236}">
                      <a16:creationId xmlns:a16="http://schemas.microsoft.com/office/drawing/2014/main" id="{148055B9-E098-4856-8C1A-B3219CFF6F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1755" y="1648974"/>
                  <a:ext cx="460747" cy="307777"/>
                </a:xfrm>
                <a:prstGeom prst="rect">
                  <a:avLst/>
                </a:prstGeom>
                <a:blipFill>
                  <a:blip r:embed="rId11"/>
                  <a:stretch>
                    <a:fillRect r="-7895"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9" name="Forma libre: forma 108">
              <a:extLst>
                <a:ext uri="{FF2B5EF4-FFF2-40B4-BE49-F238E27FC236}">
                  <a16:creationId xmlns:a16="http://schemas.microsoft.com/office/drawing/2014/main" id="{FC9B99C5-CE41-423D-9389-20D24FDC178B}"/>
                </a:ext>
              </a:extLst>
            </p:cNvPr>
            <p:cNvSpPr/>
            <p:nvPr/>
          </p:nvSpPr>
          <p:spPr>
            <a:xfrm>
              <a:off x="8761881" y="1800390"/>
              <a:ext cx="670818" cy="728649"/>
            </a:xfrm>
            <a:custGeom>
              <a:avLst/>
              <a:gdLst>
                <a:gd name="connsiteX0" fmla="*/ 0 w 1166327"/>
                <a:gd name="connsiteY0" fmla="*/ 447869 h 728649"/>
                <a:gd name="connsiteX1" fmla="*/ 83976 w 1166327"/>
                <a:gd name="connsiteY1" fmla="*/ 382555 h 728649"/>
                <a:gd name="connsiteX2" fmla="*/ 130629 w 1166327"/>
                <a:gd name="connsiteY2" fmla="*/ 522514 h 728649"/>
                <a:gd name="connsiteX3" fmla="*/ 223935 w 1166327"/>
                <a:gd name="connsiteY3" fmla="*/ 373224 h 728649"/>
                <a:gd name="connsiteX4" fmla="*/ 289249 w 1166327"/>
                <a:gd name="connsiteY4" fmla="*/ 559837 h 728649"/>
                <a:gd name="connsiteX5" fmla="*/ 382555 w 1166327"/>
                <a:gd name="connsiteY5" fmla="*/ 335902 h 728649"/>
                <a:gd name="connsiteX6" fmla="*/ 447870 w 1166327"/>
                <a:gd name="connsiteY6" fmla="*/ 643812 h 728649"/>
                <a:gd name="connsiteX7" fmla="*/ 541176 w 1166327"/>
                <a:gd name="connsiteY7" fmla="*/ 279918 h 728649"/>
                <a:gd name="connsiteX8" fmla="*/ 597160 w 1166327"/>
                <a:gd name="connsiteY8" fmla="*/ 699796 h 728649"/>
                <a:gd name="connsiteX9" fmla="*/ 746449 w 1166327"/>
                <a:gd name="connsiteY9" fmla="*/ 158620 h 728649"/>
                <a:gd name="connsiteX10" fmla="*/ 849086 w 1166327"/>
                <a:gd name="connsiteY10" fmla="*/ 727788 h 728649"/>
                <a:gd name="connsiteX11" fmla="*/ 998376 w 1166327"/>
                <a:gd name="connsiteY11" fmla="*/ 0 h 728649"/>
                <a:gd name="connsiteX12" fmla="*/ 1166327 w 1166327"/>
                <a:gd name="connsiteY12" fmla="*/ 727788 h 728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66327" h="728649">
                  <a:moveTo>
                    <a:pt x="0" y="447869"/>
                  </a:moveTo>
                  <a:cubicBezTo>
                    <a:pt x="31102" y="408991"/>
                    <a:pt x="62205" y="370114"/>
                    <a:pt x="83976" y="382555"/>
                  </a:cubicBezTo>
                  <a:cubicBezTo>
                    <a:pt x="105748" y="394996"/>
                    <a:pt x="107303" y="524069"/>
                    <a:pt x="130629" y="522514"/>
                  </a:cubicBezTo>
                  <a:cubicBezTo>
                    <a:pt x="153956" y="520959"/>
                    <a:pt x="197499" y="367004"/>
                    <a:pt x="223935" y="373224"/>
                  </a:cubicBezTo>
                  <a:cubicBezTo>
                    <a:pt x="250371" y="379444"/>
                    <a:pt x="262813" y="566057"/>
                    <a:pt x="289249" y="559837"/>
                  </a:cubicBezTo>
                  <a:cubicBezTo>
                    <a:pt x="315685" y="553617"/>
                    <a:pt x="356118" y="321906"/>
                    <a:pt x="382555" y="335902"/>
                  </a:cubicBezTo>
                  <a:cubicBezTo>
                    <a:pt x="408992" y="349898"/>
                    <a:pt x="421433" y="653143"/>
                    <a:pt x="447870" y="643812"/>
                  </a:cubicBezTo>
                  <a:cubicBezTo>
                    <a:pt x="474307" y="634481"/>
                    <a:pt x="516294" y="270587"/>
                    <a:pt x="541176" y="279918"/>
                  </a:cubicBezTo>
                  <a:cubicBezTo>
                    <a:pt x="566058" y="289249"/>
                    <a:pt x="562948" y="720012"/>
                    <a:pt x="597160" y="699796"/>
                  </a:cubicBezTo>
                  <a:cubicBezTo>
                    <a:pt x="631372" y="679580"/>
                    <a:pt x="704461" y="153955"/>
                    <a:pt x="746449" y="158620"/>
                  </a:cubicBezTo>
                  <a:cubicBezTo>
                    <a:pt x="788437" y="163285"/>
                    <a:pt x="807098" y="754225"/>
                    <a:pt x="849086" y="727788"/>
                  </a:cubicBezTo>
                  <a:cubicBezTo>
                    <a:pt x="891074" y="701351"/>
                    <a:pt x="945503" y="0"/>
                    <a:pt x="998376" y="0"/>
                  </a:cubicBezTo>
                  <a:cubicBezTo>
                    <a:pt x="1051249" y="0"/>
                    <a:pt x="1108788" y="363894"/>
                    <a:pt x="1166327" y="727788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63A119C9-D806-4FBA-B96B-2BDC950D8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1826" y="3907800"/>
              <a:ext cx="0" cy="750893"/>
            </a:xfrm>
            <a:prstGeom prst="line">
              <a:avLst/>
            </a:prstGeom>
            <a:ln w="28575">
              <a:solidFill>
                <a:schemeClr val="accent6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0AB39975-81EF-45BF-BB21-48673BCFEFF5}"/>
                </a:ext>
              </a:extLst>
            </p:cNvPr>
            <p:cNvCxnSpPr>
              <a:cxnSpLocks/>
            </p:cNvCxnSpPr>
            <p:nvPr/>
          </p:nvCxnSpPr>
          <p:spPr>
            <a:xfrm>
              <a:off x="8500487" y="4360441"/>
              <a:ext cx="860271" cy="0"/>
            </a:xfrm>
            <a:prstGeom prst="line">
              <a:avLst/>
            </a:prstGeom>
            <a:ln w="28575">
              <a:solidFill>
                <a:schemeClr val="accent6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14" name="CuadroTexto 113">
              <a:extLst>
                <a:ext uri="{FF2B5EF4-FFF2-40B4-BE49-F238E27FC236}">
                  <a16:creationId xmlns:a16="http://schemas.microsoft.com/office/drawing/2014/main" id="{5467ABAD-BC77-46F4-B045-8D5870ECC8A1}"/>
                </a:ext>
              </a:extLst>
            </p:cNvPr>
            <p:cNvSpPr txBox="1"/>
            <p:nvPr/>
          </p:nvSpPr>
          <p:spPr>
            <a:xfrm>
              <a:off x="8188544" y="4597722"/>
              <a:ext cx="24297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accent6"/>
                  </a:solidFill>
                </a:rPr>
                <a:t>Crecimiento</a:t>
              </a:r>
              <a:r>
                <a:rPr lang="en-US" sz="1400" dirty="0">
                  <a:solidFill>
                    <a:schemeClr val="accent6"/>
                  </a:solidFill>
                </a:rPr>
                <a:t> </a:t>
              </a:r>
              <a:r>
                <a:rPr lang="en-US" sz="1400" dirty="0" err="1">
                  <a:solidFill>
                    <a:schemeClr val="accent6"/>
                  </a:solidFill>
                </a:rPr>
                <a:t>exponencial</a:t>
              </a:r>
              <a:endParaRPr lang="en-US" sz="1400" dirty="0">
                <a:solidFill>
                  <a:schemeClr val="accent6"/>
                </a:solidFill>
              </a:endParaRPr>
            </a:p>
            <a:p>
              <a:r>
                <a:rPr lang="en-US" sz="1400" dirty="0" err="1">
                  <a:solidFill>
                    <a:schemeClr val="accent6"/>
                  </a:solidFill>
                </a:rPr>
                <a:t>Inestable</a:t>
              </a:r>
              <a:endParaRPr lang="es-CL" sz="1400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uadroTexto 114">
                  <a:extLst>
                    <a:ext uri="{FF2B5EF4-FFF2-40B4-BE49-F238E27FC236}">
                      <a16:creationId xmlns:a16="http://schemas.microsoft.com/office/drawing/2014/main" id="{7BDAFCD5-B765-49A5-8014-BF0DBACEB72B}"/>
                    </a:ext>
                  </a:extLst>
                </p:cNvPr>
                <p:cNvSpPr txBox="1"/>
                <p:nvPr/>
              </p:nvSpPr>
              <p:spPr>
                <a:xfrm>
                  <a:off x="8501382" y="3762474"/>
                  <a:ext cx="46074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CuadroTexto 114">
                  <a:extLst>
                    <a:ext uri="{FF2B5EF4-FFF2-40B4-BE49-F238E27FC236}">
                      <a16:creationId xmlns:a16="http://schemas.microsoft.com/office/drawing/2014/main" id="{7BDAFCD5-B765-49A5-8014-BF0DBACEB7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1382" y="3762474"/>
                  <a:ext cx="460747" cy="307777"/>
                </a:xfrm>
                <a:prstGeom prst="rect">
                  <a:avLst/>
                </a:prstGeom>
                <a:blipFill>
                  <a:blip r:embed="rId12"/>
                  <a:stretch>
                    <a:fillRect r="-8000"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" name="Forma libre: forma 116">
              <a:extLst>
                <a:ext uri="{FF2B5EF4-FFF2-40B4-BE49-F238E27FC236}">
                  <a16:creationId xmlns:a16="http://schemas.microsoft.com/office/drawing/2014/main" id="{9381606F-463E-40AF-AF08-52E49CCA556D}"/>
                </a:ext>
              </a:extLst>
            </p:cNvPr>
            <p:cNvSpPr/>
            <p:nvPr/>
          </p:nvSpPr>
          <p:spPr>
            <a:xfrm>
              <a:off x="8511775" y="3881251"/>
              <a:ext cx="615820" cy="361159"/>
            </a:xfrm>
            <a:custGeom>
              <a:avLst/>
              <a:gdLst>
                <a:gd name="connsiteX0" fmla="*/ 0 w 671804"/>
                <a:gd name="connsiteY0" fmla="*/ 270587 h 289646"/>
                <a:gd name="connsiteX1" fmla="*/ 401216 w 671804"/>
                <a:gd name="connsiteY1" fmla="*/ 261257 h 289646"/>
                <a:gd name="connsiteX2" fmla="*/ 671804 w 671804"/>
                <a:gd name="connsiteY2" fmla="*/ 0 h 289646"/>
                <a:gd name="connsiteX0" fmla="*/ 0 w 671804"/>
                <a:gd name="connsiteY0" fmla="*/ 270587 h 277184"/>
                <a:gd name="connsiteX1" fmla="*/ 401216 w 671804"/>
                <a:gd name="connsiteY1" fmla="*/ 223935 h 277184"/>
                <a:gd name="connsiteX2" fmla="*/ 671804 w 671804"/>
                <a:gd name="connsiteY2" fmla="*/ 0 h 277184"/>
                <a:gd name="connsiteX0" fmla="*/ 0 w 615820"/>
                <a:gd name="connsiteY0" fmla="*/ 354562 h 361159"/>
                <a:gd name="connsiteX1" fmla="*/ 401216 w 615820"/>
                <a:gd name="connsiteY1" fmla="*/ 307910 h 361159"/>
                <a:gd name="connsiteX2" fmla="*/ 615820 w 615820"/>
                <a:gd name="connsiteY2" fmla="*/ 0 h 36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5820" h="361159">
                  <a:moveTo>
                    <a:pt x="0" y="354562"/>
                  </a:moveTo>
                  <a:cubicBezTo>
                    <a:pt x="144624" y="372446"/>
                    <a:pt x="289249" y="353008"/>
                    <a:pt x="401216" y="307910"/>
                  </a:cubicBezTo>
                  <a:cubicBezTo>
                    <a:pt x="513183" y="262812"/>
                    <a:pt x="581608" y="40432"/>
                    <a:pt x="615820" y="0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CuadroTexto 117">
                  <a:extLst>
                    <a:ext uri="{FF2B5EF4-FFF2-40B4-BE49-F238E27FC236}">
                      <a16:creationId xmlns:a16="http://schemas.microsoft.com/office/drawing/2014/main" id="{4187223A-A43B-4C31-B2EB-0BEA5B0A6C6F}"/>
                    </a:ext>
                  </a:extLst>
                </p:cNvPr>
                <p:cNvSpPr txBox="1"/>
                <p:nvPr/>
              </p:nvSpPr>
              <p:spPr>
                <a:xfrm>
                  <a:off x="8125249" y="4064522"/>
                  <a:ext cx="46074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L" sz="14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CuadroTexto 117">
                  <a:extLst>
                    <a:ext uri="{FF2B5EF4-FFF2-40B4-BE49-F238E27FC236}">
                      <a16:creationId xmlns:a16="http://schemas.microsoft.com/office/drawing/2014/main" id="{4187223A-A43B-4C31-B2EB-0BEA5B0A6C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5249" y="4064522"/>
                  <a:ext cx="460747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CuadroTexto 119">
                  <a:extLst>
                    <a:ext uri="{FF2B5EF4-FFF2-40B4-BE49-F238E27FC236}">
                      <a16:creationId xmlns:a16="http://schemas.microsoft.com/office/drawing/2014/main" id="{9795F65C-9041-458C-8432-3F570BF602A7}"/>
                    </a:ext>
                  </a:extLst>
                </p:cNvPr>
                <p:cNvSpPr txBox="1"/>
                <p:nvPr/>
              </p:nvSpPr>
              <p:spPr>
                <a:xfrm>
                  <a:off x="2298706" y="3136222"/>
                  <a:ext cx="46074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CuadroTexto 119">
                  <a:extLst>
                    <a:ext uri="{FF2B5EF4-FFF2-40B4-BE49-F238E27FC236}">
                      <a16:creationId xmlns:a16="http://schemas.microsoft.com/office/drawing/2014/main" id="{9795F65C-9041-458C-8432-3F570BF602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8706" y="3136222"/>
                  <a:ext cx="460747" cy="307777"/>
                </a:xfrm>
                <a:prstGeom prst="rect">
                  <a:avLst/>
                </a:prstGeom>
                <a:blipFill>
                  <a:blip r:embed="rId14"/>
                  <a:stretch>
                    <a:fillRect r="-7895"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1" name="CuadroTexto 120">
              <a:extLst>
                <a:ext uri="{FF2B5EF4-FFF2-40B4-BE49-F238E27FC236}">
                  <a16:creationId xmlns:a16="http://schemas.microsoft.com/office/drawing/2014/main" id="{C712180B-E510-43B2-9805-D815922AE631}"/>
                </a:ext>
              </a:extLst>
            </p:cNvPr>
            <p:cNvSpPr txBox="1"/>
            <p:nvPr/>
          </p:nvSpPr>
          <p:spPr>
            <a:xfrm>
              <a:off x="1836494" y="4217812"/>
              <a:ext cx="24297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FF0000"/>
                  </a:solidFill>
                </a:rPr>
                <a:t>Asintóticamente</a:t>
              </a:r>
              <a:r>
                <a:rPr lang="en-US" sz="1400" dirty="0">
                  <a:solidFill>
                    <a:srgbClr val="FF0000"/>
                  </a:solidFill>
                </a:rPr>
                <a:t> </a:t>
              </a:r>
              <a:r>
                <a:rPr lang="en-US" sz="1400" dirty="0" err="1">
                  <a:solidFill>
                    <a:srgbClr val="FF0000"/>
                  </a:solidFill>
                </a:rPr>
                <a:t>estable</a:t>
              </a:r>
              <a:endParaRPr lang="en-US" sz="1400" dirty="0">
                <a:solidFill>
                  <a:srgbClr val="FF0000"/>
                </a:solidFill>
              </a:endParaRPr>
            </a:p>
            <a:p>
              <a:r>
                <a:rPr lang="en-US" sz="1400" dirty="0" err="1">
                  <a:solidFill>
                    <a:srgbClr val="FF0000"/>
                  </a:solidFill>
                </a:rPr>
                <a:t>Decrecimiento</a:t>
              </a:r>
              <a:r>
                <a:rPr lang="en-US" sz="1400" dirty="0">
                  <a:solidFill>
                    <a:srgbClr val="FF0000"/>
                  </a:solidFill>
                </a:rPr>
                <a:t> </a:t>
              </a:r>
              <a:r>
                <a:rPr lang="en-US" sz="1400" dirty="0" err="1">
                  <a:solidFill>
                    <a:srgbClr val="FF0000"/>
                  </a:solidFill>
                </a:rPr>
                <a:t>exponencial</a:t>
              </a:r>
              <a:endParaRPr lang="es-CL" sz="1400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CuadroTexto 121">
                  <a:extLst>
                    <a:ext uri="{FF2B5EF4-FFF2-40B4-BE49-F238E27FC236}">
                      <a16:creationId xmlns:a16="http://schemas.microsoft.com/office/drawing/2014/main" id="{8C99375E-39EE-4185-8B11-BE2947FB5067}"/>
                    </a:ext>
                  </a:extLst>
                </p:cNvPr>
                <p:cNvSpPr txBox="1"/>
                <p:nvPr/>
              </p:nvSpPr>
              <p:spPr>
                <a:xfrm>
                  <a:off x="2768903" y="1572034"/>
                  <a:ext cx="46074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CuadroTexto 121">
                  <a:extLst>
                    <a:ext uri="{FF2B5EF4-FFF2-40B4-BE49-F238E27FC236}">
                      <a16:creationId xmlns:a16="http://schemas.microsoft.com/office/drawing/2014/main" id="{8C99375E-39EE-4185-8B11-BE2947FB50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8903" y="1572034"/>
                  <a:ext cx="460747" cy="307777"/>
                </a:xfrm>
                <a:prstGeom prst="rect">
                  <a:avLst/>
                </a:prstGeom>
                <a:blipFill>
                  <a:blip r:embed="rId15"/>
                  <a:stretch>
                    <a:fillRect r="-7895"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" name="CuadroTexto 122">
              <a:extLst>
                <a:ext uri="{FF2B5EF4-FFF2-40B4-BE49-F238E27FC236}">
                  <a16:creationId xmlns:a16="http://schemas.microsoft.com/office/drawing/2014/main" id="{1E3E104E-F75E-44EB-8988-0408E53F3FE6}"/>
                </a:ext>
              </a:extLst>
            </p:cNvPr>
            <p:cNvSpPr txBox="1"/>
            <p:nvPr/>
          </p:nvSpPr>
          <p:spPr>
            <a:xfrm>
              <a:off x="2193889" y="2532341"/>
              <a:ext cx="24297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accent1"/>
                  </a:solidFill>
                </a:rPr>
                <a:t>Oscilación</a:t>
              </a:r>
              <a:r>
                <a:rPr lang="en-US" sz="1400" dirty="0">
                  <a:solidFill>
                    <a:schemeClr val="accent1"/>
                  </a:solidFill>
                </a:rPr>
                <a:t> </a:t>
              </a:r>
              <a:r>
                <a:rPr lang="en-US" sz="1400" dirty="0" err="1">
                  <a:solidFill>
                    <a:schemeClr val="accent1"/>
                  </a:solidFill>
                </a:rPr>
                <a:t>decreciente</a:t>
              </a:r>
              <a:endParaRPr lang="en-US" sz="1400" dirty="0">
                <a:solidFill>
                  <a:schemeClr val="accent1"/>
                </a:solidFill>
              </a:endParaRPr>
            </a:p>
            <a:p>
              <a:r>
                <a:rPr lang="en-US" sz="1400" dirty="0" err="1">
                  <a:solidFill>
                    <a:schemeClr val="accent1"/>
                  </a:solidFill>
                </a:rPr>
                <a:t>Asintóticamente</a:t>
              </a:r>
              <a:r>
                <a:rPr lang="en-US" sz="1400" dirty="0">
                  <a:solidFill>
                    <a:schemeClr val="accent1"/>
                  </a:solidFill>
                </a:rPr>
                <a:t> </a:t>
              </a:r>
              <a:r>
                <a:rPr lang="en-US" sz="1400" dirty="0" err="1">
                  <a:solidFill>
                    <a:schemeClr val="accent1"/>
                  </a:solidFill>
                </a:rPr>
                <a:t>estable</a:t>
              </a:r>
              <a:endParaRPr lang="en-US" sz="1400" dirty="0">
                <a:solidFill>
                  <a:schemeClr val="accent1"/>
                </a:solidFill>
              </a:endParaRPr>
            </a:p>
          </p:txBody>
        </p:sp>
        <p:grpSp>
          <p:nvGrpSpPr>
            <p:cNvPr id="125" name="Grupo 124">
              <a:extLst>
                <a:ext uri="{FF2B5EF4-FFF2-40B4-BE49-F238E27FC236}">
                  <a16:creationId xmlns:a16="http://schemas.microsoft.com/office/drawing/2014/main" id="{D0C28114-BF8F-409D-8B9A-B40676A7ADC4}"/>
                </a:ext>
              </a:extLst>
            </p:cNvPr>
            <p:cNvGrpSpPr/>
            <p:nvPr/>
          </p:nvGrpSpPr>
          <p:grpSpPr>
            <a:xfrm>
              <a:off x="8371477" y="2131059"/>
              <a:ext cx="187365" cy="190254"/>
              <a:chOff x="3799131" y="6067775"/>
              <a:chExt cx="187365" cy="190254"/>
            </a:xfrm>
          </p:grpSpPr>
          <p:cxnSp>
            <p:nvCxnSpPr>
              <p:cNvPr id="126" name="Conector recto 125">
                <a:extLst>
                  <a:ext uri="{FF2B5EF4-FFF2-40B4-BE49-F238E27FC236}">
                    <a16:creationId xmlns:a16="http://schemas.microsoft.com/office/drawing/2014/main" id="{E895FBFD-7E86-4E41-B04B-251450FA06CB}"/>
                  </a:ext>
                </a:extLst>
              </p:cNvPr>
              <p:cNvCxnSpPr/>
              <p:nvPr/>
            </p:nvCxnSpPr>
            <p:spPr>
              <a:xfrm>
                <a:off x="3802399" y="6071115"/>
                <a:ext cx="184097" cy="186914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Conector recto 126">
                <a:extLst>
                  <a:ext uri="{FF2B5EF4-FFF2-40B4-BE49-F238E27FC236}">
                    <a16:creationId xmlns:a16="http://schemas.microsoft.com/office/drawing/2014/main" id="{196FB944-B08F-497A-B731-9684A5CEEE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99131" y="6067775"/>
                <a:ext cx="184097" cy="186202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Grupo 128">
              <a:extLst>
                <a:ext uri="{FF2B5EF4-FFF2-40B4-BE49-F238E27FC236}">
                  <a16:creationId xmlns:a16="http://schemas.microsoft.com/office/drawing/2014/main" id="{E52BDC3B-17CD-4944-980C-34A33BB9A4EA}"/>
                </a:ext>
              </a:extLst>
            </p:cNvPr>
            <p:cNvGrpSpPr/>
            <p:nvPr/>
          </p:nvGrpSpPr>
          <p:grpSpPr>
            <a:xfrm>
              <a:off x="8174277" y="3515267"/>
              <a:ext cx="187365" cy="190254"/>
              <a:chOff x="3799131" y="6067775"/>
              <a:chExt cx="187365" cy="190254"/>
            </a:xfrm>
          </p:grpSpPr>
          <p:cxnSp>
            <p:nvCxnSpPr>
              <p:cNvPr id="130" name="Conector recto 129">
                <a:extLst>
                  <a:ext uri="{FF2B5EF4-FFF2-40B4-BE49-F238E27FC236}">
                    <a16:creationId xmlns:a16="http://schemas.microsoft.com/office/drawing/2014/main" id="{4F173AA8-52FE-497F-8D67-A015C9A95994}"/>
                  </a:ext>
                </a:extLst>
              </p:cNvPr>
              <p:cNvCxnSpPr/>
              <p:nvPr/>
            </p:nvCxnSpPr>
            <p:spPr>
              <a:xfrm>
                <a:off x="3802399" y="6071115"/>
                <a:ext cx="184097" cy="186914"/>
              </a:xfrm>
              <a:prstGeom prst="line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Conector recto 130">
                <a:extLst>
                  <a:ext uri="{FF2B5EF4-FFF2-40B4-BE49-F238E27FC236}">
                    <a16:creationId xmlns:a16="http://schemas.microsoft.com/office/drawing/2014/main" id="{BCB8E1DC-00BC-4C28-9508-523ABD3179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99131" y="6067775"/>
                <a:ext cx="184097" cy="186202"/>
              </a:xfrm>
              <a:prstGeom prst="line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32941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upo 75">
            <a:extLst>
              <a:ext uri="{FF2B5EF4-FFF2-40B4-BE49-F238E27FC236}">
                <a16:creationId xmlns:a16="http://schemas.microsoft.com/office/drawing/2014/main" id="{9E83409E-A725-4FF8-A5BF-3DDFF12C0540}"/>
              </a:ext>
            </a:extLst>
          </p:cNvPr>
          <p:cNvGrpSpPr/>
          <p:nvPr/>
        </p:nvGrpSpPr>
        <p:grpSpPr>
          <a:xfrm>
            <a:off x="2354320" y="943420"/>
            <a:ext cx="9216645" cy="4971160"/>
            <a:chOff x="2354320" y="943420"/>
            <a:chExt cx="9216645" cy="4971160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42DDA337-A5AF-4624-89AB-AF5541467C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43779" y="1299948"/>
              <a:ext cx="0" cy="4614632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37438F78-0120-442B-9687-BECAEB9F98F9}"/>
                </a:ext>
              </a:extLst>
            </p:cNvPr>
            <p:cNvCxnSpPr>
              <a:cxnSpLocks/>
            </p:cNvCxnSpPr>
            <p:nvPr/>
          </p:nvCxnSpPr>
          <p:spPr>
            <a:xfrm>
              <a:off x="2855167" y="3605237"/>
              <a:ext cx="620846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63396B6E-8B20-4E56-9B68-89A3E2AB3140}"/>
                    </a:ext>
                  </a:extLst>
                </p:cNvPr>
                <p:cNvSpPr txBox="1"/>
                <p:nvPr/>
              </p:nvSpPr>
              <p:spPr>
                <a:xfrm>
                  <a:off x="5183107" y="943420"/>
                  <a:ext cx="1321344" cy="557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𝐼𝑚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63396B6E-8B20-4E56-9B68-89A3E2AB31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3107" y="943420"/>
                  <a:ext cx="1321344" cy="55777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B6ED71DB-22FA-4851-B0FE-8915D0DE0370}"/>
                    </a:ext>
                  </a:extLst>
                </p:cNvPr>
                <p:cNvSpPr txBox="1"/>
                <p:nvPr/>
              </p:nvSpPr>
              <p:spPr>
                <a:xfrm>
                  <a:off x="8802370" y="3429000"/>
                  <a:ext cx="1321344" cy="557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B6ED71DB-22FA-4851-B0FE-8915D0DE03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2370" y="3429000"/>
                  <a:ext cx="1321344" cy="55777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56A93EAA-FBBC-4E8D-9343-6150460E9D12}"/>
                </a:ext>
              </a:extLst>
            </p:cNvPr>
            <p:cNvCxnSpPr/>
            <p:nvPr/>
          </p:nvCxnSpPr>
          <p:spPr>
            <a:xfrm flipH="1" flipV="1">
              <a:off x="4002833" y="2099388"/>
              <a:ext cx="1840946" cy="1507875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de flecha 10">
              <a:extLst>
                <a:ext uri="{FF2B5EF4-FFF2-40B4-BE49-F238E27FC236}">
                  <a16:creationId xmlns:a16="http://schemas.microsoft.com/office/drawing/2014/main" id="{D2179660-BDE3-479F-9874-FB94222096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4179" y="3607263"/>
              <a:ext cx="1839600" cy="150840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766879DF-38DD-4514-8853-4EABC9CA9F72}"/>
                </a:ext>
              </a:extLst>
            </p:cNvPr>
            <p:cNvCxnSpPr/>
            <p:nvPr/>
          </p:nvCxnSpPr>
          <p:spPr>
            <a:xfrm>
              <a:off x="4002833" y="2099388"/>
              <a:ext cx="0" cy="3016275"/>
            </a:xfrm>
            <a:prstGeom prst="line">
              <a:avLst/>
            </a:prstGeom>
            <a:ln w="28575">
              <a:solidFill>
                <a:srgbClr val="FF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4CE06E31-47A6-4F0D-AAAC-69E59ECD6DE8}"/>
                </a:ext>
              </a:extLst>
            </p:cNvPr>
            <p:cNvCxnSpPr>
              <a:cxnSpLocks/>
            </p:cNvCxnSpPr>
            <p:nvPr/>
          </p:nvCxnSpPr>
          <p:spPr>
            <a:xfrm>
              <a:off x="4002833" y="2099388"/>
              <a:ext cx="1839601" cy="0"/>
            </a:xfrm>
            <a:prstGeom prst="line">
              <a:avLst/>
            </a:prstGeom>
            <a:ln w="28575">
              <a:solidFill>
                <a:srgbClr val="FF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7F5E03EF-E161-4DBE-A375-612DE00A35B6}"/>
                </a:ext>
              </a:extLst>
            </p:cNvPr>
            <p:cNvCxnSpPr>
              <a:cxnSpLocks/>
            </p:cNvCxnSpPr>
            <p:nvPr/>
          </p:nvCxnSpPr>
          <p:spPr>
            <a:xfrm>
              <a:off x="4002832" y="5128104"/>
              <a:ext cx="1839601" cy="0"/>
            </a:xfrm>
            <a:prstGeom prst="line">
              <a:avLst/>
            </a:prstGeom>
            <a:ln w="28575">
              <a:solidFill>
                <a:srgbClr val="FF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6C20F22E-D17D-496B-9A69-02C7C0A755BD}"/>
                    </a:ext>
                  </a:extLst>
                </p:cNvPr>
                <p:cNvSpPr txBox="1"/>
                <p:nvPr/>
              </p:nvSpPr>
              <p:spPr>
                <a:xfrm>
                  <a:off x="5730010" y="1914200"/>
                  <a:ext cx="774441" cy="369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rgbClr val="FF66FF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6C20F22E-D17D-496B-9A69-02C7C0A755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0010" y="1914200"/>
                  <a:ext cx="774441" cy="36932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3EFEBAEE-EEB8-4703-9C19-5CF819D04BB0}"/>
                    </a:ext>
                  </a:extLst>
                </p:cNvPr>
                <p:cNvSpPr txBox="1"/>
                <p:nvPr/>
              </p:nvSpPr>
              <p:spPr>
                <a:xfrm>
                  <a:off x="5748340" y="4930473"/>
                  <a:ext cx="774441" cy="369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rgbClr val="FF66FF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3EFEBAEE-EEB8-4703-9C19-5CF819D04B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8340" y="4930473"/>
                  <a:ext cx="774441" cy="36932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D686F953-3E60-4FD4-AAD8-7F48AF8E4BEF}"/>
                    </a:ext>
                  </a:extLst>
                </p:cNvPr>
                <p:cNvSpPr txBox="1"/>
                <p:nvPr/>
              </p:nvSpPr>
              <p:spPr>
                <a:xfrm>
                  <a:off x="3592286" y="1828800"/>
                  <a:ext cx="33590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D686F953-3E60-4FD4-AAD8-7F48AF8E4B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2286" y="1828800"/>
                  <a:ext cx="335902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3636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398FA99C-0EDA-47B7-9BE7-6775240C9C53}"/>
                    </a:ext>
                  </a:extLst>
                </p:cNvPr>
                <p:cNvSpPr txBox="1"/>
                <p:nvPr/>
              </p:nvSpPr>
              <p:spPr>
                <a:xfrm>
                  <a:off x="3665584" y="4950017"/>
                  <a:ext cx="33590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398FA99C-0EDA-47B7-9BE7-6775240C9C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5584" y="4950017"/>
                  <a:ext cx="335902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545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F105C24A-CAF2-4FFA-908B-E68D7F215E80}"/>
                    </a:ext>
                  </a:extLst>
                </p:cNvPr>
                <p:cNvSpPr txBox="1"/>
                <p:nvPr/>
              </p:nvSpPr>
              <p:spPr>
                <a:xfrm rot="2343824">
                  <a:off x="4634398" y="2455605"/>
                  <a:ext cx="774441" cy="369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F105C24A-CAF2-4FFA-908B-E68D7F215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343824">
                  <a:off x="4634398" y="2455605"/>
                  <a:ext cx="774441" cy="36932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Conector: curvado 24">
              <a:extLst>
                <a:ext uri="{FF2B5EF4-FFF2-40B4-BE49-F238E27FC236}">
                  <a16:creationId xmlns:a16="http://schemas.microsoft.com/office/drawing/2014/main" id="{B2087967-32DE-4063-B980-6B8EF0F58D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2133" y="2531599"/>
              <a:ext cx="1611222" cy="280891"/>
            </a:xfrm>
            <a:prstGeom prst="curved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9B5AB9BE-FDED-4C6A-B595-A438B5085A12}"/>
                    </a:ext>
                  </a:extLst>
                </p:cNvPr>
                <p:cNvSpPr txBox="1"/>
                <p:nvPr/>
              </p:nvSpPr>
              <p:spPr>
                <a:xfrm>
                  <a:off x="6381322" y="2309120"/>
                  <a:ext cx="5189643" cy="6622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s-CL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CL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L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L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s-CL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CL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(1−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L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𝜉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L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9B5AB9BE-FDED-4C6A-B595-A438B5085A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1322" y="2309120"/>
                  <a:ext cx="5189643" cy="66229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46B4D8AC-CEA5-4B82-87AC-C5EBD95908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54320" y="3361848"/>
              <a:ext cx="0" cy="750893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4C38F701-C9B5-4F68-9283-2D9F3E4BCB26}"/>
                </a:ext>
              </a:extLst>
            </p:cNvPr>
            <p:cNvCxnSpPr>
              <a:cxnSpLocks/>
            </p:cNvCxnSpPr>
            <p:nvPr/>
          </p:nvCxnSpPr>
          <p:spPr>
            <a:xfrm>
              <a:off x="2354320" y="4112741"/>
              <a:ext cx="860271" cy="0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E45767F3-B374-4B07-9E11-C93D428E4467}"/>
                </a:ext>
              </a:extLst>
            </p:cNvPr>
            <p:cNvSpPr/>
            <p:nvPr/>
          </p:nvSpPr>
          <p:spPr>
            <a:xfrm>
              <a:off x="2362902" y="3471444"/>
              <a:ext cx="793102" cy="586407"/>
            </a:xfrm>
            <a:custGeom>
              <a:avLst/>
              <a:gdLst>
                <a:gd name="connsiteX0" fmla="*/ 0 w 737118"/>
                <a:gd name="connsiteY0" fmla="*/ 562783 h 562783"/>
                <a:gd name="connsiteX1" fmla="*/ 223934 w 737118"/>
                <a:gd name="connsiteY1" fmla="*/ 2946 h 562783"/>
                <a:gd name="connsiteX2" fmla="*/ 373224 w 737118"/>
                <a:gd name="connsiteY2" fmla="*/ 348179 h 562783"/>
                <a:gd name="connsiteX3" fmla="*/ 737118 w 737118"/>
                <a:gd name="connsiteY3" fmla="*/ 488138 h 562783"/>
                <a:gd name="connsiteX0" fmla="*/ 0 w 737118"/>
                <a:gd name="connsiteY0" fmla="*/ 561475 h 561475"/>
                <a:gd name="connsiteX1" fmla="*/ 223934 w 737118"/>
                <a:gd name="connsiteY1" fmla="*/ 1638 h 561475"/>
                <a:gd name="connsiteX2" fmla="*/ 401215 w 737118"/>
                <a:gd name="connsiteY2" fmla="*/ 393524 h 561475"/>
                <a:gd name="connsiteX3" fmla="*/ 737118 w 737118"/>
                <a:gd name="connsiteY3" fmla="*/ 486830 h 561475"/>
                <a:gd name="connsiteX0" fmla="*/ 0 w 737118"/>
                <a:gd name="connsiteY0" fmla="*/ 570763 h 570763"/>
                <a:gd name="connsiteX1" fmla="*/ 195942 w 737118"/>
                <a:gd name="connsiteY1" fmla="*/ 1596 h 570763"/>
                <a:gd name="connsiteX2" fmla="*/ 401215 w 737118"/>
                <a:gd name="connsiteY2" fmla="*/ 402812 h 570763"/>
                <a:gd name="connsiteX3" fmla="*/ 737118 w 737118"/>
                <a:gd name="connsiteY3" fmla="*/ 496118 h 570763"/>
                <a:gd name="connsiteX0" fmla="*/ 0 w 914400"/>
                <a:gd name="connsiteY0" fmla="*/ 570763 h 570763"/>
                <a:gd name="connsiteX1" fmla="*/ 195942 w 914400"/>
                <a:gd name="connsiteY1" fmla="*/ 1596 h 570763"/>
                <a:gd name="connsiteX2" fmla="*/ 401215 w 914400"/>
                <a:gd name="connsiteY2" fmla="*/ 402812 h 570763"/>
                <a:gd name="connsiteX3" fmla="*/ 914400 w 914400"/>
                <a:gd name="connsiteY3" fmla="*/ 542771 h 570763"/>
                <a:gd name="connsiteX0" fmla="*/ 0 w 914400"/>
                <a:gd name="connsiteY0" fmla="*/ 569807 h 569807"/>
                <a:gd name="connsiteX1" fmla="*/ 195942 w 914400"/>
                <a:gd name="connsiteY1" fmla="*/ 640 h 569807"/>
                <a:gd name="connsiteX2" fmla="*/ 401215 w 914400"/>
                <a:gd name="connsiteY2" fmla="*/ 457839 h 569807"/>
                <a:gd name="connsiteX3" fmla="*/ 914400 w 914400"/>
                <a:gd name="connsiteY3" fmla="*/ 541815 h 569807"/>
                <a:gd name="connsiteX0" fmla="*/ 0 w 942392"/>
                <a:gd name="connsiteY0" fmla="*/ 569807 h 569807"/>
                <a:gd name="connsiteX1" fmla="*/ 195942 w 942392"/>
                <a:gd name="connsiteY1" fmla="*/ 640 h 569807"/>
                <a:gd name="connsiteX2" fmla="*/ 401215 w 942392"/>
                <a:gd name="connsiteY2" fmla="*/ 457839 h 569807"/>
                <a:gd name="connsiteX3" fmla="*/ 942392 w 942392"/>
                <a:gd name="connsiteY3" fmla="*/ 551146 h 569807"/>
                <a:gd name="connsiteX0" fmla="*/ 0 w 1017037"/>
                <a:gd name="connsiteY0" fmla="*/ 569807 h 569807"/>
                <a:gd name="connsiteX1" fmla="*/ 195942 w 1017037"/>
                <a:gd name="connsiteY1" fmla="*/ 640 h 569807"/>
                <a:gd name="connsiteX2" fmla="*/ 401215 w 1017037"/>
                <a:gd name="connsiteY2" fmla="*/ 457839 h 569807"/>
                <a:gd name="connsiteX3" fmla="*/ 1017037 w 1017037"/>
                <a:gd name="connsiteY3" fmla="*/ 560477 h 569807"/>
                <a:gd name="connsiteX0" fmla="*/ 0 w 1017037"/>
                <a:gd name="connsiteY0" fmla="*/ 569807 h 569807"/>
                <a:gd name="connsiteX1" fmla="*/ 195942 w 1017037"/>
                <a:gd name="connsiteY1" fmla="*/ 640 h 569807"/>
                <a:gd name="connsiteX2" fmla="*/ 401215 w 1017037"/>
                <a:gd name="connsiteY2" fmla="*/ 457839 h 569807"/>
                <a:gd name="connsiteX3" fmla="*/ 1017037 w 1017037"/>
                <a:gd name="connsiteY3" fmla="*/ 560477 h 569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37" h="569807">
                  <a:moveTo>
                    <a:pt x="0" y="569807"/>
                  </a:moveTo>
                  <a:cubicBezTo>
                    <a:pt x="80865" y="307772"/>
                    <a:pt x="129073" y="19301"/>
                    <a:pt x="195942" y="640"/>
                  </a:cubicBezTo>
                  <a:cubicBezTo>
                    <a:pt x="262811" y="-18021"/>
                    <a:pt x="315684" y="376974"/>
                    <a:pt x="401215" y="457839"/>
                  </a:cubicBezTo>
                  <a:cubicBezTo>
                    <a:pt x="486746" y="538704"/>
                    <a:pt x="884854" y="563588"/>
                    <a:pt x="1017037" y="560477"/>
                  </a:cubicBezTo>
                </a:path>
              </a:pathLst>
            </a:custGeom>
            <a:noFill/>
            <a:ln w="28575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547BFAA6-FC63-400C-9D12-6B6324EB4D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6817" y="1837876"/>
              <a:ext cx="0" cy="750893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31FA0A39-485C-4F9F-B465-A3AA20CEAA9C}"/>
                </a:ext>
              </a:extLst>
            </p:cNvPr>
            <p:cNvCxnSpPr>
              <a:cxnSpLocks/>
            </p:cNvCxnSpPr>
            <p:nvPr/>
          </p:nvCxnSpPr>
          <p:spPr>
            <a:xfrm>
              <a:off x="2856817" y="2283528"/>
              <a:ext cx="860271" cy="0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85CDD9E7-D092-46BB-A7A3-2D600AB17A24}"/>
                </a:ext>
              </a:extLst>
            </p:cNvPr>
            <p:cNvSpPr/>
            <p:nvPr/>
          </p:nvSpPr>
          <p:spPr>
            <a:xfrm>
              <a:off x="2855167" y="1915934"/>
              <a:ext cx="606490" cy="613009"/>
            </a:xfrm>
            <a:custGeom>
              <a:avLst/>
              <a:gdLst>
                <a:gd name="connsiteX0" fmla="*/ 0 w 606490"/>
                <a:gd name="connsiteY0" fmla="*/ 351405 h 613009"/>
                <a:gd name="connsiteX1" fmla="*/ 83976 w 606490"/>
                <a:gd name="connsiteY1" fmla="*/ 6172 h 613009"/>
                <a:gd name="connsiteX2" fmla="*/ 149290 w 606490"/>
                <a:gd name="connsiteY2" fmla="*/ 612662 h 613009"/>
                <a:gd name="connsiteX3" fmla="*/ 242596 w 606490"/>
                <a:gd name="connsiteY3" fmla="*/ 99478 h 613009"/>
                <a:gd name="connsiteX4" fmla="*/ 307911 w 606490"/>
                <a:gd name="connsiteY4" fmla="*/ 510025 h 613009"/>
                <a:gd name="connsiteX5" fmla="*/ 382555 w 606490"/>
                <a:gd name="connsiteY5" fmla="*/ 211446 h 613009"/>
                <a:gd name="connsiteX6" fmla="*/ 457200 w 606490"/>
                <a:gd name="connsiteY6" fmla="*/ 463372 h 613009"/>
                <a:gd name="connsiteX7" fmla="*/ 522515 w 606490"/>
                <a:gd name="connsiteY7" fmla="*/ 314082 h 613009"/>
                <a:gd name="connsiteX8" fmla="*/ 606490 w 606490"/>
                <a:gd name="connsiteY8" fmla="*/ 407388 h 61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6490" h="613009">
                  <a:moveTo>
                    <a:pt x="0" y="351405"/>
                  </a:moveTo>
                  <a:cubicBezTo>
                    <a:pt x="29547" y="157017"/>
                    <a:pt x="59094" y="-37371"/>
                    <a:pt x="83976" y="6172"/>
                  </a:cubicBezTo>
                  <a:cubicBezTo>
                    <a:pt x="108858" y="49715"/>
                    <a:pt x="122853" y="597111"/>
                    <a:pt x="149290" y="612662"/>
                  </a:cubicBezTo>
                  <a:cubicBezTo>
                    <a:pt x="175727" y="628213"/>
                    <a:pt x="216159" y="116584"/>
                    <a:pt x="242596" y="99478"/>
                  </a:cubicBezTo>
                  <a:cubicBezTo>
                    <a:pt x="269033" y="82372"/>
                    <a:pt x="284585" y="491364"/>
                    <a:pt x="307911" y="510025"/>
                  </a:cubicBezTo>
                  <a:cubicBezTo>
                    <a:pt x="331238" y="528686"/>
                    <a:pt x="357674" y="219221"/>
                    <a:pt x="382555" y="211446"/>
                  </a:cubicBezTo>
                  <a:cubicBezTo>
                    <a:pt x="407436" y="203671"/>
                    <a:pt x="433873" y="446266"/>
                    <a:pt x="457200" y="463372"/>
                  </a:cubicBezTo>
                  <a:cubicBezTo>
                    <a:pt x="480527" y="480478"/>
                    <a:pt x="497633" y="323413"/>
                    <a:pt x="522515" y="314082"/>
                  </a:cubicBezTo>
                  <a:cubicBezTo>
                    <a:pt x="547397" y="304751"/>
                    <a:pt x="558282" y="393392"/>
                    <a:pt x="606490" y="407388"/>
                  </a:cubicBezTo>
                </a:path>
              </a:pathLst>
            </a:custGeom>
            <a:noFill/>
            <a:ln w="28575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1498F269-B6A7-4B6F-A4AD-0752022DF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220" y="1201755"/>
              <a:ext cx="0" cy="750893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176A3941-B386-4C60-A41C-B1F180767A99}"/>
                </a:ext>
              </a:extLst>
            </p:cNvPr>
            <p:cNvCxnSpPr>
              <a:cxnSpLocks/>
            </p:cNvCxnSpPr>
            <p:nvPr/>
          </p:nvCxnSpPr>
          <p:spPr>
            <a:xfrm>
              <a:off x="6228881" y="1654396"/>
              <a:ext cx="860271" cy="0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52E5F7EE-D3C1-4BED-A6CE-EE69BB92E21D}"/>
                    </a:ext>
                  </a:extLst>
                </p:cNvPr>
                <p:cNvSpPr txBox="1"/>
                <p:nvPr/>
              </p:nvSpPr>
              <p:spPr>
                <a:xfrm>
                  <a:off x="3324275" y="3579983"/>
                  <a:ext cx="774441" cy="369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rgbClr val="FF66FF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52E5F7EE-D3C1-4BED-A6CE-EE69BB92E2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4275" y="3579983"/>
                  <a:ext cx="774441" cy="369328"/>
                </a:xfrm>
                <a:prstGeom prst="rect">
                  <a:avLst/>
                </a:prstGeom>
                <a:blipFill>
                  <a:blip r:embed="rId10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Forma libre: forma 47">
              <a:extLst>
                <a:ext uri="{FF2B5EF4-FFF2-40B4-BE49-F238E27FC236}">
                  <a16:creationId xmlns:a16="http://schemas.microsoft.com/office/drawing/2014/main" id="{924E81FB-DC73-47A9-8BFB-7B80FE4D4AD8}"/>
                </a:ext>
              </a:extLst>
            </p:cNvPr>
            <p:cNvSpPr/>
            <p:nvPr/>
          </p:nvSpPr>
          <p:spPr>
            <a:xfrm>
              <a:off x="6242180" y="1460936"/>
              <a:ext cx="606489" cy="321239"/>
            </a:xfrm>
            <a:custGeom>
              <a:avLst/>
              <a:gdLst>
                <a:gd name="connsiteX0" fmla="*/ 0 w 606489"/>
                <a:gd name="connsiteY0" fmla="*/ 171921 h 321239"/>
                <a:gd name="connsiteX1" fmla="*/ 55983 w 606489"/>
                <a:gd name="connsiteY1" fmla="*/ 3970 h 321239"/>
                <a:gd name="connsiteX2" fmla="*/ 130628 w 606489"/>
                <a:gd name="connsiteY2" fmla="*/ 321211 h 321239"/>
                <a:gd name="connsiteX3" fmla="*/ 214604 w 606489"/>
                <a:gd name="connsiteY3" fmla="*/ 13301 h 321239"/>
                <a:gd name="connsiteX4" fmla="*/ 307910 w 606489"/>
                <a:gd name="connsiteY4" fmla="*/ 293219 h 321239"/>
                <a:gd name="connsiteX5" fmla="*/ 382555 w 606489"/>
                <a:gd name="connsiteY5" fmla="*/ 31962 h 321239"/>
                <a:gd name="connsiteX6" fmla="*/ 466530 w 606489"/>
                <a:gd name="connsiteY6" fmla="*/ 321211 h 321239"/>
                <a:gd name="connsiteX7" fmla="*/ 541175 w 606489"/>
                <a:gd name="connsiteY7" fmla="*/ 50623 h 321239"/>
                <a:gd name="connsiteX8" fmla="*/ 606489 w 606489"/>
                <a:gd name="connsiteY8" fmla="*/ 218574 h 32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6489" h="321239">
                  <a:moveTo>
                    <a:pt x="0" y="171921"/>
                  </a:moveTo>
                  <a:cubicBezTo>
                    <a:pt x="17106" y="75504"/>
                    <a:pt x="34212" y="-20912"/>
                    <a:pt x="55983" y="3970"/>
                  </a:cubicBezTo>
                  <a:cubicBezTo>
                    <a:pt x="77754" y="28852"/>
                    <a:pt x="104191" y="319656"/>
                    <a:pt x="130628" y="321211"/>
                  </a:cubicBezTo>
                  <a:cubicBezTo>
                    <a:pt x="157065" y="322766"/>
                    <a:pt x="185057" y="17966"/>
                    <a:pt x="214604" y="13301"/>
                  </a:cubicBezTo>
                  <a:cubicBezTo>
                    <a:pt x="244151" y="8636"/>
                    <a:pt x="279918" y="290109"/>
                    <a:pt x="307910" y="293219"/>
                  </a:cubicBezTo>
                  <a:cubicBezTo>
                    <a:pt x="335902" y="296329"/>
                    <a:pt x="356118" y="27297"/>
                    <a:pt x="382555" y="31962"/>
                  </a:cubicBezTo>
                  <a:cubicBezTo>
                    <a:pt x="408992" y="36627"/>
                    <a:pt x="440093" y="318101"/>
                    <a:pt x="466530" y="321211"/>
                  </a:cubicBezTo>
                  <a:cubicBezTo>
                    <a:pt x="492967" y="324321"/>
                    <a:pt x="517849" y="67729"/>
                    <a:pt x="541175" y="50623"/>
                  </a:cubicBezTo>
                  <a:cubicBezTo>
                    <a:pt x="564501" y="33517"/>
                    <a:pt x="585495" y="126045"/>
                    <a:pt x="606489" y="218574"/>
                  </a:cubicBezTo>
                </a:path>
              </a:pathLst>
            </a:custGeom>
            <a:noFill/>
            <a:ln w="28575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7782DD09-519A-4AFA-B0B7-C82389CD0A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00588" y="1486458"/>
              <a:ext cx="0" cy="750893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11D7CFF-94B2-4E50-91A7-2437AC9C819D}"/>
                </a:ext>
              </a:extLst>
            </p:cNvPr>
            <p:cNvCxnSpPr>
              <a:cxnSpLocks/>
            </p:cNvCxnSpPr>
            <p:nvPr/>
          </p:nvCxnSpPr>
          <p:spPr>
            <a:xfrm>
              <a:off x="8200588" y="1932110"/>
              <a:ext cx="860271" cy="0"/>
            </a:xfrm>
            <a:prstGeom prst="line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grpSp>
          <p:nvGrpSpPr>
            <p:cNvPr id="55" name="Grupo 54">
              <a:extLst>
                <a:ext uri="{FF2B5EF4-FFF2-40B4-BE49-F238E27FC236}">
                  <a16:creationId xmlns:a16="http://schemas.microsoft.com/office/drawing/2014/main" id="{F49467DC-E926-4F69-8E00-E32A1C31378B}"/>
                </a:ext>
              </a:extLst>
            </p:cNvPr>
            <p:cNvGrpSpPr/>
            <p:nvPr/>
          </p:nvGrpSpPr>
          <p:grpSpPr>
            <a:xfrm>
              <a:off x="2959336" y="3512136"/>
              <a:ext cx="187365" cy="190254"/>
              <a:chOff x="3799131" y="6067775"/>
              <a:chExt cx="187365" cy="190254"/>
            </a:xfrm>
          </p:grpSpPr>
          <p:cxnSp>
            <p:nvCxnSpPr>
              <p:cNvPr id="53" name="Conector recto 52">
                <a:extLst>
                  <a:ext uri="{FF2B5EF4-FFF2-40B4-BE49-F238E27FC236}">
                    <a16:creationId xmlns:a16="http://schemas.microsoft.com/office/drawing/2014/main" id="{AE65EFE9-4EBC-407D-BAC2-1633CA74E7E6}"/>
                  </a:ext>
                </a:extLst>
              </p:cNvPr>
              <p:cNvCxnSpPr/>
              <p:nvPr/>
            </p:nvCxnSpPr>
            <p:spPr>
              <a:xfrm>
                <a:off x="3802399" y="6071115"/>
                <a:ext cx="184097" cy="186914"/>
              </a:xfrm>
              <a:prstGeom prst="line">
                <a:avLst/>
              </a:prstGeom>
              <a:ln w="285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 recto 53">
                <a:extLst>
                  <a:ext uri="{FF2B5EF4-FFF2-40B4-BE49-F238E27FC236}">
                    <a16:creationId xmlns:a16="http://schemas.microsoft.com/office/drawing/2014/main" id="{6173862A-E827-4F1B-A9FC-EEC3DF560F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99131" y="6067775"/>
                <a:ext cx="184097" cy="186202"/>
              </a:xfrm>
              <a:prstGeom prst="line">
                <a:avLst/>
              </a:prstGeom>
              <a:ln w="285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8F114CD2-9114-4319-AD9A-2AE36207E68B}"/>
                </a:ext>
              </a:extLst>
            </p:cNvPr>
            <p:cNvGrpSpPr/>
            <p:nvPr/>
          </p:nvGrpSpPr>
          <p:grpSpPr>
            <a:xfrm>
              <a:off x="5750364" y="1582775"/>
              <a:ext cx="187365" cy="190254"/>
              <a:chOff x="3799131" y="6067775"/>
              <a:chExt cx="187365" cy="190254"/>
            </a:xfrm>
          </p:grpSpPr>
          <p:cxnSp>
            <p:nvCxnSpPr>
              <p:cNvPr id="58" name="Conector recto 57">
                <a:extLst>
                  <a:ext uri="{FF2B5EF4-FFF2-40B4-BE49-F238E27FC236}">
                    <a16:creationId xmlns:a16="http://schemas.microsoft.com/office/drawing/2014/main" id="{7DC2FDE4-BEDB-4B42-A033-9EB9D5FD2DA1}"/>
                  </a:ext>
                </a:extLst>
              </p:cNvPr>
              <p:cNvCxnSpPr/>
              <p:nvPr/>
            </p:nvCxnSpPr>
            <p:spPr>
              <a:xfrm>
                <a:off x="3802399" y="6071115"/>
                <a:ext cx="184097" cy="186914"/>
              </a:xfrm>
              <a:prstGeom prst="line">
                <a:avLst/>
              </a:prstGeom>
              <a:ln w="285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Conector recto 58">
                <a:extLst>
                  <a:ext uri="{FF2B5EF4-FFF2-40B4-BE49-F238E27FC236}">
                    <a16:creationId xmlns:a16="http://schemas.microsoft.com/office/drawing/2014/main" id="{030B4DF6-08AD-484D-9C1E-1DC76D9DF9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99131" y="6067775"/>
                <a:ext cx="184097" cy="186202"/>
              </a:xfrm>
              <a:prstGeom prst="line">
                <a:avLst/>
              </a:prstGeom>
              <a:ln w="285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9A35A60C-B6BB-47C0-9D04-12A46F10DA43}"/>
                </a:ext>
              </a:extLst>
            </p:cNvPr>
            <p:cNvGrpSpPr/>
            <p:nvPr/>
          </p:nvGrpSpPr>
          <p:grpSpPr>
            <a:xfrm>
              <a:off x="7890813" y="1855394"/>
              <a:ext cx="187365" cy="190254"/>
              <a:chOff x="3799131" y="6067775"/>
              <a:chExt cx="187365" cy="190254"/>
            </a:xfrm>
          </p:grpSpPr>
          <p:cxnSp>
            <p:nvCxnSpPr>
              <p:cNvPr id="61" name="Conector recto 60">
                <a:extLst>
                  <a:ext uri="{FF2B5EF4-FFF2-40B4-BE49-F238E27FC236}">
                    <a16:creationId xmlns:a16="http://schemas.microsoft.com/office/drawing/2014/main" id="{0D237326-6319-4B06-AAAD-F3593EF3F2E3}"/>
                  </a:ext>
                </a:extLst>
              </p:cNvPr>
              <p:cNvCxnSpPr/>
              <p:nvPr/>
            </p:nvCxnSpPr>
            <p:spPr>
              <a:xfrm>
                <a:off x="3802399" y="6071115"/>
                <a:ext cx="184097" cy="186914"/>
              </a:xfrm>
              <a:prstGeom prst="line">
                <a:avLst/>
              </a:prstGeom>
              <a:ln w="285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ector recto 61">
                <a:extLst>
                  <a:ext uri="{FF2B5EF4-FFF2-40B4-BE49-F238E27FC236}">
                    <a16:creationId xmlns:a16="http://schemas.microsoft.com/office/drawing/2014/main" id="{2BBEEB00-D419-42CC-8D00-2CDDA31BD1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99131" y="6067775"/>
                <a:ext cx="184097" cy="186202"/>
              </a:xfrm>
              <a:prstGeom prst="line">
                <a:avLst/>
              </a:prstGeom>
              <a:ln w="285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upo 62">
              <a:extLst>
                <a:ext uri="{FF2B5EF4-FFF2-40B4-BE49-F238E27FC236}">
                  <a16:creationId xmlns:a16="http://schemas.microsoft.com/office/drawing/2014/main" id="{2DAC7EB1-DBB5-4A77-A9DC-15F9246D1C9F}"/>
                </a:ext>
              </a:extLst>
            </p:cNvPr>
            <p:cNvGrpSpPr/>
            <p:nvPr/>
          </p:nvGrpSpPr>
          <p:grpSpPr>
            <a:xfrm>
              <a:off x="2537547" y="2222912"/>
              <a:ext cx="187365" cy="190254"/>
              <a:chOff x="3799131" y="6067775"/>
              <a:chExt cx="187365" cy="190254"/>
            </a:xfrm>
          </p:grpSpPr>
          <p:cxnSp>
            <p:nvCxnSpPr>
              <p:cNvPr id="64" name="Conector recto 63">
                <a:extLst>
                  <a:ext uri="{FF2B5EF4-FFF2-40B4-BE49-F238E27FC236}">
                    <a16:creationId xmlns:a16="http://schemas.microsoft.com/office/drawing/2014/main" id="{F943B8CC-E176-41D6-B07B-748D492D736E}"/>
                  </a:ext>
                </a:extLst>
              </p:cNvPr>
              <p:cNvCxnSpPr/>
              <p:nvPr/>
            </p:nvCxnSpPr>
            <p:spPr>
              <a:xfrm>
                <a:off x="3802399" y="6071115"/>
                <a:ext cx="184097" cy="186914"/>
              </a:xfrm>
              <a:prstGeom prst="line">
                <a:avLst/>
              </a:prstGeom>
              <a:ln w="285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ector recto 64">
                <a:extLst>
                  <a:ext uri="{FF2B5EF4-FFF2-40B4-BE49-F238E27FC236}">
                    <a16:creationId xmlns:a16="http://schemas.microsoft.com/office/drawing/2014/main" id="{991070EA-35F5-43A1-BA36-1EE17E8D5D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99131" y="6067775"/>
                <a:ext cx="184097" cy="186202"/>
              </a:xfrm>
              <a:prstGeom prst="line">
                <a:avLst/>
              </a:prstGeom>
              <a:ln w="2857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D5633B9E-754A-41A1-8440-17FC1102DE7B}"/>
                    </a:ext>
                  </a:extLst>
                </p:cNvPr>
                <p:cNvSpPr txBox="1"/>
                <p:nvPr/>
              </p:nvSpPr>
              <p:spPr>
                <a:xfrm>
                  <a:off x="5517311" y="3081599"/>
                  <a:ext cx="2126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L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s-C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D5633B9E-754A-41A1-8440-17FC1102DE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7311" y="3081599"/>
                  <a:ext cx="212699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Arco 69">
              <a:extLst>
                <a:ext uri="{FF2B5EF4-FFF2-40B4-BE49-F238E27FC236}">
                  <a16:creationId xmlns:a16="http://schemas.microsoft.com/office/drawing/2014/main" id="{9D2DA5A2-D0C0-4B43-8938-4225DCE3DF6F}"/>
                </a:ext>
              </a:extLst>
            </p:cNvPr>
            <p:cNvSpPr/>
            <p:nvPr/>
          </p:nvSpPr>
          <p:spPr>
            <a:xfrm rot="17996022">
              <a:off x="5291414" y="3095439"/>
              <a:ext cx="727639" cy="641160"/>
            </a:xfrm>
            <a:prstGeom prst="arc">
              <a:avLst/>
            </a:prstGeom>
            <a:ln w="19050">
              <a:solidFill>
                <a:schemeClr val="accent6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71" name="Conector: curvado 70">
              <a:extLst>
                <a:ext uri="{FF2B5EF4-FFF2-40B4-BE49-F238E27FC236}">
                  <a16:creationId xmlns:a16="http://schemas.microsoft.com/office/drawing/2014/main" id="{57C26DE7-E654-4CB0-98A0-AE35CA196F2D}"/>
                </a:ext>
              </a:extLst>
            </p:cNvPr>
            <p:cNvCxnSpPr>
              <a:cxnSpLocks/>
            </p:cNvCxnSpPr>
            <p:nvPr/>
          </p:nvCxnSpPr>
          <p:spPr>
            <a:xfrm>
              <a:off x="5814918" y="3386170"/>
              <a:ext cx="1126017" cy="1011815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791E95E1-733E-4698-BBFE-270140144BBA}"/>
                    </a:ext>
                  </a:extLst>
                </p:cNvPr>
                <p:cNvSpPr txBox="1"/>
                <p:nvPr/>
              </p:nvSpPr>
              <p:spPr>
                <a:xfrm>
                  <a:off x="6890539" y="4120571"/>
                  <a:ext cx="2000548" cy="6650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func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CL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L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L" i="1" dirty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s-CL" i="1" dirty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L" i="1" dirty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s-CL" i="1" dirty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CL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oMath>
                    </m:oMathPara>
                  </a14:m>
                  <a:endParaRPr lang="es-C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791E95E1-733E-4698-BBFE-270140144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0539" y="4120571"/>
                  <a:ext cx="2000548" cy="6650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Forma libre: forma 74">
              <a:extLst>
                <a:ext uri="{FF2B5EF4-FFF2-40B4-BE49-F238E27FC236}">
                  <a16:creationId xmlns:a16="http://schemas.microsoft.com/office/drawing/2014/main" id="{0403BFF0-C7D9-49FA-B92E-00C691CDA31F}"/>
                </a:ext>
              </a:extLst>
            </p:cNvPr>
            <p:cNvSpPr/>
            <p:nvPr/>
          </p:nvSpPr>
          <p:spPr>
            <a:xfrm>
              <a:off x="8220270" y="1492898"/>
              <a:ext cx="670818" cy="728649"/>
            </a:xfrm>
            <a:custGeom>
              <a:avLst/>
              <a:gdLst>
                <a:gd name="connsiteX0" fmla="*/ 0 w 1166327"/>
                <a:gd name="connsiteY0" fmla="*/ 447869 h 728649"/>
                <a:gd name="connsiteX1" fmla="*/ 83976 w 1166327"/>
                <a:gd name="connsiteY1" fmla="*/ 382555 h 728649"/>
                <a:gd name="connsiteX2" fmla="*/ 130629 w 1166327"/>
                <a:gd name="connsiteY2" fmla="*/ 522514 h 728649"/>
                <a:gd name="connsiteX3" fmla="*/ 223935 w 1166327"/>
                <a:gd name="connsiteY3" fmla="*/ 373224 h 728649"/>
                <a:gd name="connsiteX4" fmla="*/ 289249 w 1166327"/>
                <a:gd name="connsiteY4" fmla="*/ 559837 h 728649"/>
                <a:gd name="connsiteX5" fmla="*/ 382555 w 1166327"/>
                <a:gd name="connsiteY5" fmla="*/ 335902 h 728649"/>
                <a:gd name="connsiteX6" fmla="*/ 447870 w 1166327"/>
                <a:gd name="connsiteY6" fmla="*/ 643812 h 728649"/>
                <a:gd name="connsiteX7" fmla="*/ 541176 w 1166327"/>
                <a:gd name="connsiteY7" fmla="*/ 279918 h 728649"/>
                <a:gd name="connsiteX8" fmla="*/ 597160 w 1166327"/>
                <a:gd name="connsiteY8" fmla="*/ 699796 h 728649"/>
                <a:gd name="connsiteX9" fmla="*/ 746449 w 1166327"/>
                <a:gd name="connsiteY9" fmla="*/ 158620 h 728649"/>
                <a:gd name="connsiteX10" fmla="*/ 849086 w 1166327"/>
                <a:gd name="connsiteY10" fmla="*/ 727788 h 728649"/>
                <a:gd name="connsiteX11" fmla="*/ 998376 w 1166327"/>
                <a:gd name="connsiteY11" fmla="*/ 0 h 728649"/>
                <a:gd name="connsiteX12" fmla="*/ 1166327 w 1166327"/>
                <a:gd name="connsiteY12" fmla="*/ 727788 h 728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66327" h="728649">
                  <a:moveTo>
                    <a:pt x="0" y="447869"/>
                  </a:moveTo>
                  <a:cubicBezTo>
                    <a:pt x="31102" y="408991"/>
                    <a:pt x="62205" y="370114"/>
                    <a:pt x="83976" y="382555"/>
                  </a:cubicBezTo>
                  <a:cubicBezTo>
                    <a:pt x="105748" y="394996"/>
                    <a:pt x="107303" y="524069"/>
                    <a:pt x="130629" y="522514"/>
                  </a:cubicBezTo>
                  <a:cubicBezTo>
                    <a:pt x="153956" y="520959"/>
                    <a:pt x="197499" y="367004"/>
                    <a:pt x="223935" y="373224"/>
                  </a:cubicBezTo>
                  <a:cubicBezTo>
                    <a:pt x="250371" y="379444"/>
                    <a:pt x="262813" y="566057"/>
                    <a:pt x="289249" y="559837"/>
                  </a:cubicBezTo>
                  <a:cubicBezTo>
                    <a:pt x="315685" y="553617"/>
                    <a:pt x="356118" y="321906"/>
                    <a:pt x="382555" y="335902"/>
                  </a:cubicBezTo>
                  <a:cubicBezTo>
                    <a:pt x="408992" y="349898"/>
                    <a:pt x="421433" y="653143"/>
                    <a:pt x="447870" y="643812"/>
                  </a:cubicBezTo>
                  <a:cubicBezTo>
                    <a:pt x="474307" y="634481"/>
                    <a:pt x="516294" y="270587"/>
                    <a:pt x="541176" y="279918"/>
                  </a:cubicBezTo>
                  <a:cubicBezTo>
                    <a:pt x="566058" y="289249"/>
                    <a:pt x="562948" y="720012"/>
                    <a:pt x="597160" y="699796"/>
                  </a:cubicBezTo>
                  <a:cubicBezTo>
                    <a:pt x="631372" y="679580"/>
                    <a:pt x="704461" y="153955"/>
                    <a:pt x="746449" y="158620"/>
                  </a:cubicBezTo>
                  <a:cubicBezTo>
                    <a:pt x="788437" y="163285"/>
                    <a:pt x="807098" y="754225"/>
                    <a:pt x="849086" y="727788"/>
                  </a:cubicBezTo>
                  <a:cubicBezTo>
                    <a:pt x="891074" y="701351"/>
                    <a:pt x="945503" y="0"/>
                    <a:pt x="998376" y="0"/>
                  </a:cubicBezTo>
                  <a:cubicBezTo>
                    <a:pt x="1051249" y="0"/>
                    <a:pt x="1108788" y="363894"/>
                    <a:pt x="1166327" y="727788"/>
                  </a:cubicBezTo>
                </a:path>
              </a:pathLst>
            </a:custGeom>
            <a:noFill/>
            <a:ln w="28575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770487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6AAD791C-76DB-454A-ACE3-0F19A8BEA555}"/>
              </a:ext>
            </a:extLst>
          </p:cNvPr>
          <p:cNvGrpSpPr/>
          <p:nvPr/>
        </p:nvGrpSpPr>
        <p:grpSpPr>
          <a:xfrm>
            <a:off x="261798" y="457911"/>
            <a:ext cx="5066718" cy="710909"/>
            <a:chOff x="490398" y="686511"/>
            <a:chExt cx="5066718" cy="7109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ABD63BEC-E3D0-4F52-978D-63BEFA44AB98}"/>
                    </a:ext>
                  </a:extLst>
                </p:cNvPr>
                <p:cNvSpPr txBox="1"/>
                <p:nvPr/>
              </p:nvSpPr>
              <p:spPr>
                <a:xfrm>
                  <a:off x="1336094" y="686511"/>
                  <a:ext cx="15488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ABD63BEC-E3D0-4F52-978D-63BEFA44AB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6094" y="686511"/>
                  <a:ext cx="1548881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ángulo: esquinas redondeadas 4">
                  <a:extLst>
                    <a:ext uri="{FF2B5EF4-FFF2-40B4-BE49-F238E27FC236}">
                      <a16:creationId xmlns:a16="http://schemas.microsoft.com/office/drawing/2014/main" id="{3CE10E2D-6EDC-4DDD-807B-3502F719054E}"/>
                    </a:ext>
                  </a:extLst>
                </p:cNvPr>
                <p:cNvSpPr/>
                <p:nvPr/>
              </p:nvSpPr>
              <p:spPr>
                <a:xfrm>
                  <a:off x="2714080" y="718829"/>
                  <a:ext cx="1005004" cy="678591"/>
                </a:xfrm>
                <a:prstGeom prst="roundRect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e>
                                  <m:r>
                                    <a:rPr lang="en-US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Rectángulo: esquinas redondeadas 4">
                  <a:extLst>
                    <a:ext uri="{FF2B5EF4-FFF2-40B4-BE49-F238E27FC236}">
                      <a16:creationId xmlns:a16="http://schemas.microsoft.com/office/drawing/2014/main" id="{3CE10E2D-6EDC-4DDD-807B-3502F71905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4080" y="718829"/>
                  <a:ext cx="1005004" cy="678591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F769411B-2A99-4FBA-B960-6B9E563B2027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 flipV="1">
              <a:off x="1483567" y="1058125"/>
              <a:ext cx="1230513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B30B80EE-32B2-43DB-BFE7-D47D9E90BB9B}"/>
                    </a:ext>
                  </a:extLst>
                </p:cNvPr>
                <p:cNvSpPr txBox="1"/>
                <p:nvPr/>
              </p:nvSpPr>
              <p:spPr>
                <a:xfrm>
                  <a:off x="3132139" y="688209"/>
                  <a:ext cx="24249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s-CL" i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B30B80EE-32B2-43DB-BFE7-D47D9E90BB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2139" y="688209"/>
                  <a:ext cx="2424977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D10FD0F6-166E-40C0-BC35-145DD33E9746}"/>
                </a:ext>
              </a:extLst>
            </p:cNvPr>
            <p:cNvCxnSpPr>
              <a:cxnSpLocks/>
            </p:cNvCxnSpPr>
            <p:nvPr/>
          </p:nvCxnSpPr>
          <p:spPr>
            <a:xfrm>
              <a:off x="3719084" y="1041996"/>
              <a:ext cx="1217796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47E30ABF-BAB7-4162-B89C-E08AF6D0809C}"/>
                </a:ext>
              </a:extLst>
            </p:cNvPr>
            <p:cNvSpPr txBox="1"/>
            <p:nvPr/>
          </p:nvSpPr>
          <p:spPr>
            <a:xfrm>
              <a:off x="490398" y="751089"/>
              <a:ext cx="15488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accent1"/>
                  </a:solidFill>
                </a:rPr>
                <a:t>Dominio</a:t>
              </a:r>
              <a:r>
                <a:rPr lang="en-US" dirty="0">
                  <a:solidFill>
                    <a:schemeClr val="accent1"/>
                  </a:solidFill>
                </a:rPr>
                <a:t> </a:t>
              </a:r>
              <a:r>
                <a:rPr lang="en-US" dirty="0" err="1">
                  <a:solidFill>
                    <a:schemeClr val="accent1"/>
                  </a:solidFill>
                </a:rPr>
                <a:t>tiempo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739B7B82-5314-4F76-90A2-DFAB8215A7DF}"/>
                </a:ext>
              </a:extLst>
            </p:cNvPr>
            <p:cNvCxnSpPr>
              <a:cxnSpLocks/>
            </p:cNvCxnSpPr>
            <p:nvPr/>
          </p:nvCxnSpPr>
          <p:spPr>
            <a:xfrm>
              <a:off x="3194779" y="871177"/>
              <a:ext cx="0" cy="4054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B1EF652A-8B5E-4089-9CD3-A51EB44272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0212" y="1073886"/>
              <a:ext cx="616679" cy="6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8919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upo 51">
            <a:extLst>
              <a:ext uri="{FF2B5EF4-FFF2-40B4-BE49-F238E27FC236}">
                <a16:creationId xmlns:a16="http://schemas.microsoft.com/office/drawing/2014/main" id="{5003A442-6405-4044-BEE1-F575E6FAC47F}"/>
              </a:ext>
            </a:extLst>
          </p:cNvPr>
          <p:cNvGrpSpPr/>
          <p:nvPr/>
        </p:nvGrpSpPr>
        <p:grpSpPr>
          <a:xfrm>
            <a:off x="1674096" y="1062006"/>
            <a:ext cx="6801776" cy="4815601"/>
            <a:chOff x="1674096" y="1062006"/>
            <a:chExt cx="6801776" cy="48156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ángulo: esquinas redondeadas 1">
                  <a:extLst>
                    <a:ext uri="{FF2B5EF4-FFF2-40B4-BE49-F238E27FC236}">
                      <a16:creationId xmlns:a16="http://schemas.microsoft.com/office/drawing/2014/main" id="{4DEB3C3B-8A56-4607-86FE-4CACEA196FC3}"/>
                    </a:ext>
                  </a:extLst>
                </p:cNvPr>
                <p:cNvSpPr/>
                <p:nvPr/>
              </p:nvSpPr>
              <p:spPr>
                <a:xfrm>
                  <a:off x="4174067" y="2319867"/>
                  <a:ext cx="1202266" cy="770466"/>
                </a:xfrm>
                <a:prstGeom prst="roundRect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es-CL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" name="Rectángulo: esquinas redondeadas 1">
                  <a:extLst>
                    <a:ext uri="{FF2B5EF4-FFF2-40B4-BE49-F238E27FC236}">
                      <a16:creationId xmlns:a16="http://schemas.microsoft.com/office/drawing/2014/main" id="{4DEB3C3B-8A56-4607-86FE-4CACEA196F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4067" y="2319867"/>
                  <a:ext cx="1202266" cy="770466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8575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Flecha: hacia abajo 2">
              <a:extLst>
                <a:ext uri="{FF2B5EF4-FFF2-40B4-BE49-F238E27FC236}">
                  <a16:creationId xmlns:a16="http://schemas.microsoft.com/office/drawing/2014/main" id="{D04A07D7-59E8-497E-9A0F-DDF83F0F5F3A}"/>
                </a:ext>
              </a:extLst>
            </p:cNvPr>
            <p:cNvSpPr/>
            <p:nvPr/>
          </p:nvSpPr>
          <p:spPr>
            <a:xfrm rot="2002811">
              <a:off x="3652630" y="3056385"/>
              <a:ext cx="275146" cy="132926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" name="Flecha: hacia abajo 12">
              <a:extLst>
                <a:ext uri="{FF2B5EF4-FFF2-40B4-BE49-F238E27FC236}">
                  <a16:creationId xmlns:a16="http://schemas.microsoft.com/office/drawing/2014/main" id="{45FF0CFC-EFF6-424D-8D3A-5F8857F0B76F}"/>
                </a:ext>
              </a:extLst>
            </p:cNvPr>
            <p:cNvSpPr/>
            <p:nvPr/>
          </p:nvSpPr>
          <p:spPr>
            <a:xfrm rot="19636690">
              <a:off x="5662030" y="3053546"/>
              <a:ext cx="275146" cy="132926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Flecha: hacia abajo 13">
              <a:extLst>
                <a:ext uri="{FF2B5EF4-FFF2-40B4-BE49-F238E27FC236}">
                  <a16:creationId xmlns:a16="http://schemas.microsoft.com/office/drawing/2014/main" id="{AD6B2437-D354-4785-850E-A03EE485630C}"/>
                </a:ext>
              </a:extLst>
            </p:cNvPr>
            <p:cNvSpPr/>
            <p:nvPr/>
          </p:nvSpPr>
          <p:spPr>
            <a:xfrm rot="17295597">
              <a:off x="6103179" y="2300013"/>
              <a:ext cx="275146" cy="132926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" name="Flecha: a la izquierda y derecha 9">
              <a:extLst>
                <a:ext uri="{FF2B5EF4-FFF2-40B4-BE49-F238E27FC236}">
                  <a16:creationId xmlns:a16="http://schemas.microsoft.com/office/drawing/2014/main" id="{CF2273A0-7A60-422B-9F84-7CA7DE907900}"/>
                </a:ext>
              </a:extLst>
            </p:cNvPr>
            <p:cNvSpPr/>
            <p:nvPr/>
          </p:nvSpPr>
          <p:spPr>
            <a:xfrm rot="19595608">
              <a:off x="5243490" y="1625625"/>
              <a:ext cx="1075267" cy="339273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EB374B44-AAA5-401B-A27D-75736E35B4C4}"/>
                </a:ext>
              </a:extLst>
            </p:cNvPr>
            <p:cNvSpPr txBox="1"/>
            <p:nvPr/>
          </p:nvSpPr>
          <p:spPr>
            <a:xfrm>
              <a:off x="1674096" y="1683115"/>
              <a:ext cx="18926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Dominio</a:t>
              </a:r>
              <a:r>
                <a:rPr lang="en-US" dirty="0"/>
                <a:t> </a:t>
              </a:r>
              <a:r>
                <a:rPr lang="en-US" dirty="0" err="1"/>
                <a:t>Físico</a:t>
              </a:r>
              <a:endParaRPr lang="es-CL" dirty="0"/>
            </a:p>
          </p:txBody>
        </p:sp>
        <p:sp>
          <p:nvSpPr>
            <p:cNvPr id="12" name="Flecha: hacia abajo 11">
              <a:extLst>
                <a:ext uri="{FF2B5EF4-FFF2-40B4-BE49-F238E27FC236}">
                  <a16:creationId xmlns:a16="http://schemas.microsoft.com/office/drawing/2014/main" id="{862AA266-D512-41A8-B153-45C4F0EB5172}"/>
                </a:ext>
              </a:extLst>
            </p:cNvPr>
            <p:cNvSpPr/>
            <p:nvPr/>
          </p:nvSpPr>
          <p:spPr>
            <a:xfrm>
              <a:off x="2544234" y="2125134"/>
              <a:ext cx="228600" cy="31326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05124084-80A5-4031-8FF1-1A23BEA12F41}"/>
                </a:ext>
              </a:extLst>
            </p:cNvPr>
            <p:cNvSpPr txBox="1"/>
            <p:nvPr/>
          </p:nvSpPr>
          <p:spPr>
            <a:xfrm>
              <a:off x="1790700" y="2416858"/>
              <a:ext cx="165946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/>
                <a:t>Modelamiento</a:t>
              </a:r>
              <a:r>
                <a:rPr lang="en-US" sz="1600" dirty="0"/>
                <a:t> </a:t>
              </a:r>
              <a:r>
                <a:rPr lang="en-US" sz="1600" dirty="0" err="1"/>
                <a:t>numérico</a:t>
              </a:r>
              <a:endParaRPr lang="es-CL" sz="1600" dirty="0"/>
            </a:p>
          </p:txBody>
        </p:sp>
        <p:sp>
          <p:nvSpPr>
            <p:cNvPr id="19" name="Flecha: hacia abajo 18">
              <a:extLst>
                <a:ext uri="{FF2B5EF4-FFF2-40B4-BE49-F238E27FC236}">
                  <a16:creationId xmlns:a16="http://schemas.microsoft.com/office/drawing/2014/main" id="{C38BB7DD-2DC5-40B3-A55C-EBB8A6F906EE}"/>
                </a:ext>
              </a:extLst>
            </p:cNvPr>
            <p:cNvSpPr/>
            <p:nvPr/>
          </p:nvSpPr>
          <p:spPr>
            <a:xfrm rot="16200000">
              <a:off x="3598246" y="2336711"/>
              <a:ext cx="245536" cy="75371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60C11170-49C8-44DF-A892-4BBAF471A6E9}"/>
                    </a:ext>
                  </a:extLst>
                </p:cNvPr>
                <p:cNvSpPr txBox="1"/>
                <p:nvPr/>
              </p:nvSpPr>
              <p:spPr>
                <a:xfrm>
                  <a:off x="3683372" y="1859584"/>
                  <a:ext cx="20525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Cond. </a:t>
                  </a:r>
                  <a:r>
                    <a:rPr lang="en-US" sz="1200" dirty="0" err="1"/>
                    <a:t>Inicial</a:t>
                  </a:r>
                  <a:r>
                    <a:rPr lang="en-US" sz="1200" dirty="0"/>
                    <a:t>: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̇"/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(0)</m:t>
                        </m:r>
                      </m:oMath>
                    </m:oMathPara>
                  </a14:m>
                  <a:endParaRPr lang="es-CL" sz="1200" dirty="0"/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60C11170-49C8-44DF-A892-4BBAF471A6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3372" y="1859584"/>
                  <a:ext cx="2052572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0806CC84-F581-4260-916A-FA8DE6E16782}"/>
                    </a:ext>
                  </a:extLst>
                </p:cNvPr>
                <p:cNvSpPr txBox="1"/>
                <p:nvPr/>
              </p:nvSpPr>
              <p:spPr>
                <a:xfrm rot="19583277">
                  <a:off x="4540193" y="1390129"/>
                  <a:ext cx="20525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CL" sz="140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0806CC84-F581-4260-916A-FA8DE6E167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583277">
                  <a:off x="4540193" y="1390129"/>
                  <a:ext cx="2052572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282471CF-7931-4780-8923-2CE81D6D00C4}"/>
                    </a:ext>
                  </a:extLst>
                </p:cNvPr>
                <p:cNvSpPr txBox="1"/>
                <p:nvPr/>
              </p:nvSpPr>
              <p:spPr>
                <a:xfrm>
                  <a:off x="2423881" y="3429000"/>
                  <a:ext cx="20525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∙}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282471CF-7931-4780-8923-2CE81D6D0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81" y="3429000"/>
                  <a:ext cx="2052572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ángulo: esquinas redondeadas 25">
                  <a:extLst>
                    <a:ext uri="{FF2B5EF4-FFF2-40B4-BE49-F238E27FC236}">
                      <a16:creationId xmlns:a16="http://schemas.microsoft.com/office/drawing/2014/main" id="{7636D861-ACF6-459D-B2CA-6B56A7B2A413}"/>
                    </a:ext>
                  </a:extLst>
                </p:cNvPr>
                <p:cNvSpPr/>
                <p:nvPr/>
              </p:nvSpPr>
              <p:spPr>
                <a:xfrm>
                  <a:off x="2708515" y="4368477"/>
                  <a:ext cx="1202266" cy="770466"/>
                </a:xfrm>
                <a:prstGeom prst="roundRect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600" i="1" dirty="0">
                    <a:solidFill>
                      <a:schemeClr val="accent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6" name="Rectángulo: esquinas redondeadas 25">
                  <a:extLst>
                    <a:ext uri="{FF2B5EF4-FFF2-40B4-BE49-F238E27FC236}">
                      <a16:creationId xmlns:a16="http://schemas.microsoft.com/office/drawing/2014/main" id="{7636D861-ACF6-459D-B2CA-6B56A7B2A4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8515" y="4368477"/>
                  <a:ext cx="1202266" cy="770466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8575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ángulo: esquinas redondeadas 26">
                  <a:extLst>
                    <a:ext uri="{FF2B5EF4-FFF2-40B4-BE49-F238E27FC236}">
                      <a16:creationId xmlns:a16="http://schemas.microsoft.com/office/drawing/2014/main" id="{D759FDEC-03A2-4650-A60C-4F84521AA422}"/>
                    </a:ext>
                  </a:extLst>
                </p:cNvPr>
                <p:cNvSpPr/>
                <p:nvPr/>
              </p:nvSpPr>
              <p:spPr>
                <a:xfrm>
                  <a:off x="4270758" y="4375656"/>
                  <a:ext cx="1202266" cy="770466"/>
                </a:xfrm>
                <a:prstGeom prst="roundRect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600" i="1" dirty="0">
                    <a:solidFill>
                      <a:schemeClr val="accent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7" name="Rectángulo: esquinas redondeadas 26">
                  <a:extLst>
                    <a:ext uri="{FF2B5EF4-FFF2-40B4-BE49-F238E27FC236}">
                      <a16:creationId xmlns:a16="http://schemas.microsoft.com/office/drawing/2014/main" id="{D759FDEC-03A2-4650-A60C-4F84521AA4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0758" y="4375656"/>
                  <a:ext cx="1202266" cy="770466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ángulo: esquinas redondeadas 27">
                  <a:extLst>
                    <a:ext uri="{FF2B5EF4-FFF2-40B4-BE49-F238E27FC236}">
                      <a16:creationId xmlns:a16="http://schemas.microsoft.com/office/drawing/2014/main" id="{6E6FF309-AF20-49E5-8C50-ED4BE8F02BFB}"/>
                    </a:ext>
                  </a:extLst>
                </p:cNvPr>
                <p:cNvSpPr/>
                <p:nvPr/>
              </p:nvSpPr>
              <p:spPr>
                <a:xfrm>
                  <a:off x="5905230" y="4375656"/>
                  <a:ext cx="1202266" cy="770466"/>
                </a:xfrm>
                <a:prstGeom prst="roundRect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600" i="1" dirty="0">
                    <a:solidFill>
                      <a:schemeClr val="accent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8" name="Rectángulo: esquinas redondeadas 27">
                  <a:extLst>
                    <a:ext uri="{FF2B5EF4-FFF2-40B4-BE49-F238E27FC236}">
                      <a16:creationId xmlns:a16="http://schemas.microsoft.com/office/drawing/2014/main" id="{6E6FF309-AF20-49E5-8C50-ED4BE8F02B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5230" y="4375656"/>
                  <a:ext cx="1202266" cy="770466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8575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Flecha: hacia abajo 28">
              <a:extLst>
                <a:ext uri="{FF2B5EF4-FFF2-40B4-BE49-F238E27FC236}">
                  <a16:creationId xmlns:a16="http://schemas.microsoft.com/office/drawing/2014/main" id="{CD570842-2C4A-45D6-A671-DE00FECDF24F}"/>
                </a:ext>
              </a:extLst>
            </p:cNvPr>
            <p:cNvSpPr/>
            <p:nvPr/>
          </p:nvSpPr>
          <p:spPr>
            <a:xfrm rot="5400000">
              <a:off x="3986765" y="4600921"/>
              <a:ext cx="191430" cy="3434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0797D99F-788E-4811-82B9-98326731ACC8}"/>
                    </a:ext>
                  </a:extLst>
                </p:cNvPr>
                <p:cNvSpPr txBox="1"/>
                <p:nvPr/>
              </p:nvSpPr>
              <p:spPr>
                <a:xfrm>
                  <a:off x="3071585" y="4329282"/>
                  <a:ext cx="20525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∙}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0797D99F-788E-4811-82B9-98326731AC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1585" y="4329282"/>
                  <a:ext cx="2052572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Flecha: hacia abajo 30">
              <a:extLst>
                <a:ext uri="{FF2B5EF4-FFF2-40B4-BE49-F238E27FC236}">
                  <a16:creationId xmlns:a16="http://schemas.microsoft.com/office/drawing/2014/main" id="{98748A07-27F9-40BB-907E-CF118ED5996A}"/>
                </a:ext>
              </a:extLst>
            </p:cNvPr>
            <p:cNvSpPr/>
            <p:nvPr/>
          </p:nvSpPr>
          <p:spPr>
            <a:xfrm rot="5400000" flipV="1">
              <a:off x="5601702" y="4564808"/>
              <a:ext cx="191430" cy="41562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036D66B7-C7DA-4D79-A682-04C2C4DAAEDF}"/>
                    </a:ext>
                  </a:extLst>
                </p:cNvPr>
                <p:cNvSpPr txBox="1"/>
                <p:nvPr/>
              </p:nvSpPr>
              <p:spPr>
                <a:xfrm>
                  <a:off x="5356213" y="4321322"/>
                  <a:ext cx="63448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L" sz="1600" i="1" smtClean="0">
                            <a:latin typeface="Cambria Math" panose="02040503050406030204" pitchFamily="18" charset="0"/>
                          </a:rPr>
                          <m:t>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s-CL" sz="1600" dirty="0"/>
                </a:p>
              </p:txBody>
            </p:sp>
          </mc:Choice>
          <mc:Fallback xmlns="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036D66B7-C7DA-4D79-A682-04C2C4DAAE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6213" y="4321322"/>
                  <a:ext cx="634481" cy="338554"/>
                </a:xfrm>
                <a:prstGeom prst="rect">
                  <a:avLst/>
                </a:prstGeom>
                <a:blipFill>
                  <a:blip r:embed="rId10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Flecha: hacia abajo 32">
              <a:extLst>
                <a:ext uri="{FF2B5EF4-FFF2-40B4-BE49-F238E27FC236}">
                  <a16:creationId xmlns:a16="http://schemas.microsoft.com/office/drawing/2014/main" id="{F83A1F0F-517A-488D-80BE-01EE8F63830A}"/>
                </a:ext>
              </a:extLst>
            </p:cNvPr>
            <p:cNvSpPr/>
            <p:nvPr/>
          </p:nvSpPr>
          <p:spPr>
            <a:xfrm>
              <a:off x="4691586" y="3774884"/>
              <a:ext cx="275146" cy="55439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20ECFEB2-36C4-496D-AA66-3D3738A39865}"/>
                </a:ext>
              </a:extLst>
            </p:cNvPr>
            <p:cNvSpPr txBox="1"/>
            <p:nvPr/>
          </p:nvSpPr>
          <p:spPr>
            <a:xfrm>
              <a:off x="3954222" y="3055023"/>
              <a:ext cx="168486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EOM</a:t>
              </a:r>
            </a:p>
            <a:p>
              <a:pPr algn="ctr"/>
              <a:r>
                <a:rPr lang="en-US" sz="1400" dirty="0"/>
                <a:t>Coord. </a:t>
              </a:r>
              <a:r>
                <a:rPr lang="en-US" sz="1400" dirty="0" err="1"/>
                <a:t>Físicas</a:t>
              </a:r>
              <a:endParaRPr lang="en-US" sz="1400" dirty="0"/>
            </a:p>
            <a:p>
              <a:pPr algn="ctr"/>
              <a:r>
                <a:rPr lang="en-US" sz="1400" dirty="0"/>
                <a:t>(dom. </a:t>
              </a:r>
              <a:r>
                <a:rPr lang="en-US" sz="1400" dirty="0" err="1">
                  <a:solidFill>
                    <a:srgbClr val="FF66FF"/>
                  </a:solidFill>
                </a:rPr>
                <a:t>Tiempo</a:t>
              </a:r>
              <a:r>
                <a:rPr lang="en-US" sz="1400" dirty="0"/>
                <a:t>)</a:t>
              </a:r>
              <a:endParaRPr lang="es-CL" sz="1400" dirty="0"/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D3AE167F-0333-4F46-992D-979EEEDDB046}"/>
                </a:ext>
              </a:extLst>
            </p:cNvPr>
            <p:cNvSpPr txBox="1"/>
            <p:nvPr/>
          </p:nvSpPr>
          <p:spPr>
            <a:xfrm>
              <a:off x="4783668" y="3876131"/>
              <a:ext cx="11215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/>
                <a:t>Integración</a:t>
              </a:r>
              <a:endParaRPr lang="es-CL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129765B3-7B89-4D80-AD42-E304B68A5AFD}"/>
                    </a:ext>
                  </a:extLst>
                </p:cNvPr>
                <p:cNvSpPr txBox="1"/>
                <p:nvPr/>
              </p:nvSpPr>
              <p:spPr>
                <a:xfrm>
                  <a:off x="5709494" y="3381038"/>
                  <a:ext cx="63448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L" sz="1600" i="1" smtClean="0">
                            <a:latin typeface="Cambria Math" panose="02040503050406030204" pitchFamily="18" charset="0"/>
                          </a:rPr>
                          <m:t>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s-CL" sz="1600" dirty="0"/>
                </a:p>
              </p:txBody>
            </p:sp>
          </mc:Choice>
          <mc:Fallback xmlns="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129765B3-7B89-4D80-AD42-E304B68A5A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9494" y="3381038"/>
                  <a:ext cx="634481" cy="338554"/>
                </a:xfrm>
                <a:prstGeom prst="rect">
                  <a:avLst/>
                </a:prstGeom>
                <a:blipFill>
                  <a:blip r:embed="rId11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5D1A7A1D-4099-4866-8C92-BBD44E1BF1B2}"/>
                </a:ext>
              </a:extLst>
            </p:cNvPr>
            <p:cNvSpPr txBox="1"/>
            <p:nvPr/>
          </p:nvSpPr>
          <p:spPr>
            <a:xfrm rot="1069528">
              <a:off x="5665899" y="2574173"/>
              <a:ext cx="13968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State-space</a:t>
              </a:r>
              <a:endParaRPr lang="es-CL" sz="1600" dirty="0"/>
            </a:p>
          </p:txBody>
        </p:sp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116DD731-0876-4077-BE4F-58D66B98C5CF}"/>
                </a:ext>
              </a:extLst>
            </p:cNvPr>
            <p:cNvGrpSpPr/>
            <p:nvPr/>
          </p:nvGrpSpPr>
          <p:grpSpPr>
            <a:xfrm>
              <a:off x="6922637" y="2863839"/>
              <a:ext cx="1005004" cy="678591"/>
              <a:chOff x="2485480" y="490229"/>
              <a:chExt cx="1005004" cy="67859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Rectángulo: esquinas redondeadas 37">
                    <a:extLst>
                      <a:ext uri="{FF2B5EF4-FFF2-40B4-BE49-F238E27FC236}">
                        <a16:creationId xmlns:a16="http://schemas.microsoft.com/office/drawing/2014/main" id="{37AE94D1-99A5-450D-9FA3-D72A81629D68}"/>
                      </a:ext>
                    </a:extLst>
                  </p:cNvPr>
                  <p:cNvSpPr/>
                  <p:nvPr/>
                </p:nvSpPr>
                <p:spPr>
                  <a:xfrm>
                    <a:off x="2485480" y="490229"/>
                    <a:ext cx="1005004" cy="678591"/>
                  </a:xfrm>
                  <a:prstGeom prst="roundRect">
                    <a:avLst/>
                  </a:prstGeom>
                  <a:ln w="28575">
                    <a:solidFill>
                      <a:schemeClr val="accent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Rectángulo: esquinas redondeadas 37">
                    <a:extLst>
                      <a:ext uri="{FF2B5EF4-FFF2-40B4-BE49-F238E27FC236}">
                        <a16:creationId xmlns:a16="http://schemas.microsoft.com/office/drawing/2014/main" id="{37AE94D1-99A5-450D-9FA3-D72A81629D6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5480" y="490229"/>
                    <a:ext cx="1005004" cy="678591"/>
                  </a:xfrm>
                  <a:prstGeom prst="round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28575"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Conector recto 38">
                <a:extLst>
                  <a:ext uri="{FF2B5EF4-FFF2-40B4-BE49-F238E27FC236}">
                    <a16:creationId xmlns:a16="http://schemas.microsoft.com/office/drawing/2014/main" id="{88CB4855-888B-4385-B358-97D3053B64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6179" y="642577"/>
                <a:ext cx="0" cy="40541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ector recto 39">
                <a:extLst>
                  <a:ext uri="{FF2B5EF4-FFF2-40B4-BE49-F238E27FC236}">
                    <a16:creationId xmlns:a16="http://schemas.microsoft.com/office/drawing/2014/main" id="{E4FE8816-F2E4-44A8-8310-89198BB8A4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51612" y="845286"/>
                <a:ext cx="616679" cy="61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Flecha: hacia abajo 42">
              <a:extLst>
                <a:ext uri="{FF2B5EF4-FFF2-40B4-BE49-F238E27FC236}">
                  <a16:creationId xmlns:a16="http://schemas.microsoft.com/office/drawing/2014/main" id="{F20FE1E4-1076-4289-A99F-461D48E07340}"/>
                </a:ext>
              </a:extLst>
            </p:cNvPr>
            <p:cNvSpPr/>
            <p:nvPr/>
          </p:nvSpPr>
          <p:spPr>
            <a:xfrm rot="12080011" flipV="1">
              <a:off x="7143940" y="3998466"/>
              <a:ext cx="214119" cy="40910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68256A1F-5FBD-492D-8C19-DE1CF3E473B3}"/>
                    </a:ext>
                  </a:extLst>
                </p:cNvPr>
                <p:cNvSpPr txBox="1"/>
                <p:nvPr/>
              </p:nvSpPr>
              <p:spPr>
                <a:xfrm>
                  <a:off x="6632474" y="3952477"/>
                  <a:ext cx="63448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L" sz="1600" i="1" smtClean="0">
                            <a:latin typeface="Cambria Math" panose="02040503050406030204" pitchFamily="18" charset="0"/>
                          </a:rPr>
                          <m:t>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s-CL" sz="1600" dirty="0"/>
                </a:p>
              </p:txBody>
            </p:sp>
          </mc:Choice>
          <mc:Fallback xmlns="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68256A1F-5FBD-492D-8C19-DE1CF3E47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2474" y="3952477"/>
                  <a:ext cx="634481" cy="338554"/>
                </a:xfrm>
                <a:prstGeom prst="rect">
                  <a:avLst/>
                </a:prstGeom>
                <a:blipFill>
                  <a:blip r:embed="rId13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EB11244B-AE78-4094-8ACC-AC17A656F52D}"/>
                </a:ext>
              </a:extLst>
            </p:cNvPr>
            <p:cNvSpPr txBox="1"/>
            <p:nvPr/>
          </p:nvSpPr>
          <p:spPr>
            <a:xfrm>
              <a:off x="6668970" y="3493663"/>
              <a:ext cx="16848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State-space</a:t>
              </a:r>
            </a:p>
            <a:p>
              <a:pPr algn="ctr"/>
              <a:r>
                <a:rPr lang="en-US" sz="1400" dirty="0"/>
                <a:t>Dom. </a:t>
              </a:r>
              <a:r>
                <a:rPr lang="en-US" sz="1400" dirty="0" err="1">
                  <a:solidFill>
                    <a:srgbClr val="FF66FF"/>
                  </a:solidFill>
                </a:rPr>
                <a:t>Tiempo</a:t>
              </a:r>
              <a:r>
                <a:rPr lang="en-US" sz="1400" dirty="0"/>
                <a:t> </a:t>
              </a:r>
              <a:endParaRPr lang="es-CL" sz="1400" dirty="0"/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845C8E99-0875-4A2D-8217-04E9F732C2D2}"/>
                </a:ext>
              </a:extLst>
            </p:cNvPr>
            <p:cNvSpPr txBox="1"/>
            <p:nvPr/>
          </p:nvSpPr>
          <p:spPr>
            <a:xfrm>
              <a:off x="5604986" y="5138943"/>
              <a:ext cx="19137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/>
                <a:t>Función</a:t>
              </a:r>
              <a:r>
                <a:rPr lang="en-US" sz="1400" dirty="0"/>
                <a:t> </a:t>
              </a:r>
              <a:r>
                <a:rPr lang="en-US" sz="1400" dirty="0" err="1"/>
                <a:t>transferencia</a:t>
              </a:r>
              <a:endParaRPr lang="en-US" sz="1400" dirty="0"/>
            </a:p>
            <a:p>
              <a:pPr algn="ctr"/>
              <a:r>
                <a:rPr lang="en-US" sz="1400" dirty="0"/>
                <a:t>(dom. </a:t>
              </a:r>
              <a:r>
                <a:rPr lang="en-US" sz="1400" dirty="0" err="1">
                  <a:solidFill>
                    <a:schemeClr val="accent6"/>
                  </a:solidFill>
                </a:rPr>
                <a:t>Complejo</a:t>
              </a:r>
              <a:r>
                <a:rPr lang="en-US" sz="1400" dirty="0"/>
                <a:t>)</a:t>
              </a:r>
              <a:endParaRPr lang="es-CL" sz="1400" dirty="0"/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DB1F6862-4D81-418E-8A2F-D9481F7A750A}"/>
                </a:ext>
              </a:extLst>
            </p:cNvPr>
            <p:cNvSpPr txBox="1"/>
            <p:nvPr/>
          </p:nvSpPr>
          <p:spPr>
            <a:xfrm>
              <a:off x="3910780" y="5138619"/>
              <a:ext cx="191373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/>
                <a:t>Función</a:t>
              </a:r>
              <a:r>
                <a:rPr lang="en-US" sz="1400" dirty="0"/>
                <a:t> </a:t>
              </a:r>
              <a:r>
                <a:rPr lang="en-US" sz="1400" dirty="0" err="1"/>
                <a:t>respuesta</a:t>
              </a:r>
              <a:r>
                <a:rPr lang="en-US" sz="1400" dirty="0"/>
                <a:t> </a:t>
              </a:r>
              <a:r>
                <a:rPr lang="en-US" sz="1400" dirty="0" err="1"/>
                <a:t>impulso</a:t>
              </a:r>
              <a:endParaRPr lang="en-US" sz="1400" dirty="0"/>
            </a:p>
            <a:p>
              <a:pPr algn="ctr"/>
              <a:r>
                <a:rPr lang="en-US" sz="1400" dirty="0"/>
                <a:t>(dom. </a:t>
              </a:r>
              <a:r>
                <a:rPr lang="en-US" sz="1400" dirty="0" err="1">
                  <a:solidFill>
                    <a:srgbClr val="FF66FF"/>
                  </a:solidFill>
                </a:rPr>
                <a:t>Tiempo</a:t>
              </a:r>
              <a:r>
                <a:rPr lang="en-US" sz="1400" dirty="0"/>
                <a:t>)</a:t>
              </a:r>
              <a:endParaRPr lang="es-CL" sz="1400" dirty="0"/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779F42AA-6FA8-4855-B526-64EAB59288D5}"/>
                </a:ext>
              </a:extLst>
            </p:cNvPr>
            <p:cNvSpPr txBox="1"/>
            <p:nvPr/>
          </p:nvSpPr>
          <p:spPr>
            <a:xfrm>
              <a:off x="2259059" y="5138943"/>
              <a:ext cx="191373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/>
                <a:t>Función</a:t>
              </a:r>
              <a:r>
                <a:rPr lang="en-US" sz="1400" dirty="0"/>
                <a:t> de Resp. </a:t>
              </a:r>
              <a:r>
                <a:rPr lang="en-US" sz="1400" dirty="0" err="1"/>
                <a:t>en</a:t>
              </a:r>
              <a:r>
                <a:rPr lang="en-US" sz="1400" dirty="0"/>
                <a:t> </a:t>
              </a:r>
              <a:r>
                <a:rPr lang="en-US" sz="1400" dirty="0" err="1"/>
                <a:t>Frecuencia</a:t>
              </a:r>
              <a:r>
                <a:rPr lang="en-US" sz="1400" dirty="0"/>
                <a:t> (FRF)</a:t>
              </a:r>
            </a:p>
            <a:p>
              <a:pPr algn="ctr"/>
              <a:r>
                <a:rPr lang="en-US" sz="1400" dirty="0"/>
                <a:t>(dom. </a:t>
              </a:r>
              <a:r>
                <a:rPr lang="en-US" sz="1400" dirty="0" err="1">
                  <a:solidFill>
                    <a:schemeClr val="accent2"/>
                  </a:solidFill>
                </a:rPr>
                <a:t>Frecuencia</a:t>
              </a:r>
              <a:r>
                <a:rPr lang="en-US" sz="1400" dirty="0"/>
                <a:t>)</a:t>
              </a:r>
              <a:endParaRPr lang="es-CL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6D4AD59D-4B60-4312-8F9A-7688450657F5}"/>
                    </a:ext>
                  </a:extLst>
                </p:cNvPr>
                <p:cNvSpPr txBox="1"/>
                <p:nvPr/>
              </p:nvSpPr>
              <p:spPr>
                <a:xfrm>
                  <a:off x="6423300" y="2232046"/>
                  <a:ext cx="2052572" cy="6337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/>
                    <a:t>Cond. </a:t>
                  </a:r>
                  <a:r>
                    <a:rPr lang="en-US" sz="1200" dirty="0" err="1"/>
                    <a:t>Inicial</a:t>
                  </a:r>
                  <a:r>
                    <a:rPr lang="en-US" sz="1200" dirty="0"/>
                    <a:t>: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(0)</m:t>
                                  </m:r>
                                </m:e>
                              </m:mr>
                              <m:m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acc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(0)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L" sz="1200" dirty="0"/>
                </a:p>
              </p:txBody>
            </p:sp>
          </mc:Choice>
          <mc:Fallback xmlns="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6D4AD59D-4B60-4312-8F9A-7688450657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3300" y="2232046"/>
                  <a:ext cx="2052572" cy="633763"/>
                </a:xfrm>
                <a:prstGeom prst="rect">
                  <a:avLst/>
                </a:prstGeom>
                <a:blipFill>
                  <a:blip r:embed="rId14"/>
                  <a:stretch>
                    <a:fillRect b="-3846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ángulo: esquinas redondeadas 49">
                  <a:extLst>
                    <a:ext uri="{FF2B5EF4-FFF2-40B4-BE49-F238E27FC236}">
                      <a16:creationId xmlns:a16="http://schemas.microsoft.com/office/drawing/2014/main" id="{218B286F-AE41-4752-AE4C-B3B7419A2B8C}"/>
                    </a:ext>
                  </a:extLst>
                </p:cNvPr>
                <p:cNvSpPr/>
                <p:nvPr/>
              </p:nvSpPr>
              <p:spPr>
                <a:xfrm>
                  <a:off x="6286618" y="1062006"/>
                  <a:ext cx="1518926" cy="603992"/>
                </a:xfrm>
                <a:prstGeom prst="roundRect">
                  <a:avLst/>
                </a:prstGeom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s-CL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0" name="Rectángulo: esquinas redondeadas 49">
                  <a:extLst>
                    <a:ext uri="{FF2B5EF4-FFF2-40B4-BE49-F238E27FC236}">
                      <a16:creationId xmlns:a16="http://schemas.microsoft.com/office/drawing/2014/main" id="{218B286F-AE41-4752-AE4C-B3B7419A2B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618" y="1062006"/>
                  <a:ext cx="1518926" cy="603992"/>
                </a:xfrm>
                <a:prstGeom prst="round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28575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01FA85EF-C119-4AA1-BB8B-959A06FF38E0}"/>
                </a:ext>
              </a:extLst>
            </p:cNvPr>
            <p:cNvSpPr txBox="1"/>
            <p:nvPr/>
          </p:nvSpPr>
          <p:spPr>
            <a:xfrm>
              <a:off x="5990694" y="1657699"/>
              <a:ext cx="24851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EOM </a:t>
              </a:r>
              <a:r>
                <a:rPr lang="en-US" sz="1400" dirty="0" err="1"/>
                <a:t>coordenadas</a:t>
              </a:r>
              <a:r>
                <a:rPr lang="en-US" sz="1400" dirty="0"/>
                <a:t> </a:t>
              </a:r>
              <a:r>
                <a:rPr lang="en-US" sz="1400" dirty="0" err="1"/>
                <a:t>modales</a:t>
              </a:r>
              <a:endParaRPr lang="en-US" sz="1400" dirty="0"/>
            </a:p>
            <a:p>
              <a:pPr algn="ctr"/>
              <a:r>
                <a:rPr lang="en-US" sz="1400" dirty="0"/>
                <a:t>(dom. </a:t>
              </a:r>
              <a:r>
                <a:rPr lang="en-US" sz="1400" dirty="0" err="1">
                  <a:solidFill>
                    <a:srgbClr val="FF66FF"/>
                  </a:solidFill>
                </a:rPr>
                <a:t>Tiempo</a:t>
              </a:r>
              <a:r>
                <a:rPr lang="en-US" sz="1400" dirty="0"/>
                <a:t>)</a:t>
              </a:r>
              <a:endParaRPr lang="es-CL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46973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o 90">
            <a:extLst>
              <a:ext uri="{FF2B5EF4-FFF2-40B4-BE49-F238E27FC236}">
                <a16:creationId xmlns:a16="http://schemas.microsoft.com/office/drawing/2014/main" id="{3088E408-3611-4C28-A0BB-D485E2ABD85C}"/>
              </a:ext>
            </a:extLst>
          </p:cNvPr>
          <p:cNvGrpSpPr/>
          <p:nvPr/>
        </p:nvGrpSpPr>
        <p:grpSpPr>
          <a:xfrm>
            <a:off x="388746" y="394060"/>
            <a:ext cx="8759997" cy="3848260"/>
            <a:chOff x="388746" y="394060"/>
            <a:chExt cx="8759997" cy="38482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6A8134A7-B3BA-485E-8ABE-00495485C68F}"/>
                    </a:ext>
                  </a:extLst>
                </p:cNvPr>
                <p:cNvSpPr txBox="1"/>
                <p:nvPr/>
              </p:nvSpPr>
              <p:spPr>
                <a:xfrm>
                  <a:off x="982313" y="413748"/>
                  <a:ext cx="20154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6A8134A7-B3BA-485E-8ABE-00495485C6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313" y="413748"/>
                  <a:ext cx="2015476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B58A3B5F-CD8D-460C-A0FD-DC74A353632C}"/>
                    </a:ext>
                  </a:extLst>
                </p:cNvPr>
                <p:cNvSpPr txBox="1"/>
                <p:nvPr/>
              </p:nvSpPr>
              <p:spPr>
                <a:xfrm>
                  <a:off x="4044210" y="394060"/>
                  <a:ext cx="20517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𝒰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B58A3B5F-CD8D-460C-A0FD-DC74A35363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4210" y="394060"/>
                  <a:ext cx="2051790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ángulo: esquinas redondeadas 6">
                  <a:extLst>
                    <a:ext uri="{FF2B5EF4-FFF2-40B4-BE49-F238E27FC236}">
                      <a16:creationId xmlns:a16="http://schemas.microsoft.com/office/drawing/2014/main" id="{70853F88-D055-4B7A-9AC4-649F741BE75E}"/>
                    </a:ext>
                  </a:extLst>
                </p:cNvPr>
                <p:cNvSpPr/>
                <p:nvPr/>
              </p:nvSpPr>
              <p:spPr>
                <a:xfrm>
                  <a:off x="3039206" y="440225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Rectángulo: esquinas redondeadas 6">
                  <a:extLst>
                    <a:ext uri="{FF2B5EF4-FFF2-40B4-BE49-F238E27FC236}">
                      <a16:creationId xmlns:a16="http://schemas.microsoft.com/office/drawing/2014/main" id="{70853F88-D055-4B7A-9AC4-649F741BE7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9206" y="440225"/>
                  <a:ext cx="1005004" cy="685710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A0D53D68-7A56-46F8-8736-C784C8A34620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1816306" y="763392"/>
              <a:ext cx="12229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52E5F351-553F-493F-B7C2-18F91C449405}"/>
                </a:ext>
              </a:extLst>
            </p:cNvPr>
            <p:cNvCxnSpPr>
              <a:cxnSpLocks/>
            </p:cNvCxnSpPr>
            <p:nvPr/>
          </p:nvCxnSpPr>
          <p:spPr>
            <a:xfrm>
              <a:off x="4044210" y="763392"/>
              <a:ext cx="121779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84FC798A-7836-4ADA-8FC6-473321B8E87F}"/>
                </a:ext>
              </a:extLst>
            </p:cNvPr>
            <p:cNvSpPr txBox="1"/>
            <p:nvPr/>
          </p:nvSpPr>
          <p:spPr>
            <a:xfrm>
              <a:off x="2806799" y="1132724"/>
              <a:ext cx="15488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Sistema</a:t>
              </a:r>
              <a:endParaRPr lang="es-CL" dirty="0"/>
            </a:p>
          </p:txBody>
        </p: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E33A9E65-E795-4956-832F-3F88D88AE0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9188" y="2086360"/>
              <a:ext cx="0" cy="971967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D84F5269-6267-4E55-AB2B-62ECD8EB2AC5}"/>
                </a:ext>
              </a:extLst>
            </p:cNvPr>
            <p:cNvCxnSpPr>
              <a:cxnSpLocks/>
            </p:cNvCxnSpPr>
            <p:nvPr/>
          </p:nvCxnSpPr>
          <p:spPr>
            <a:xfrm>
              <a:off x="1098324" y="3058327"/>
              <a:ext cx="1972697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123669B0-DD0D-4B19-AF84-141E29ED1103}"/>
                    </a:ext>
                  </a:extLst>
                </p:cNvPr>
                <p:cNvSpPr txBox="1"/>
                <p:nvPr/>
              </p:nvSpPr>
              <p:spPr>
                <a:xfrm>
                  <a:off x="2995707" y="2831597"/>
                  <a:ext cx="392189" cy="327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123669B0-DD0D-4B19-AF84-141E29ED1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5707" y="2831597"/>
                  <a:ext cx="392189" cy="327332"/>
                </a:xfrm>
                <a:prstGeom prst="rect">
                  <a:avLst/>
                </a:prstGeom>
                <a:blipFill>
                  <a:blip r:embed="rId5"/>
                  <a:stretch>
                    <a:fillRect b="-188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0FFC89DA-AC14-4965-B5C0-079CE33AA32B}"/>
                    </a:ext>
                  </a:extLst>
                </p:cNvPr>
                <p:cNvSpPr txBox="1"/>
                <p:nvPr/>
              </p:nvSpPr>
              <p:spPr>
                <a:xfrm>
                  <a:off x="982313" y="2245012"/>
                  <a:ext cx="293714" cy="327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0FFC89DA-AC14-4965-B5C0-079CE33AA3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313" y="2245012"/>
                  <a:ext cx="293714" cy="327332"/>
                </a:xfrm>
                <a:prstGeom prst="rect">
                  <a:avLst/>
                </a:prstGeom>
                <a:blipFill>
                  <a:blip r:embed="rId6"/>
                  <a:stretch>
                    <a:fillRect r="-4167" b="-3704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4ECE51AA-B6CA-4717-B212-F38F5E6EE187}"/>
                    </a:ext>
                  </a:extLst>
                </p:cNvPr>
                <p:cNvSpPr txBox="1"/>
                <p:nvPr/>
              </p:nvSpPr>
              <p:spPr>
                <a:xfrm>
                  <a:off x="982313" y="1767309"/>
                  <a:ext cx="662896" cy="327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4ECE51AA-B6CA-4717-B212-F38F5E6EE1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313" y="1767309"/>
                  <a:ext cx="662896" cy="327332"/>
                </a:xfrm>
                <a:prstGeom prst="rect">
                  <a:avLst/>
                </a:prstGeom>
                <a:blipFill>
                  <a:blip r:embed="rId7"/>
                  <a:stretch>
                    <a:fillRect l="-4587" r="-1835" b="-25926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6563F2C7-8828-46A2-BDD1-8ECE555F47DB}"/>
                </a:ext>
              </a:extLst>
            </p:cNvPr>
            <p:cNvCxnSpPr>
              <a:cxnSpLocks/>
            </p:cNvCxnSpPr>
            <p:nvPr/>
          </p:nvCxnSpPr>
          <p:spPr>
            <a:xfrm>
              <a:off x="1246017" y="2408677"/>
              <a:ext cx="10634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A637D322-2AAC-4457-94E8-3ADB665D930C}"/>
                </a:ext>
              </a:extLst>
            </p:cNvPr>
            <p:cNvCxnSpPr>
              <a:cxnSpLocks/>
            </p:cNvCxnSpPr>
            <p:nvPr/>
          </p:nvCxnSpPr>
          <p:spPr>
            <a:xfrm>
              <a:off x="1352359" y="2408677"/>
              <a:ext cx="1584430" cy="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C60EB695-0F3A-4A7F-B010-1F38EF3475B5}"/>
                </a:ext>
              </a:extLst>
            </p:cNvPr>
            <p:cNvCxnSpPr>
              <a:cxnSpLocks/>
            </p:cNvCxnSpPr>
            <p:nvPr/>
          </p:nvCxnSpPr>
          <p:spPr>
            <a:xfrm>
              <a:off x="388746" y="3058327"/>
              <a:ext cx="910442" cy="0"/>
            </a:xfrm>
            <a:prstGeom prst="line">
              <a:avLst/>
            </a:prstGeom>
            <a:ln w="28575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391167E4-EC4D-45C8-8668-D078B1BDF9DA}"/>
                </a:ext>
              </a:extLst>
            </p:cNvPr>
            <p:cNvSpPr/>
            <p:nvPr/>
          </p:nvSpPr>
          <p:spPr>
            <a:xfrm>
              <a:off x="1258012" y="2363539"/>
              <a:ext cx="82352" cy="90277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DA0BC4F0-3122-43F8-BC25-CDF88D8D2C39}"/>
                </a:ext>
              </a:extLst>
            </p:cNvPr>
            <p:cNvSpPr/>
            <p:nvPr/>
          </p:nvSpPr>
          <p:spPr>
            <a:xfrm>
              <a:off x="1259281" y="3013189"/>
              <a:ext cx="82352" cy="902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D72A659E-5801-4162-8FA4-F1522ECF309C}"/>
                </a:ext>
              </a:extLst>
            </p:cNvPr>
            <p:cNvSpPr txBox="1"/>
            <p:nvPr/>
          </p:nvSpPr>
          <p:spPr>
            <a:xfrm>
              <a:off x="1491577" y="2131194"/>
              <a:ext cx="1265417" cy="300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accent2"/>
                  </a:solidFill>
                </a:rPr>
                <a:t>“step”</a:t>
              </a:r>
              <a:endParaRPr lang="es-CL" sz="1600" dirty="0">
                <a:solidFill>
                  <a:schemeClr val="accent2"/>
                </a:solidFill>
              </a:endParaRPr>
            </a:p>
          </p:txBody>
        </p: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333D2C9F-915C-41C8-973C-7F62BB9FC5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44729" y="1430657"/>
              <a:ext cx="0" cy="1715708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A2E66269-6B33-4E20-89C0-05CE12D3E1BB}"/>
                </a:ext>
              </a:extLst>
            </p:cNvPr>
            <p:cNvCxnSpPr>
              <a:cxnSpLocks/>
            </p:cNvCxnSpPr>
            <p:nvPr/>
          </p:nvCxnSpPr>
          <p:spPr>
            <a:xfrm>
              <a:off x="4335014" y="3146365"/>
              <a:ext cx="402383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8BFE461A-B594-42BB-AF81-79DDB2721EF6}"/>
                    </a:ext>
                  </a:extLst>
                </p:cNvPr>
                <p:cNvSpPr txBox="1"/>
                <p:nvPr/>
              </p:nvSpPr>
              <p:spPr>
                <a:xfrm>
                  <a:off x="4068654" y="1071169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8BFE461A-B594-42BB-AF81-79DDB2721E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8654" y="1071169"/>
                  <a:ext cx="1352150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576C10AE-9675-4162-BE24-CAF6A21C839A}"/>
                    </a:ext>
                  </a:extLst>
                </p:cNvPr>
                <p:cNvSpPr txBox="1"/>
                <p:nvPr/>
              </p:nvSpPr>
              <p:spPr>
                <a:xfrm>
                  <a:off x="8355707" y="2919175"/>
                  <a:ext cx="392189" cy="368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576C10AE-9675-4162-BE24-CAF6A21C83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5707" y="2919175"/>
                  <a:ext cx="392189" cy="36858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7AC6273F-3637-4950-9404-25EBEADF7038}"/>
                </a:ext>
              </a:extLst>
            </p:cNvPr>
            <p:cNvCxnSpPr/>
            <p:nvPr/>
          </p:nvCxnSpPr>
          <p:spPr>
            <a:xfrm>
              <a:off x="4756724" y="2131194"/>
              <a:ext cx="3392371" cy="0"/>
            </a:xfrm>
            <a:prstGeom prst="line">
              <a:avLst/>
            </a:prstGeom>
            <a:ln w="9525">
              <a:solidFill>
                <a:srgbClr val="CC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0E20D76C-F4DE-460D-B536-AEDF3F2D7BE4}"/>
                    </a:ext>
                  </a:extLst>
                </p:cNvPr>
                <p:cNvSpPr txBox="1"/>
                <p:nvPr/>
              </p:nvSpPr>
              <p:spPr>
                <a:xfrm>
                  <a:off x="4474317" y="1946528"/>
                  <a:ext cx="2292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CC66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L" dirty="0">
                    <a:solidFill>
                      <a:srgbClr val="CC660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0E20D76C-F4DE-460D-B536-AEDF3F2D7B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4317" y="1946528"/>
                  <a:ext cx="229234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2894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6EC85618-11CD-4FFC-B733-6C55FE4D6E46}"/>
                </a:ext>
              </a:extLst>
            </p:cNvPr>
            <p:cNvCxnSpPr/>
            <p:nvPr/>
          </p:nvCxnSpPr>
          <p:spPr>
            <a:xfrm>
              <a:off x="4744729" y="2018104"/>
              <a:ext cx="3392371" cy="0"/>
            </a:xfrm>
            <a:prstGeom prst="line">
              <a:avLst/>
            </a:prstGeom>
            <a:ln w="12700">
              <a:solidFill>
                <a:srgbClr val="CC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87CF0CBE-FC7C-4A57-85F5-A6CB0EB4E06C}"/>
                </a:ext>
              </a:extLst>
            </p:cNvPr>
            <p:cNvCxnSpPr/>
            <p:nvPr/>
          </p:nvCxnSpPr>
          <p:spPr>
            <a:xfrm>
              <a:off x="4751272" y="2245012"/>
              <a:ext cx="3392371" cy="0"/>
            </a:xfrm>
            <a:prstGeom prst="line">
              <a:avLst/>
            </a:prstGeom>
            <a:ln w="12700">
              <a:solidFill>
                <a:srgbClr val="CC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464228BA-58B0-459A-928D-2E18629020B8}"/>
                    </a:ext>
                  </a:extLst>
                </p:cNvPr>
                <p:cNvSpPr txBox="1"/>
                <p:nvPr/>
              </p:nvSpPr>
              <p:spPr>
                <a:xfrm>
                  <a:off x="4478368" y="3085207"/>
                  <a:ext cx="2292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464228BA-58B0-459A-928D-2E18629020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8368" y="3085207"/>
                  <a:ext cx="229234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3243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CuadroTexto 41">
                  <a:extLst>
                    <a:ext uri="{FF2B5EF4-FFF2-40B4-BE49-F238E27FC236}">
                      <a16:creationId xmlns:a16="http://schemas.microsoft.com/office/drawing/2014/main" id="{64F25837-AC25-448A-88EF-9226087AC0ED}"/>
                    </a:ext>
                  </a:extLst>
                </p:cNvPr>
                <p:cNvSpPr txBox="1"/>
                <p:nvPr/>
              </p:nvSpPr>
              <p:spPr>
                <a:xfrm>
                  <a:off x="8075653" y="1830478"/>
                  <a:ext cx="2292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101%</m:t>
                        </m:r>
                      </m:oMath>
                    </m:oMathPara>
                  </a14:m>
                  <a:endParaRPr lang="es-CL" sz="1400" dirty="0">
                    <a:solidFill>
                      <a:srgbClr val="CC00FF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CuadroTexto 41">
                  <a:extLst>
                    <a:ext uri="{FF2B5EF4-FFF2-40B4-BE49-F238E27FC236}">
                      <a16:creationId xmlns:a16="http://schemas.microsoft.com/office/drawing/2014/main" id="{64F25837-AC25-448A-88EF-9226087AC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5653" y="1830478"/>
                  <a:ext cx="229234" cy="307777"/>
                </a:xfrm>
                <a:prstGeom prst="rect">
                  <a:avLst/>
                </a:prstGeom>
                <a:blipFill>
                  <a:blip r:embed="rId12"/>
                  <a:stretch>
                    <a:fillRect r="-167568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DA7D9623-3FDE-4A8B-B74D-EF58790C3A35}"/>
                    </a:ext>
                  </a:extLst>
                </p:cNvPr>
                <p:cNvSpPr txBox="1"/>
                <p:nvPr/>
              </p:nvSpPr>
              <p:spPr>
                <a:xfrm>
                  <a:off x="8106922" y="2084117"/>
                  <a:ext cx="2292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sz="14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9%</m:t>
                        </m:r>
                      </m:oMath>
                    </m:oMathPara>
                  </a14:m>
                  <a:endParaRPr lang="es-CL" sz="1400" i="1" dirty="0">
                    <a:solidFill>
                      <a:srgbClr val="CC00FF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DA7D9623-3FDE-4A8B-B74D-EF58790C3A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6922" y="2084117"/>
                  <a:ext cx="229234" cy="307777"/>
                </a:xfrm>
                <a:prstGeom prst="rect">
                  <a:avLst/>
                </a:prstGeom>
                <a:blipFill>
                  <a:blip r:embed="rId13"/>
                  <a:stretch>
                    <a:fillRect r="-124324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56FB56F6-4C42-4165-9911-0199973A8FA9}"/>
                </a:ext>
              </a:extLst>
            </p:cNvPr>
            <p:cNvCxnSpPr/>
            <p:nvPr/>
          </p:nvCxnSpPr>
          <p:spPr>
            <a:xfrm flipV="1">
              <a:off x="7163734" y="1400851"/>
              <a:ext cx="0" cy="176074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B6094259-67ED-40AF-AE18-9DC3CE78CDDF}"/>
                    </a:ext>
                  </a:extLst>
                </p:cNvPr>
                <p:cNvSpPr txBox="1"/>
                <p:nvPr/>
              </p:nvSpPr>
              <p:spPr>
                <a:xfrm>
                  <a:off x="7009196" y="3165141"/>
                  <a:ext cx="2292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B6094259-67ED-40AF-AE18-9DC3CE78CD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9196" y="3165141"/>
                  <a:ext cx="229234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3513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F4BE8995-052C-4329-AEE6-7DE55A77E8A0}"/>
                    </a:ext>
                  </a:extLst>
                </p:cNvPr>
                <p:cNvSpPr txBox="1"/>
                <p:nvPr/>
              </p:nvSpPr>
              <p:spPr>
                <a:xfrm>
                  <a:off x="4902523" y="3193755"/>
                  <a:ext cx="22923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F4BE8995-052C-4329-AEE6-7DE55A77E8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2523" y="3193755"/>
                  <a:ext cx="229234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3684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7D7C1824-2152-4BAC-85B3-12B359400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7331" y="2358830"/>
              <a:ext cx="4675" cy="80009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A731EAD4-46F8-4C20-B0C2-DF812859B73F}"/>
                    </a:ext>
                  </a:extLst>
                </p:cNvPr>
                <p:cNvSpPr txBox="1"/>
                <p:nvPr/>
              </p:nvSpPr>
              <p:spPr>
                <a:xfrm>
                  <a:off x="4265738" y="2232076"/>
                  <a:ext cx="2292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0%</m:t>
                        </m:r>
                      </m:oMath>
                    </m:oMathPara>
                  </a14:m>
                  <a:endParaRPr lang="es-CL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A731EAD4-46F8-4C20-B0C2-DF812859B7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5738" y="2232076"/>
                  <a:ext cx="229234" cy="307777"/>
                </a:xfrm>
                <a:prstGeom prst="rect">
                  <a:avLst/>
                </a:prstGeom>
                <a:blipFill>
                  <a:blip r:embed="rId16"/>
                  <a:stretch>
                    <a:fillRect r="-124324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09F0840-C0F8-4FC8-B0D0-E15AE6284A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4729" y="2363539"/>
              <a:ext cx="506059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6156E80E-7436-46EF-AA04-6852B6C928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81683" y="2995263"/>
              <a:ext cx="0" cy="14227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98647246-B7B8-48B5-8AEE-FEF262E3BB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1272" y="3013189"/>
              <a:ext cx="142387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4546AFFF-1574-4448-BDFD-59409BB78351}"/>
                    </a:ext>
                  </a:extLst>
                </p:cNvPr>
                <p:cNvSpPr txBox="1"/>
                <p:nvPr/>
              </p:nvSpPr>
              <p:spPr>
                <a:xfrm>
                  <a:off x="4283447" y="2811722"/>
                  <a:ext cx="2292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10%</m:t>
                        </m:r>
                      </m:oMath>
                    </m:oMathPara>
                  </a14:m>
                  <a:endParaRPr lang="es-CL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4546AFFF-1574-4448-BDFD-59409BB783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3447" y="2811722"/>
                  <a:ext cx="229234" cy="307777"/>
                </a:xfrm>
                <a:prstGeom prst="rect">
                  <a:avLst/>
                </a:prstGeom>
                <a:blipFill>
                  <a:blip r:embed="rId17"/>
                  <a:stretch>
                    <a:fillRect r="-124324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Cerrar llave 63">
              <a:extLst>
                <a:ext uri="{FF2B5EF4-FFF2-40B4-BE49-F238E27FC236}">
                  <a16:creationId xmlns:a16="http://schemas.microsoft.com/office/drawing/2014/main" id="{95865E69-5E91-4331-ACE6-0385D667E5DC}"/>
                </a:ext>
              </a:extLst>
            </p:cNvPr>
            <p:cNvSpPr/>
            <p:nvPr/>
          </p:nvSpPr>
          <p:spPr>
            <a:xfrm rot="5400000">
              <a:off x="5033859" y="3047275"/>
              <a:ext cx="100277" cy="380679"/>
            </a:xfrm>
            <a:prstGeom prst="rightBrac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5" name="Forma libre: forma 64">
              <a:extLst>
                <a:ext uri="{FF2B5EF4-FFF2-40B4-BE49-F238E27FC236}">
                  <a16:creationId xmlns:a16="http://schemas.microsoft.com/office/drawing/2014/main" id="{9DF50848-9201-4D92-A5C4-2124A9000B97}"/>
                </a:ext>
              </a:extLst>
            </p:cNvPr>
            <p:cNvSpPr/>
            <p:nvPr/>
          </p:nvSpPr>
          <p:spPr>
            <a:xfrm>
              <a:off x="4734685" y="1435708"/>
              <a:ext cx="3141497" cy="1705789"/>
            </a:xfrm>
            <a:custGeom>
              <a:avLst/>
              <a:gdLst>
                <a:gd name="connsiteX0" fmla="*/ 0 w 3141497"/>
                <a:gd name="connsiteY0" fmla="*/ 1705789 h 1705789"/>
                <a:gd name="connsiteX1" fmla="*/ 100976 w 3141497"/>
                <a:gd name="connsiteY1" fmla="*/ 1649691 h 1705789"/>
                <a:gd name="connsiteX2" fmla="*/ 151465 w 3141497"/>
                <a:gd name="connsiteY2" fmla="*/ 1576763 h 1705789"/>
                <a:gd name="connsiteX3" fmla="*/ 521713 w 3141497"/>
                <a:gd name="connsiteY3" fmla="*/ 942854 h 1705789"/>
                <a:gd name="connsiteX4" fmla="*/ 768544 w 3141497"/>
                <a:gd name="connsiteY4" fmla="*/ 405 h 1705789"/>
                <a:gd name="connsiteX5" fmla="*/ 1077084 w 3141497"/>
                <a:gd name="connsiteY5" fmla="*/ 1060660 h 1705789"/>
                <a:gd name="connsiteX6" fmla="*/ 1307087 w 3141497"/>
                <a:gd name="connsiteY6" fmla="*/ 404312 h 1705789"/>
                <a:gd name="connsiteX7" fmla="*/ 1553919 w 3141497"/>
                <a:gd name="connsiteY7" fmla="*/ 937244 h 1705789"/>
                <a:gd name="connsiteX8" fmla="*/ 1783921 w 3141497"/>
                <a:gd name="connsiteY8" fmla="*/ 477239 h 1705789"/>
                <a:gd name="connsiteX9" fmla="*/ 1997094 w 3141497"/>
                <a:gd name="connsiteY9" fmla="*/ 858707 h 1705789"/>
                <a:gd name="connsiteX10" fmla="*/ 2210267 w 3141497"/>
                <a:gd name="connsiteY10" fmla="*/ 566996 h 1705789"/>
                <a:gd name="connsiteX11" fmla="*/ 2417830 w 3141497"/>
                <a:gd name="connsiteY11" fmla="*/ 796999 h 1705789"/>
                <a:gd name="connsiteX12" fmla="*/ 2563686 w 3141497"/>
                <a:gd name="connsiteY12" fmla="*/ 673583 h 1705789"/>
                <a:gd name="connsiteX13" fmla="*/ 2765639 w 3141497"/>
                <a:gd name="connsiteY13" fmla="*/ 724071 h 1705789"/>
                <a:gd name="connsiteX14" fmla="*/ 2995641 w 3141497"/>
                <a:gd name="connsiteY14" fmla="*/ 662363 h 1705789"/>
                <a:gd name="connsiteX15" fmla="*/ 3141497 w 3141497"/>
                <a:gd name="connsiteY15" fmla="*/ 724071 h 1705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141497" h="1705789">
                  <a:moveTo>
                    <a:pt x="0" y="1705789"/>
                  </a:moveTo>
                  <a:cubicBezTo>
                    <a:pt x="37866" y="1688492"/>
                    <a:pt x="75732" y="1671195"/>
                    <a:pt x="100976" y="1649691"/>
                  </a:cubicBezTo>
                  <a:cubicBezTo>
                    <a:pt x="126220" y="1628187"/>
                    <a:pt x="81342" y="1694569"/>
                    <a:pt x="151465" y="1576763"/>
                  </a:cubicBezTo>
                  <a:cubicBezTo>
                    <a:pt x="221588" y="1458957"/>
                    <a:pt x="418866" y="1205580"/>
                    <a:pt x="521713" y="942854"/>
                  </a:cubicBezTo>
                  <a:cubicBezTo>
                    <a:pt x="624560" y="680128"/>
                    <a:pt x="675982" y="-19229"/>
                    <a:pt x="768544" y="405"/>
                  </a:cubicBezTo>
                  <a:cubicBezTo>
                    <a:pt x="861106" y="20039"/>
                    <a:pt x="987327" y="993342"/>
                    <a:pt x="1077084" y="1060660"/>
                  </a:cubicBezTo>
                  <a:cubicBezTo>
                    <a:pt x="1166841" y="1127978"/>
                    <a:pt x="1227615" y="424881"/>
                    <a:pt x="1307087" y="404312"/>
                  </a:cubicBezTo>
                  <a:cubicBezTo>
                    <a:pt x="1386560" y="383743"/>
                    <a:pt x="1474447" y="925089"/>
                    <a:pt x="1553919" y="937244"/>
                  </a:cubicBezTo>
                  <a:cubicBezTo>
                    <a:pt x="1633391" y="949398"/>
                    <a:pt x="1710059" y="490328"/>
                    <a:pt x="1783921" y="477239"/>
                  </a:cubicBezTo>
                  <a:cubicBezTo>
                    <a:pt x="1857783" y="464150"/>
                    <a:pt x="1926036" y="843748"/>
                    <a:pt x="1997094" y="858707"/>
                  </a:cubicBezTo>
                  <a:cubicBezTo>
                    <a:pt x="2068152" y="873666"/>
                    <a:pt x="2140144" y="577281"/>
                    <a:pt x="2210267" y="566996"/>
                  </a:cubicBezTo>
                  <a:cubicBezTo>
                    <a:pt x="2280390" y="556711"/>
                    <a:pt x="2358927" y="779235"/>
                    <a:pt x="2417830" y="796999"/>
                  </a:cubicBezTo>
                  <a:cubicBezTo>
                    <a:pt x="2476733" y="814763"/>
                    <a:pt x="2505718" y="685738"/>
                    <a:pt x="2563686" y="673583"/>
                  </a:cubicBezTo>
                  <a:cubicBezTo>
                    <a:pt x="2621654" y="661428"/>
                    <a:pt x="2693647" y="725941"/>
                    <a:pt x="2765639" y="724071"/>
                  </a:cubicBezTo>
                  <a:cubicBezTo>
                    <a:pt x="2837631" y="722201"/>
                    <a:pt x="2932998" y="662363"/>
                    <a:pt x="2995641" y="662363"/>
                  </a:cubicBezTo>
                  <a:cubicBezTo>
                    <a:pt x="3058284" y="662363"/>
                    <a:pt x="3080724" y="725941"/>
                    <a:pt x="3141497" y="724071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B1D27AC5-61ED-4E9F-AD99-36849CA5CAB0}"/>
                </a:ext>
              </a:extLst>
            </p:cNvPr>
            <p:cNvSpPr/>
            <p:nvPr/>
          </p:nvSpPr>
          <p:spPr>
            <a:xfrm>
              <a:off x="4835177" y="2993536"/>
              <a:ext cx="82352" cy="9027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E89486DD-FCC1-4936-8DD4-6A26F29802F1}"/>
                </a:ext>
              </a:extLst>
            </p:cNvPr>
            <p:cNvSpPr/>
            <p:nvPr/>
          </p:nvSpPr>
          <p:spPr>
            <a:xfrm>
              <a:off x="5217188" y="2320812"/>
              <a:ext cx="82352" cy="9027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Elipse 67">
              <a:extLst>
                <a:ext uri="{FF2B5EF4-FFF2-40B4-BE49-F238E27FC236}">
                  <a16:creationId xmlns:a16="http://schemas.microsoft.com/office/drawing/2014/main" id="{A5B8A9DC-BA14-4A2E-A126-F8BB47CE46AE}"/>
                </a:ext>
              </a:extLst>
            </p:cNvPr>
            <p:cNvSpPr/>
            <p:nvPr/>
          </p:nvSpPr>
          <p:spPr>
            <a:xfrm>
              <a:off x="7124009" y="2198234"/>
              <a:ext cx="82352" cy="9027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B58E425A-41AC-4623-9FC7-FF20D7E46D39}"/>
                    </a:ext>
                  </a:extLst>
                </p:cNvPr>
                <p:cNvSpPr txBox="1"/>
                <p:nvPr/>
              </p:nvSpPr>
              <p:spPr>
                <a:xfrm>
                  <a:off x="5935310" y="2478772"/>
                  <a:ext cx="82324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𝒰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B58E425A-41AC-4623-9FC7-FF20D7E46D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5310" y="2478772"/>
                  <a:ext cx="823240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921FD72A-08D2-4AA5-A3C0-E62BE53B6497}"/>
                </a:ext>
              </a:extLst>
            </p:cNvPr>
            <p:cNvSpPr/>
            <p:nvPr/>
          </p:nvSpPr>
          <p:spPr>
            <a:xfrm>
              <a:off x="5455517" y="2086208"/>
              <a:ext cx="90000" cy="90277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2" name="Elipse 71">
              <a:extLst>
                <a:ext uri="{FF2B5EF4-FFF2-40B4-BE49-F238E27FC236}">
                  <a16:creationId xmlns:a16="http://schemas.microsoft.com/office/drawing/2014/main" id="{867388B1-72BE-4D11-9966-3DC455AAB5F5}"/>
                </a:ext>
              </a:extLst>
            </p:cNvPr>
            <p:cNvSpPr/>
            <p:nvPr/>
          </p:nvSpPr>
          <p:spPr>
            <a:xfrm>
              <a:off x="5451938" y="1416933"/>
              <a:ext cx="90000" cy="90277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B50D481E-A05D-49DF-8D9A-90F158FE23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7191" y="1459135"/>
              <a:ext cx="0" cy="627073"/>
            </a:xfrm>
            <a:prstGeom prst="line">
              <a:avLst/>
            </a:prstGeom>
            <a:ln w="2857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9A6B19EA-DCF5-4A8A-B3E2-6E488C2EBDBB}"/>
                </a:ext>
              </a:extLst>
            </p:cNvPr>
            <p:cNvCxnSpPr>
              <a:cxnSpLocks/>
            </p:cNvCxnSpPr>
            <p:nvPr/>
          </p:nvCxnSpPr>
          <p:spPr>
            <a:xfrm>
              <a:off x="5497191" y="1459135"/>
              <a:ext cx="309222" cy="0"/>
            </a:xfrm>
            <a:prstGeom prst="line">
              <a:avLst/>
            </a:prstGeom>
            <a:ln w="952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0BE63760-18DB-4048-8465-0036596FC3DE}"/>
                </a:ext>
              </a:extLst>
            </p:cNvPr>
            <p:cNvCxnSpPr>
              <a:cxnSpLocks/>
            </p:cNvCxnSpPr>
            <p:nvPr/>
          </p:nvCxnSpPr>
          <p:spPr>
            <a:xfrm>
              <a:off x="5497191" y="2131194"/>
              <a:ext cx="309222" cy="0"/>
            </a:xfrm>
            <a:prstGeom prst="line">
              <a:avLst/>
            </a:prstGeom>
            <a:ln w="952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7853F3D8-B2AF-4DBD-A9EA-06E46FC279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6177" y="1459135"/>
              <a:ext cx="0" cy="679120"/>
            </a:xfrm>
            <a:prstGeom prst="line">
              <a:avLst/>
            </a:prstGeom>
            <a:ln w="9525">
              <a:solidFill>
                <a:schemeClr val="accent4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53EA0421-0A7A-4248-9E03-3E0DA4E870EE}"/>
                    </a:ext>
                  </a:extLst>
                </p:cNvPr>
                <p:cNvSpPr txBox="1"/>
                <p:nvPr/>
              </p:nvSpPr>
              <p:spPr>
                <a:xfrm>
                  <a:off x="5673142" y="1513689"/>
                  <a:ext cx="229234" cy="3575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es-CL" sz="1600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53EA0421-0A7A-4248-9E03-3E0DA4E870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3142" y="1513689"/>
                  <a:ext cx="229234" cy="357534"/>
                </a:xfrm>
                <a:prstGeom prst="rect">
                  <a:avLst/>
                </a:prstGeom>
                <a:blipFill>
                  <a:blip r:embed="rId19"/>
                  <a:stretch>
                    <a:fillRect r="-75676" b="-339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Cerrar llave 86">
              <a:extLst>
                <a:ext uri="{FF2B5EF4-FFF2-40B4-BE49-F238E27FC236}">
                  <a16:creationId xmlns:a16="http://schemas.microsoft.com/office/drawing/2014/main" id="{A601AF95-71E1-43CD-9ED1-E45FCB1EDCF4}"/>
                </a:ext>
              </a:extLst>
            </p:cNvPr>
            <p:cNvSpPr/>
            <p:nvPr/>
          </p:nvSpPr>
          <p:spPr>
            <a:xfrm rot="5400000">
              <a:off x="5883093" y="2487024"/>
              <a:ext cx="148817" cy="2412462"/>
            </a:xfrm>
            <a:prstGeom prst="rightBrac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Cerrar llave 87">
              <a:extLst>
                <a:ext uri="{FF2B5EF4-FFF2-40B4-BE49-F238E27FC236}">
                  <a16:creationId xmlns:a16="http://schemas.microsoft.com/office/drawing/2014/main" id="{D79EC326-8FBB-4E05-A230-1C03ED7726FD}"/>
                </a:ext>
              </a:extLst>
            </p:cNvPr>
            <p:cNvSpPr/>
            <p:nvPr/>
          </p:nvSpPr>
          <p:spPr>
            <a:xfrm rot="5400000">
              <a:off x="7685311" y="3096858"/>
              <a:ext cx="148816" cy="1191974"/>
            </a:xfrm>
            <a:prstGeom prst="rightBrac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86F6B01D-0293-43AA-8A4C-3F99DE5C72EE}"/>
                </a:ext>
              </a:extLst>
            </p:cNvPr>
            <p:cNvSpPr txBox="1"/>
            <p:nvPr/>
          </p:nvSpPr>
          <p:spPr>
            <a:xfrm>
              <a:off x="4599820" y="3750939"/>
              <a:ext cx="26709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1"/>
                  </a:solidFill>
                </a:rPr>
                <a:t>Respuesta </a:t>
              </a:r>
              <a:r>
                <a:rPr lang="en-US" sz="1400" dirty="0" err="1">
                  <a:solidFill>
                    <a:schemeClr val="accent1"/>
                  </a:solidFill>
                </a:rPr>
                <a:t>transiente</a:t>
              </a:r>
              <a:endParaRPr lang="es-CL" sz="1400" dirty="0">
                <a:solidFill>
                  <a:schemeClr val="accent1"/>
                </a:solidFill>
              </a:endParaRPr>
            </a:p>
          </p:txBody>
        </p:sp>
        <p:sp>
          <p:nvSpPr>
            <p:cNvPr id="90" name="CuadroTexto 89">
              <a:extLst>
                <a:ext uri="{FF2B5EF4-FFF2-40B4-BE49-F238E27FC236}">
                  <a16:creationId xmlns:a16="http://schemas.microsoft.com/office/drawing/2014/main" id="{F2D17F22-C7BF-4FBF-8A7E-29A94A307BEC}"/>
                </a:ext>
              </a:extLst>
            </p:cNvPr>
            <p:cNvSpPr txBox="1"/>
            <p:nvPr/>
          </p:nvSpPr>
          <p:spPr>
            <a:xfrm>
              <a:off x="6477763" y="3719100"/>
              <a:ext cx="26709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C00000"/>
                  </a:solidFill>
                </a:rPr>
                <a:t>Respuesta </a:t>
              </a:r>
              <a:r>
                <a:rPr lang="en-US" sz="1400" dirty="0" err="1">
                  <a:solidFill>
                    <a:srgbClr val="C00000"/>
                  </a:solidFill>
                </a:rPr>
                <a:t>estacionaria</a:t>
              </a:r>
              <a:endParaRPr lang="en-US" sz="1400" dirty="0">
                <a:solidFill>
                  <a:srgbClr val="C00000"/>
                </a:solidFill>
              </a:endParaRPr>
            </a:p>
            <a:p>
              <a:pPr algn="ctr"/>
              <a:r>
                <a:rPr lang="en-US" sz="1400" dirty="0">
                  <a:solidFill>
                    <a:srgbClr val="C00000"/>
                  </a:solidFill>
                </a:rPr>
                <a:t>“steady state”</a:t>
              </a:r>
              <a:endParaRPr lang="es-CL" sz="14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06B637ED-DB02-46E9-B834-88845A20724F}"/>
              </a:ext>
            </a:extLst>
          </p:cNvPr>
          <p:cNvGrpSpPr/>
          <p:nvPr/>
        </p:nvGrpSpPr>
        <p:grpSpPr>
          <a:xfrm>
            <a:off x="8497196" y="2243372"/>
            <a:ext cx="3914725" cy="3847655"/>
            <a:chOff x="3324275" y="943420"/>
            <a:chExt cx="5071969" cy="49711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26C157CF-ABF2-4249-B5CE-48DDCAAEE54F}"/>
                    </a:ext>
                  </a:extLst>
                </p:cNvPr>
                <p:cNvSpPr txBox="1"/>
                <p:nvPr/>
              </p:nvSpPr>
              <p:spPr>
                <a:xfrm>
                  <a:off x="7074900" y="3416019"/>
                  <a:ext cx="1321344" cy="557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26C157CF-ABF2-4249-B5CE-48DDCAAEE5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4900" y="3416019"/>
                  <a:ext cx="1321344" cy="557778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1" name="Conector recto 110">
              <a:extLst>
                <a:ext uri="{FF2B5EF4-FFF2-40B4-BE49-F238E27FC236}">
                  <a16:creationId xmlns:a16="http://schemas.microsoft.com/office/drawing/2014/main" id="{A28CF79D-874F-4A08-BAF2-72BAAA138C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43779" y="1299948"/>
              <a:ext cx="0" cy="4614632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9C5FAC31-5C71-42FF-AA94-27D771D8BB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1486" y="3605237"/>
              <a:ext cx="3328954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CuadroTexto 112">
                  <a:extLst>
                    <a:ext uri="{FF2B5EF4-FFF2-40B4-BE49-F238E27FC236}">
                      <a16:creationId xmlns:a16="http://schemas.microsoft.com/office/drawing/2014/main" id="{599ACF43-6E83-488A-91FE-02ED5F8AC11D}"/>
                    </a:ext>
                  </a:extLst>
                </p:cNvPr>
                <p:cNvSpPr txBox="1"/>
                <p:nvPr/>
              </p:nvSpPr>
              <p:spPr>
                <a:xfrm>
                  <a:off x="5183107" y="943420"/>
                  <a:ext cx="1321344" cy="557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𝐼𝑚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13" name="CuadroTexto 112">
                  <a:extLst>
                    <a:ext uri="{FF2B5EF4-FFF2-40B4-BE49-F238E27FC236}">
                      <a16:creationId xmlns:a16="http://schemas.microsoft.com/office/drawing/2014/main" id="{599ACF43-6E83-488A-91FE-02ED5F8AC1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3107" y="943420"/>
                  <a:ext cx="1321344" cy="557778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Conector recto de flecha 113">
              <a:extLst>
                <a:ext uri="{FF2B5EF4-FFF2-40B4-BE49-F238E27FC236}">
                  <a16:creationId xmlns:a16="http://schemas.microsoft.com/office/drawing/2014/main" id="{CEC20A30-74A6-4032-9A08-79693742E6AF}"/>
                </a:ext>
              </a:extLst>
            </p:cNvPr>
            <p:cNvCxnSpPr/>
            <p:nvPr/>
          </p:nvCxnSpPr>
          <p:spPr>
            <a:xfrm flipH="1" flipV="1">
              <a:off x="4002833" y="2099388"/>
              <a:ext cx="1840946" cy="1507875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ector recto de flecha 114">
              <a:extLst>
                <a:ext uri="{FF2B5EF4-FFF2-40B4-BE49-F238E27FC236}">
                  <a16:creationId xmlns:a16="http://schemas.microsoft.com/office/drawing/2014/main" id="{B4DFC2AB-B7A5-44A7-B863-C227642A08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4179" y="3607263"/>
              <a:ext cx="1839600" cy="150840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ector recto 115">
              <a:extLst>
                <a:ext uri="{FF2B5EF4-FFF2-40B4-BE49-F238E27FC236}">
                  <a16:creationId xmlns:a16="http://schemas.microsoft.com/office/drawing/2014/main" id="{C7D04CCB-37FE-4CB4-93CF-356B79DA2CC7}"/>
                </a:ext>
              </a:extLst>
            </p:cNvPr>
            <p:cNvCxnSpPr/>
            <p:nvPr/>
          </p:nvCxnSpPr>
          <p:spPr>
            <a:xfrm>
              <a:off x="4002833" y="2099388"/>
              <a:ext cx="0" cy="3016275"/>
            </a:xfrm>
            <a:prstGeom prst="line">
              <a:avLst/>
            </a:prstGeom>
            <a:ln w="28575">
              <a:solidFill>
                <a:srgbClr val="FF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ector recto 116">
              <a:extLst>
                <a:ext uri="{FF2B5EF4-FFF2-40B4-BE49-F238E27FC236}">
                  <a16:creationId xmlns:a16="http://schemas.microsoft.com/office/drawing/2014/main" id="{E54D543D-FF6A-42BE-8FB5-35D53D03DD93}"/>
                </a:ext>
              </a:extLst>
            </p:cNvPr>
            <p:cNvCxnSpPr>
              <a:cxnSpLocks/>
            </p:cNvCxnSpPr>
            <p:nvPr/>
          </p:nvCxnSpPr>
          <p:spPr>
            <a:xfrm>
              <a:off x="4002833" y="2099388"/>
              <a:ext cx="1839601" cy="0"/>
            </a:xfrm>
            <a:prstGeom prst="line">
              <a:avLst/>
            </a:prstGeom>
            <a:ln w="28575">
              <a:solidFill>
                <a:srgbClr val="FF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ector recto 117">
              <a:extLst>
                <a:ext uri="{FF2B5EF4-FFF2-40B4-BE49-F238E27FC236}">
                  <a16:creationId xmlns:a16="http://schemas.microsoft.com/office/drawing/2014/main" id="{73B0A4FA-6A65-4AA3-A666-C0B63F6C5C76}"/>
                </a:ext>
              </a:extLst>
            </p:cNvPr>
            <p:cNvCxnSpPr>
              <a:cxnSpLocks/>
            </p:cNvCxnSpPr>
            <p:nvPr/>
          </p:nvCxnSpPr>
          <p:spPr>
            <a:xfrm>
              <a:off x="4002832" y="5128104"/>
              <a:ext cx="1839601" cy="0"/>
            </a:xfrm>
            <a:prstGeom prst="line">
              <a:avLst/>
            </a:prstGeom>
            <a:ln w="28575">
              <a:solidFill>
                <a:srgbClr val="FF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CuadroTexto 118">
                  <a:extLst>
                    <a:ext uri="{FF2B5EF4-FFF2-40B4-BE49-F238E27FC236}">
                      <a16:creationId xmlns:a16="http://schemas.microsoft.com/office/drawing/2014/main" id="{AFCEE9A1-DA03-455F-806C-733CA9B4537A}"/>
                    </a:ext>
                  </a:extLst>
                </p:cNvPr>
                <p:cNvSpPr txBox="1"/>
                <p:nvPr/>
              </p:nvSpPr>
              <p:spPr>
                <a:xfrm>
                  <a:off x="5730010" y="1914200"/>
                  <a:ext cx="774441" cy="369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rgbClr val="FF66FF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CuadroTexto 118">
                  <a:extLst>
                    <a:ext uri="{FF2B5EF4-FFF2-40B4-BE49-F238E27FC236}">
                      <a16:creationId xmlns:a16="http://schemas.microsoft.com/office/drawing/2014/main" id="{AFCEE9A1-DA03-455F-806C-733CA9B45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0010" y="1914200"/>
                  <a:ext cx="774441" cy="369328"/>
                </a:xfrm>
                <a:prstGeom prst="rect">
                  <a:avLst/>
                </a:prstGeom>
                <a:blipFill>
                  <a:blip r:embed="rId22"/>
                  <a:stretch>
                    <a:fillRect b="-2978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CuadroTexto 119">
                  <a:extLst>
                    <a:ext uri="{FF2B5EF4-FFF2-40B4-BE49-F238E27FC236}">
                      <a16:creationId xmlns:a16="http://schemas.microsoft.com/office/drawing/2014/main" id="{077A3216-9012-439F-BADC-30351DD6847A}"/>
                    </a:ext>
                  </a:extLst>
                </p:cNvPr>
                <p:cNvSpPr txBox="1"/>
                <p:nvPr/>
              </p:nvSpPr>
              <p:spPr>
                <a:xfrm>
                  <a:off x="5748340" y="4930473"/>
                  <a:ext cx="774441" cy="369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rgbClr val="FF66FF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CuadroTexto 119">
                  <a:extLst>
                    <a:ext uri="{FF2B5EF4-FFF2-40B4-BE49-F238E27FC236}">
                      <a16:creationId xmlns:a16="http://schemas.microsoft.com/office/drawing/2014/main" id="{077A3216-9012-439F-BADC-30351DD684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8340" y="4930473"/>
                  <a:ext cx="774441" cy="369328"/>
                </a:xfrm>
                <a:prstGeom prst="rect">
                  <a:avLst/>
                </a:prstGeom>
                <a:blipFill>
                  <a:blip r:embed="rId23"/>
                  <a:stretch>
                    <a:fillRect r="-1020" b="-2978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CuadroTexto 120">
                  <a:extLst>
                    <a:ext uri="{FF2B5EF4-FFF2-40B4-BE49-F238E27FC236}">
                      <a16:creationId xmlns:a16="http://schemas.microsoft.com/office/drawing/2014/main" id="{889CE374-837A-49D4-9C4D-74E472402D34}"/>
                    </a:ext>
                  </a:extLst>
                </p:cNvPr>
                <p:cNvSpPr txBox="1"/>
                <p:nvPr/>
              </p:nvSpPr>
              <p:spPr>
                <a:xfrm>
                  <a:off x="3592286" y="1828800"/>
                  <a:ext cx="33590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CuadroTexto 120">
                  <a:extLst>
                    <a:ext uri="{FF2B5EF4-FFF2-40B4-BE49-F238E27FC236}">
                      <a16:creationId xmlns:a16="http://schemas.microsoft.com/office/drawing/2014/main" id="{889CE374-837A-49D4-9C4D-74E472402D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2286" y="1828800"/>
                  <a:ext cx="335902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33333" b="-2766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CuadroTexto 121">
                  <a:extLst>
                    <a:ext uri="{FF2B5EF4-FFF2-40B4-BE49-F238E27FC236}">
                      <a16:creationId xmlns:a16="http://schemas.microsoft.com/office/drawing/2014/main" id="{0336A4C5-D56E-4F22-A6E3-034A9F1EBE8A}"/>
                    </a:ext>
                  </a:extLst>
                </p:cNvPr>
                <p:cNvSpPr txBox="1"/>
                <p:nvPr/>
              </p:nvSpPr>
              <p:spPr>
                <a:xfrm>
                  <a:off x="3665584" y="4950017"/>
                  <a:ext cx="33590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CuadroTexto 121">
                  <a:extLst>
                    <a:ext uri="{FF2B5EF4-FFF2-40B4-BE49-F238E27FC236}">
                      <a16:creationId xmlns:a16="http://schemas.microsoft.com/office/drawing/2014/main" id="{0336A4C5-D56E-4F22-A6E3-034A9F1EBE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5584" y="4950017"/>
                  <a:ext cx="335902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34884" b="-2766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CuadroTexto 122">
                  <a:extLst>
                    <a:ext uri="{FF2B5EF4-FFF2-40B4-BE49-F238E27FC236}">
                      <a16:creationId xmlns:a16="http://schemas.microsoft.com/office/drawing/2014/main" id="{F0718709-3EDE-4F28-A0B0-B5C728D1A211}"/>
                    </a:ext>
                  </a:extLst>
                </p:cNvPr>
                <p:cNvSpPr txBox="1"/>
                <p:nvPr/>
              </p:nvSpPr>
              <p:spPr>
                <a:xfrm rot="2343824">
                  <a:off x="4634398" y="2455605"/>
                  <a:ext cx="774441" cy="369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CuadroTexto 122">
                  <a:extLst>
                    <a:ext uri="{FF2B5EF4-FFF2-40B4-BE49-F238E27FC236}">
                      <a16:creationId xmlns:a16="http://schemas.microsoft.com/office/drawing/2014/main" id="{F0718709-3EDE-4F28-A0B0-B5C728D1A2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343824">
                  <a:off x="4634398" y="2455605"/>
                  <a:ext cx="774441" cy="369328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CuadroTexto 123">
                  <a:extLst>
                    <a:ext uri="{FF2B5EF4-FFF2-40B4-BE49-F238E27FC236}">
                      <a16:creationId xmlns:a16="http://schemas.microsoft.com/office/drawing/2014/main" id="{D1FEA65F-2FA0-4DAA-875E-EE2D575232AD}"/>
                    </a:ext>
                  </a:extLst>
                </p:cNvPr>
                <p:cNvSpPr txBox="1"/>
                <p:nvPr/>
              </p:nvSpPr>
              <p:spPr>
                <a:xfrm>
                  <a:off x="3324275" y="3579983"/>
                  <a:ext cx="774441" cy="369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rgbClr val="FF66FF"/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CuadroTexto 123">
                  <a:extLst>
                    <a:ext uri="{FF2B5EF4-FFF2-40B4-BE49-F238E27FC236}">
                      <a16:creationId xmlns:a16="http://schemas.microsoft.com/office/drawing/2014/main" id="{D1FEA65F-2FA0-4DAA-875E-EE2D575232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4275" y="3579983"/>
                  <a:ext cx="774441" cy="369328"/>
                </a:xfrm>
                <a:prstGeom prst="rect">
                  <a:avLst/>
                </a:prstGeom>
                <a:blipFill>
                  <a:blip r:embed="rId27"/>
                  <a:stretch>
                    <a:fillRect r="-16327" b="-44681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CuadroTexto 124">
                  <a:extLst>
                    <a:ext uri="{FF2B5EF4-FFF2-40B4-BE49-F238E27FC236}">
                      <a16:creationId xmlns:a16="http://schemas.microsoft.com/office/drawing/2014/main" id="{4622ABD8-87E1-48F4-A85A-BC1E2DC69E33}"/>
                    </a:ext>
                  </a:extLst>
                </p:cNvPr>
                <p:cNvSpPr txBox="1"/>
                <p:nvPr/>
              </p:nvSpPr>
              <p:spPr>
                <a:xfrm>
                  <a:off x="5517311" y="3081599"/>
                  <a:ext cx="2126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L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s-C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CuadroTexto 124">
                  <a:extLst>
                    <a:ext uri="{FF2B5EF4-FFF2-40B4-BE49-F238E27FC236}">
                      <a16:creationId xmlns:a16="http://schemas.microsoft.com/office/drawing/2014/main" id="{4622ABD8-87E1-48F4-A85A-BC1E2DC69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7311" y="3081599"/>
                  <a:ext cx="212699" cy="369332"/>
                </a:xfrm>
                <a:prstGeom prst="rect">
                  <a:avLst/>
                </a:prstGeom>
                <a:blipFill>
                  <a:blip r:embed="rId28"/>
                  <a:stretch>
                    <a:fillRect r="-84615" b="-1914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6" name="Arco 125">
              <a:extLst>
                <a:ext uri="{FF2B5EF4-FFF2-40B4-BE49-F238E27FC236}">
                  <a16:creationId xmlns:a16="http://schemas.microsoft.com/office/drawing/2014/main" id="{9237E1B2-7AA9-49AA-BE3B-E67A8627A6A4}"/>
                </a:ext>
              </a:extLst>
            </p:cNvPr>
            <p:cNvSpPr/>
            <p:nvPr/>
          </p:nvSpPr>
          <p:spPr>
            <a:xfrm rot="17996022">
              <a:off x="5291414" y="3095439"/>
              <a:ext cx="727639" cy="641160"/>
            </a:xfrm>
            <a:prstGeom prst="arc">
              <a:avLst/>
            </a:prstGeom>
            <a:ln w="19050">
              <a:solidFill>
                <a:schemeClr val="accent6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154882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rupo 204">
            <a:extLst>
              <a:ext uri="{FF2B5EF4-FFF2-40B4-BE49-F238E27FC236}">
                <a16:creationId xmlns:a16="http://schemas.microsoft.com/office/drawing/2014/main" id="{ABAABE53-9B39-4870-9705-1C77A47C244A}"/>
              </a:ext>
            </a:extLst>
          </p:cNvPr>
          <p:cNvGrpSpPr/>
          <p:nvPr/>
        </p:nvGrpSpPr>
        <p:grpSpPr>
          <a:xfrm>
            <a:off x="2900149" y="486220"/>
            <a:ext cx="5697602" cy="4876355"/>
            <a:chOff x="2900149" y="486220"/>
            <a:chExt cx="5697602" cy="4876355"/>
          </a:xfrm>
        </p:grpSpPr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3C663891-0717-4A52-8696-A65CDBCE4460}"/>
                </a:ext>
              </a:extLst>
            </p:cNvPr>
            <p:cNvGrpSpPr/>
            <p:nvPr/>
          </p:nvGrpSpPr>
          <p:grpSpPr>
            <a:xfrm>
              <a:off x="2917753" y="1164119"/>
              <a:ext cx="4340292" cy="3790106"/>
              <a:chOff x="9072743" y="486220"/>
              <a:chExt cx="2134169" cy="2074134"/>
            </a:xfrm>
          </p:grpSpPr>
          <p:sp>
            <p:nvSpPr>
              <p:cNvPr id="25" name="Rectángulo: esquinas redondeadas 24">
                <a:extLst>
                  <a:ext uri="{FF2B5EF4-FFF2-40B4-BE49-F238E27FC236}">
                    <a16:creationId xmlns:a16="http://schemas.microsoft.com/office/drawing/2014/main" id="{9B46EC5A-E64F-4A71-A2BE-81F3F527F595}"/>
                  </a:ext>
                </a:extLst>
              </p:cNvPr>
              <p:cNvSpPr/>
              <p:nvPr/>
            </p:nvSpPr>
            <p:spPr>
              <a:xfrm>
                <a:off x="9072743" y="486220"/>
                <a:ext cx="1395231" cy="2074134"/>
              </a:xfrm>
              <a:prstGeom prst="roundRect">
                <a:avLst/>
              </a:pr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b="1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29" name="Elipse 28">
                <a:extLst>
                  <a:ext uri="{FF2B5EF4-FFF2-40B4-BE49-F238E27FC236}">
                    <a16:creationId xmlns:a16="http://schemas.microsoft.com/office/drawing/2014/main" id="{9FE6B687-EF7A-440E-9110-BA0708867E28}"/>
                  </a:ext>
                </a:extLst>
              </p:cNvPr>
              <p:cNvSpPr/>
              <p:nvPr/>
            </p:nvSpPr>
            <p:spPr>
              <a:xfrm>
                <a:off x="9586912" y="746985"/>
                <a:ext cx="1620000" cy="162159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</p:grpSp>
        <p:sp>
          <p:nvSpPr>
            <p:cNvPr id="21" name="Triángulo isósceles 20">
              <a:extLst>
                <a:ext uri="{FF2B5EF4-FFF2-40B4-BE49-F238E27FC236}">
                  <a16:creationId xmlns:a16="http://schemas.microsoft.com/office/drawing/2014/main" id="{5913E0C1-74DA-43CD-86AD-BC3EACBD1F5C}"/>
                </a:ext>
              </a:extLst>
            </p:cNvPr>
            <p:cNvSpPr/>
            <p:nvPr/>
          </p:nvSpPr>
          <p:spPr>
            <a:xfrm rot="5400000">
              <a:off x="2282371" y="1726765"/>
              <a:ext cx="4045107" cy="2741015"/>
            </a:xfrm>
            <a:prstGeom prst="triangle">
              <a:avLst/>
            </a:prstGeom>
            <a:solidFill>
              <a:schemeClr val="accent6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CuadroTexto 124">
                  <a:extLst>
                    <a:ext uri="{FF2B5EF4-FFF2-40B4-BE49-F238E27FC236}">
                      <a16:creationId xmlns:a16="http://schemas.microsoft.com/office/drawing/2014/main" id="{A127E537-8F12-4B79-9D7F-FC3D4032CBB5}"/>
                    </a:ext>
                  </a:extLst>
                </p:cNvPr>
                <p:cNvSpPr txBox="1"/>
                <p:nvPr/>
              </p:nvSpPr>
              <p:spPr>
                <a:xfrm>
                  <a:off x="7049231" y="2911664"/>
                  <a:ext cx="1456594" cy="5471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25" name="CuadroTexto 124">
                  <a:extLst>
                    <a:ext uri="{FF2B5EF4-FFF2-40B4-BE49-F238E27FC236}">
                      <a16:creationId xmlns:a16="http://schemas.microsoft.com/office/drawing/2014/main" id="{A127E537-8F12-4B79-9D7F-FC3D4032CB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9231" y="2911664"/>
                  <a:ext cx="1456594" cy="54714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6" name="Conector recto 125">
              <a:extLst>
                <a:ext uri="{FF2B5EF4-FFF2-40B4-BE49-F238E27FC236}">
                  <a16:creationId xmlns:a16="http://schemas.microsoft.com/office/drawing/2014/main" id="{23E5DFAA-0E1A-456E-BB76-EAE477113C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2095" y="835949"/>
              <a:ext cx="0" cy="4526626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27" name="Conector recto 126">
              <a:extLst>
                <a:ext uri="{FF2B5EF4-FFF2-40B4-BE49-F238E27FC236}">
                  <a16:creationId xmlns:a16="http://schemas.microsoft.com/office/drawing/2014/main" id="{48B18001-99B3-49D9-A425-33CEB01D1C47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2934417" y="3097273"/>
              <a:ext cx="4396511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CuadroTexto 127">
                  <a:extLst>
                    <a:ext uri="{FF2B5EF4-FFF2-40B4-BE49-F238E27FC236}">
                      <a16:creationId xmlns:a16="http://schemas.microsoft.com/office/drawing/2014/main" id="{6E06BB1F-7761-4886-B6EA-BE725697931D}"/>
                    </a:ext>
                  </a:extLst>
                </p:cNvPr>
                <p:cNvSpPr txBox="1"/>
                <p:nvPr/>
              </p:nvSpPr>
              <p:spPr>
                <a:xfrm>
                  <a:off x="4963798" y="486220"/>
                  <a:ext cx="1456594" cy="5471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𝐼𝑚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28" name="CuadroTexto 127">
                  <a:extLst>
                    <a:ext uri="{FF2B5EF4-FFF2-40B4-BE49-F238E27FC236}">
                      <a16:creationId xmlns:a16="http://schemas.microsoft.com/office/drawing/2014/main" id="{6E06BB1F-7761-4886-B6EA-BE72569793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3798" y="486220"/>
                  <a:ext cx="1456594" cy="54714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9" name="Conector recto de flecha 128">
              <a:extLst>
                <a:ext uri="{FF2B5EF4-FFF2-40B4-BE49-F238E27FC236}">
                  <a16:creationId xmlns:a16="http://schemas.microsoft.com/office/drawing/2014/main" id="{99A8386C-F743-410A-BB78-A53CC9BD233C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 flipH="1" flipV="1">
              <a:off x="4304924" y="2085996"/>
              <a:ext cx="1387171" cy="1013265"/>
            </a:xfrm>
            <a:prstGeom prst="straightConnector1">
              <a:avLst/>
            </a:prstGeom>
            <a:ln w="28575">
              <a:solidFill>
                <a:schemeClr val="accent2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ector recto de flecha 129">
              <a:extLst>
                <a:ext uri="{FF2B5EF4-FFF2-40B4-BE49-F238E27FC236}">
                  <a16:creationId xmlns:a16="http://schemas.microsoft.com/office/drawing/2014/main" id="{7363B05B-B579-4481-9455-BA3BF00CBFEE}"/>
                </a:ext>
              </a:extLst>
            </p:cNvPr>
            <p:cNvCxnSpPr>
              <a:cxnSpLocks/>
              <a:endCxn id="21" idx="5"/>
            </p:cNvCxnSpPr>
            <p:nvPr/>
          </p:nvCxnSpPr>
          <p:spPr>
            <a:xfrm flipH="1">
              <a:off x="4304924" y="3099261"/>
              <a:ext cx="1387172" cy="1009288"/>
            </a:xfrm>
            <a:prstGeom prst="straightConnector1">
              <a:avLst/>
            </a:prstGeom>
            <a:ln w="28575">
              <a:solidFill>
                <a:schemeClr val="accent2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CuadroTexto 134">
                  <a:extLst>
                    <a:ext uri="{FF2B5EF4-FFF2-40B4-BE49-F238E27FC236}">
                      <a16:creationId xmlns:a16="http://schemas.microsoft.com/office/drawing/2014/main" id="{4AB950D7-6EFA-4753-86FD-529E41FFD05E}"/>
                    </a:ext>
                  </a:extLst>
                </p:cNvPr>
                <p:cNvSpPr txBox="1"/>
                <p:nvPr/>
              </p:nvSpPr>
              <p:spPr>
                <a:xfrm>
                  <a:off x="4137705" y="3160231"/>
                  <a:ext cx="8537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i="1" smtClean="0">
                                    <a:solidFill>
                                      <a:srgbClr val="FF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smtClean="0">
                                    <a:solidFill>
                                      <a:srgbClr val="FF66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𝜉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66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66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66FF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í</m:t>
                            </m:r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rgbClr val="FF66FF"/>
                    </a:solidFill>
                  </a:endParaRPr>
                </a:p>
              </p:txBody>
            </p:sp>
          </mc:Choice>
          <mc:Fallback xmlns="">
            <p:sp>
              <p:nvSpPr>
                <p:cNvPr id="135" name="CuadroTexto 134">
                  <a:extLst>
                    <a:ext uri="{FF2B5EF4-FFF2-40B4-BE49-F238E27FC236}">
                      <a16:creationId xmlns:a16="http://schemas.microsoft.com/office/drawing/2014/main" id="{4AB950D7-6EFA-4753-86FD-529E41FFD0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7705" y="3160231"/>
                  <a:ext cx="853711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8571"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CuadroTexto 137">
                  <a:extLst>
                    <a:ext uri="{FF2B5EF4-FFF2-40B4-BE49-F238E27FC236}">
                      <a16:creationId xmlns:a16="http://schemas.microsoft.com/office/drawing/2014/main" id="{6CE81BAD-7838-4240-BAC5-F613486066C3}"/>
                    </a:ext>
                  </a:extLst>
                </p:cNvPr>
                <p:cNvSpPr txBox="1"/>
                <p:nvPr/>
              </p:nvSpPr>
              <p:spPr>
                <a:xfrm rot="2228019">
                  <a:off x="4480631" y="2085655"/>
                  <a:ext cx="8537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í</m:t>
                            </m:r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CuadroTexto 137">
                  <a:extLst>
                    <a:ext uri="{FF2B5EF4-FFF2-40B4-BE49-F238E27FC236}">
                      <a16:creationId xmlns:a16="http://schemas.microsoft.com/office/drawing/2014/main" id="{6CE81BAD-7838-4240-BAC5-F613486066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228019">
                  <a:off x="4480631" y="2085655"/>
                  <a:ext cx="853711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2256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CuadroTexto 139">
                  <a:extLst>
                    <a:ext uri="{FF2B5EF4-FFF2-40B4-BE49-F238E27FC236}">
                      <a16:creationId xmlns:a16="http://schemas.microsoft.com/office/drawing/2014/main" id="{5A567A69-04CD-4565-A0BC-3839029FF985}"/>
                    </a:ext>
                  </a:extLst>
                </p:cNvPr>
                <p:cNvSpPr txBox="1"/>
                <p:nvPr/>
              </p:nvSpPr>
              <p:spPr>
                <a:xfrm>
                  <a:off x="5189292" y="2525909"/>
                  <a:ext cx="2344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í</m:t>
                            </m:r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40" name="CuadroTexto 139">
                  <a:extLst>
                    <a:ext uri="{FF2B5EF4-FFF2-40B4-BE49-F238E27FC236}">
                      <a16:creationId xmlns:a16="http://schemas.microsoft.com/office/drawing/2014/main" id="{5A567A69-04CD-4565-A0BC-3839029FF9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9292" y="2525909"/>
                  <a:ext cx="234470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2820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1" name="Arco 140">
              <a:extLst>
                <a:ext uri="{FF2B5EF4-FFF2-40B4-BE49-F238E27FC236}">
                  <a16:creationId xmlns:a16="http://schemas.microsoft.com/office/drawing/2014/main" id="{205550BA-3078-404E-B102-8CB108ED8EC0}"/>
                </a:ext>
              </a:extLst>
            </p:cNvPr>
            <p:cNvSpPr/>
            <p:nvPr/>
          </p:nvSpPr>
          <p:spPr>
            <a:xfrm rot="17996022">
              <a:off x="5127369" y="2558270"/>
              <a:ext cx="713762" cy="706788"/>
            </a:xfrm>
            <a:prstGeom prst="arc">
              <a:avLst/>
            </a:prstGeom>
            <a:ln w="19050">
              <a:solidFill>
                <a:schemeClr val="accent6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CuadroTexto 141">
                  <a:extLst>
                    <a:ext uri="{FF2B5EF4-FFF2-40B4-BE49-F238E27FC236}">
                      <a16:creationId xmlns:a16="http://schemas.microsoft.com/office/drawing/2014/main" id="{33381ED9-450E-496B-B60F-9E65770C8CA7}"/>
                    </a:ext>
                  </a:extLst>
                </p:cNvPr>
                <p:cNvSpPr txBox="1"/>
                <p:nvPr/>
              </p:nvSpPr>
              <p:spPr>
                <a:xfrm rot="19439219">
                  <a:off x="4392802" y="3719443"/>
                  <a:ext cx="8537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í</m:t>
                            </m:r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42" name="CuadroTexto 141">
                  <a:extLst>
                    <a:ext uri="{FF2B5EF4-FFF2-40B4-BE49-F238E27FC236}">
                      <a16:creationId xmlns:a16="http://schemas.microsoft.com/office/drawing/2014/main" id="{33381ED9-450E-496B-B60F-9E65770C8C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439219">
                  <a:off x="4392802" y="3719443"/>
                  <a:ext cx="853711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266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CuadroTexto 142">
                  <a:extLst>
                    <a:ext uri="{FF2B5EF4-FFF2-40B4-BE49-F238E27FC236}">
                      <a16:creationId xmlns:a16="http://schemas.microsoft.com/office/drawing/2014/main" id="{F6893F9B-650F-4085-8180-0276D0689FFF}"/>
                    </a:ext>
                  </a:extLst>
                </p:cNvPr>
                <p:cNvSpPr txBox="1"/>
                <p:nvPr/>
              </p:nvSpPr>
              <p:spPr>
                <a:xfrm>
                  <a:off x="5200248" y="3287788"/>
                  <a:ext cx="2344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í</m:t>
                            </m:r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43" name="CuadroTexto 142">
                  <a:extLst>
                    <a:ext uri="{FF2B5EF4-FFF2-40B4-BE49-F238E27FC236}">
                      <a16:creationId xmlns:a16="http://schemas.microsoft.com/office/drawing/2014/main" id="{F6893F9B-650F-4085-8180-0276D0689F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0248" y="3287788"/>
                  <a:ext cx="234470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12820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4" name="Arco 143">
              <a:extLst>
                <a:ext uri="{FF2B5EF4-FFF2-40B4-BE49-F238E27FC236}">
                  <a16:creationId xmlns:a16="http://schemas.microsoft.com/office/drawing/2014/main" id="{E52B923A-BDE5-4404-AAAA-6F35642A599F}"/>
                </a:ext>
              </a:extLst>
            </p:cNvPr>
            <p:cNvSpPr/>
            <p:nvPr/>
          </p:nvSpPr>
          <p:spPr>
            <a:xfrm rot="9786780">
              <a:off x="5229782" y="3006561"/>
              <a:ext cx="713762" cy="706788"/>
            </a:xfrm>
            <a:prstGeom prst="arc">
              <a:avLst/>
            </a:prstGeom>
            <a:ln w="19050">
              <a:solidFill>
                <a:schemeClr val="accent6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46CF57F2-00E3-46D2-8DF6-922B654A9CEB}"/>
                </a:ext>
              </a:extLst>
            </p:cNvPr>
            <p:cNvCxnSpPr>
              <a:cxnSpLocks/>
            </p:cNvCxnSpPr>
            <p:nvPr/>
          </p:nvCxnSpPr>
          <p:spPr>
            <a:xfrm>
              <a:off x="4564560" y="3021946"/>
              <a:ext cx="1" cy="157335"/>
            </a:xfrm>
            <a:prstGeom prst="line">
              <a:avLst/>
            </a:prstGeom>
            <a:ln w="19050">
              <a:solidFill>
                <a:srgbClr val="FF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ángulo: esquinas redondeadas 51">
              <a:extLst>
                <a:ext uri="{FF2B5EF4-FFF2-40B4-BE49-F238E27FC236}">
                  <a16:creationId xmlns:a16="http://schemas.microsoft.com/office/drawing/2014/main" id="{65D8D0ED-731D-4CA5-8E68-FC0372697E46}"/>
                </a:ext>
              </a:extLst>
            </p:cNvPr>
            <p:cNvSpPr/>
            <p:nvPr/>
          </p:nvSpPr>
          <p:spPr>
            <a:xfrm>
              <a:off x="2950089" y="1134820"/>
              <a:ext cx="1599476" cy="3790106"/>
            </a:xfrm>
            <a:prstGeom prst="roundRect">
              <a:avLst/>
            </a:prstGeom>
            <a:solidFill>
              <a:srgbClr val="FF66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17FD344E-45D7-4B82-BAAA-C27C0FAE3798}"/>
                </a:ext>
              </a:extLst>
            </p:cNvPr>
            <p:cNvCxnSpPr>
              <a:stCxn id="21" idx="2"/>
            </p:cNvCxnSpPr>
            <p:nvPr/>
          </p:nvCxnSpPr>
          <p:spPr>
            <a:xfrm>
              <a:off x="2934417" y="1074719"/>
              <a:ext cx="1370507" cy="10112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ector recto 144">
              <a:extLst>
                <a:ext uri="{FF2B5EF4-FFF2-40B4-BE49-F238E27FC236}">
                  <a16:creationId xmlns:a16="http://schemas.microsoft.com/office/drawing/2014/main" id="{D3363B77-12A3-43E3-8998-FC2AA800B020}"/>
                </a:ext>
              </a:extLst>
            </p:cNvPr>
            <p:cNvCxnSpPr>
              <a:cxnSpLocks/>
              <a:stCxn id="21" idx="4"/>
            </p:cNvCxnSpPr>
            <p:nvPr/>
          </p:nvCxnSpPr>
          <p:spPr>
            <a:xfrm flipV="1">
              <a:off x="2934417" y="4108549"/>
              <a:ext cx="1368226" cy="10112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Arco 146">
              <a:extLst>
                <a:ext uri="{FF2B5EF4-FFF2-40B4-BE49-F238E27FC236}">
                  <a16:creationId xmlns:a16="http://schemas.microsoft.com/office/drawing/2014/main" id="{DF3C87ED-6829-475A-BC89-878460992D17}"/>
                </a:ext>
              </a:extLst>
            </p:cNvPr>
            <p:cNvSpPr/>
            <p:nvPr/>
          </p:nvSpPr>
          <p:spPr>
            <a:xfrm rot="10800000">
              <a:off x="3943854" y="1752600"/>
              <a:ext cx="2725343" cy="2715194"/>
            </a:xfrm>
            <a:prstGeom prst="arc">
              <a:avLst>
                <a:gd name="adj1" fmla="val 18856891"/>
                <a:gd name="adj2" fmla="val 2820534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148" name="Conector recto 147">
              <a:extLst>
                <a:ext uri="{FF2B5EF4-FFF2-40B4-BE49-F238E27FC236}">
                  <a16:creationId xmlns:a16="http://schemas.microsoft.com/office/drawing/2014/main" id="{6F8003B1-0B56-4FFF-9C3F-A6236A66CF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0149" y="1391069"/>
              <a:ext cx="433601" cy="2534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ector recto 150">
              <a:extLst>
                <a:ext uri="{FF2B5EF4-FFF2-40B4-BE49-F238E27FC236}">
                  <a16:creationId xmlns:a16="http://schemas.microsoft.com/office/drawing/2014/main" id="{342B57FB-6F43-4620-A171-B331E8D7D1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4650" y="1604172"/>
              <a:ext cx="678361" cy="4437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ector recto 152">
              <a:extLst>
                <a:ext uri="{FF2B5EF4-FFF2-40B4-BE49-F238E27FC236}">
                  <a16:creationId xmlns:a16="http://schemas.microsoft.com/office/drawing/2014/main" id="{1DA82C89-12AB-4662-946F-782E7493E3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6611" y="1806441"/>
              <a:ext cx="978829" cy="690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71A50132-25C4-4BA8-A351-D35A46BB53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2566" y="2084772"/>
              <a:ext cx="1332427" cy="8900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ector recto 156">
              <a:extLst>
                <a:ext uri="{FF2B5EF4-FFF2-40B4-BE49-F238E27FC236}">
                  <a16:creationId xmlns:a16="http://schemas.microsoft.com/office/drawing/2014/main" id="{157A6B30-6F4C-417B-A736-D8995DB892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9008" y="2779674"/>
              <a:ext cx="1063957" cy="6883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91BA5096-335C-4816-B6E9-0DB8D20570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3163" y="3292405"/>
              <a:ext cx="1021461" cy="7527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1CEF7EFB-59BB-4C8D-80C2-B11F99219E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0089" y="3730659"/>
              <a:ext cx="1132635" cy="84119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4" name="Grupo 203">
              <a:extLst>
                <a:ext uri="{FF2B5EF4-FFF2-40B4-BE49-F238E27FC236}">
                  <a16:creationId xmlns:a16="http://schemas.microsoft.com/office/drawing/2014/main" id="{3EC862DF-D07E-4593-A3F2-3FAE3CF27692}"/>
                </a:ext>
              </a:extLst>
            </p:cNvPr>
            <p:cNvGrpSpPr/>
            <p:nvPr/>
          </p:nvGrpSpPr>
          <p:grpSpPr>
            <a:xfrm>
              <a:off x="6330639" y="3653167"/>
              <a:ext cx="505777" cy="469994"/>
              <a:chOff x="6743700" y="1162132"/>
              <a:chExt cx="592740" cy="556127"/>
            </a:xfrm>
          </p:grpSpPr>
          <p:sp>
            <p:nvSpPr>
              <p:cNvPr id="178" name="Rectángulo 177">
                <a:extLst>
                  <a:ext uri="{FF2B5EF4-FFF2-40B4-BE49-F238E27FC236}">
                    <a16:creationId xmlns:a16="http://schemas.microsoft.com/office/drawing/2014/main" id="{01D08E5B-B781-40FE-92A1-BAA05C2C43BA}"/>
                  </a:ext>
                </a:extLst>
              </p:cNvPr>
              <p:cNvSpPr/>
              <p:nvPr/>
            </p:nvSpPr>
            <p:spPr>
              <a:xfrm>
                <a:off x="6743700" y="1164119"/>
                <a:ext cx="587228" cy="54714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cxnSp>
            <p:nvCxnSpPr>
              <p:cNvPr id="179" name="Conector recto 178">
                <a:extLst>
                  <a:ext uri="{FF2B5EF4-FFF2-40B4-BE49-F238E27FC236}">
                    <a16:creationId xmlns:a16="http://schemas.microsoft.com/office/drawing/2014/main" id="{FDC5E3A8-3ABB-4E6F-8FC9-3D1C614E7E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43700" y="1162132"/>
                <a:ext cx="312664" cy="15735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Conector recto 180">
                <a:extLst>
                  <a:ext uri="{FF2B5EF4-FFF2-40B4-BE49-F238E27FC236}">
                    <a16:creationId xmlns:a16="http://schemas.microsoft.com/office/drawing/2014/main" id="{B62F192C-419A-4AA7-823A-C2714FD1B1BF}"/>
                  </a:ext>
                </a:extLst>
              </p:cNvPr>
              <p:cNvCxnSpPr>
                <a:cxnSpLocks/>
                <a:stCxn id="178" idx="1"/>
              </p:cNvCxnSpPr>
              <p:nvPr/>
            </p:nvCxnSpPr>
            <p:spPr>
              <a:xfrm flipV="1">
                <a:off x="6743700" y="1162132"/>
                <a:ext cx="555059" cy="2755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Conector recto 182">
                <a:extLst>
                  <a:ext uri="{FF2B5EF4-FFF2-40B4-BE49-F238E27FC236}">
                    <a16:creationId xmlns:a16="http://schemas.microsoft.com/office/drawing/2014/main" id="{614BAC4C-843B-4D8F-BE3C-680B1D2065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50443" y="1260867"/>
                <a:ext cx="580485" cy="29608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Conector recto 184">
                <a:extLst>
                  <a:ext uri="{FF2B5EF4-FFF2-40B4-BE49-F238E27FC236}">
                    <a16:creationId xmlns:a16="http://schemas.microsoft.com/office/drawing/2014/main" id="{EC88DD5A-0A5A-4D41-A5AB-D16BC23E55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50443" y="1388206"/>
                <a:ext cx="580614" cy="2912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Conector recto 186">
                <a:extLst>
                  <a:ext uri="{FF2B5EF4-FFF2-40B4-BE49-F238E27FC236}">
                    <a16:creationId xmlns:a16="http://schemas.microsoft.com/office/drawing/2014/main" id="{B8D21553-E19B-47D8-8609-7ADB4437CF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3314" y="1513016"/>
                <a:ext cx="413126" cy="20524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Conector recto 188">
                <a:extLst>
                  <a:ext uri="{FF2B5EF4-FFF2-40B4-BE49-F238E27FC236}">
                    <a16:creationId xmlns:a16="http://schemas.microsoft.com/office/drawing/2014/main" id="{8797C4C6-76DA-46D2-9668-F9AB7E0811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70441" y="1623298"/>
                <a:ext cx="165999" cy="8524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3" name="CuadroTexto 202">
              <a:extLst>
                <a:ext uri="{FF2B5EF4-FFF2-40B4-BE49-F238E27FC236}">
                  <a16:creationId xmlns:a16="http://schemas.microsoft.com/office/drawing/2014/main" id="{19869F23-D174-45C1-8659-7D57111CD8D6}"/>
                </a:ext>
              </a:extLst>
            </p:cNvPr>
            <p:cNvSpPr txBox="1"/>
            <p:nvPr/>
          </p:nvSpPr>
          <p:spPr>
            <a:xfrm>
              <a:off x="6798040" y="3700157"/>
              <a:ext cx="179971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: zona </a:t>
              </a:r>
              <a:r>
                <a:rPr lang="en-US" sz="1400" dirty="0" err="1"/>
                <a:t>donde</a:t>
              </a:r>
              <a:r>
                <a:rPr lang="en-US" sz="1400" dirty="0"/>
                <a:t> se </a:t>
              </a:r>
              <a:r>
                <a:rPr lang="en-US" sz="1400" dirty="0" err="1"/>
                <a:t>cumplen</a:t>
              </a:r>
              <a:r>
                <a:rPr lang="en-US" sz="1400" dirty="0"/>
                <a:t> </a:t>
              </a:r>
              <a:r>
                <a:rPr lang="en-US" sz="1400" dirty="0" err="1"/>
                <a:t>todas</a:t>
              </a:r>
              <a:r>
                <a:rPr lang="en-US" sz="1400" dirty="0"/>
                <a:t> las </a:t>
              </a:r>
              <a:r>
                <a:rPr lang="en-US" sz="1400" dirty="0" err="1"/>
                <a:t>especificaciones</a:t>
              </a:r>
              <a:endParaRPr lang="es-CL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77285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15849452-A2C6-45FF-9836-565DE4B9456C}"/>
              </a:ext>
            </a:extLst>
          </p:cNvPr>
          <p:cNvGrpSpPr/>
          <p:nvPr/>
        </p:nvGrpSpPr>
        <p:grpSpPr>
          <a:xfrm>
            <a:off x="500831" y="0"/>
            <a:ext cx="6837184" cy="1816509"/>
            <a:chOff x="66508" y="250839"/>
            <a:chExt cx="6837184" cy="18165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ángulo: esquinas redondeadas 5">
                  <a:extLst>
                    <a:ext uri="{FF2B5EF4-FFF2-40B4-BE49-F238E27FC236}">
                      <a16:creationId xmlns:a16="http://schemas.microsoft.com/office/drawing/2014/main" id="{DC6FD323-4672-45D3-8D16-ABFC81B670EC}"/>
                    </a:ext>
                  </a:extLst>
                </p:cNvPr>
                <p:cNvSpPr/>
                <p:nvPr/>
              </p:nvSpPr>
              <p:spPr>
                <a:xfrm>
                  <a:off x="1176470" y="1099681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ángulo: esquinas redondeadas 5">
                  <a:extLst>
                    <a:ext uri="{FF2B5EF4-FFF2-40B4-BE49-F238E27FC236}">
                      <a16:creationId xmlns:a16="http://schemas.microsoft.com/office/drawing/2014/main" id="{DC6FD323-4672-45D3-8D16-ABFC81B670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6470" y="1099681"/>
                  <a:ext cx="1005004" cy="685710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Conector recto de flecha 6">
              <a:extLst>
                <a:ext uri="{FF2B5EF4-FFF2-40B4-BE49-F238E27FC236}">
                  <a16:creationId xmlns:a16="http://schemas.microsoft.com/office/drawing/2014/main" id="{B01889C9-1E7F-40D8-9953-866B1BF0CB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374" y="1422848"/>
              <a:ext cx="100409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1B4CA2DD-75C5-4550-9B62-D84033AE9E7F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V="1">
              <a:off x="2181474" y="1432259"/>
              <a:ext cx="128139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Elipse 10">
                  <a:extLst>
                    <a:ext uri="{FF2B5EF4-FFF2-40B4-BE49-F238E27FC236}">
                      <a16:creationId xmlns:a16="http://schemas.microsoft.com/office/drawing/2014/main" id="{7E831FB7-EAF2-4B6A-988E-441688677292}"/>
                    </a:ext>
                  </a:extLst>
                </p:cNvPr>
                <p:cNvSpPr/>
                <p:nvPr/>
              </p:nvSpPr>
              <p:spPr>
                <a:xfrm>
                  <a:off x="3461810" y="1214880"/>
                  <a:ext cx="475200" cy="474133"/>
                </a:xfrm>
                <a:prstGeom prst="ellips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+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     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Elipse 10">
                  <a:extLst>
                    <a:ext uri="{FF2B5EF4-FFF2-40B4-BE49-F238E27FC236}">
                      <a16:creationId xmlns:a16="http://schemas.microsoft.com/office/drawing/2014/main" id="{7E831FB7-EAF2-4B6A-988E-4416886772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1810" y="1214880"/>
                  <a:ext cx="475200" cy="474133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803AAF0C-2A24-41B8-BB03-65C43121AF88}"/>
                </a:ext>
              </a:extLst>
            </p:cNvPr>
            <p:cNvCxnSpPr>
              <a:cxnSpLocks/>
            </p:cNvCxnSpPr>
            <p:nvPr/>
          </p:nvCxnSpPr>
          <p:spPr>
            <a:xfrm>
              <a:off x="3699410" y="527280"/>
              <a:ext cx="0" cy="6876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ángulo: esquinas redondeadas 13">
                  <a:extLst>
                    <a:ext uri="{FF2B5EF4-FFF2-40B4-BE49-F238E27FC236}">
                      <a16:creationId xmlns:a16="http://schemas.microsoft.com/office/drawing/2014/main" id="{CD91A7D2-FDD1-417B-91F3-A687D31B463F}"/>
                    </a:ext>
                  </a:extLst>
                </p:cNvPr>
                <p:cNvSpPr/>
                <p:nvPr/>
              </p:nvSpPr>
              <p:spPr>
                <a:xfrm>
                  <a:off x="4624610" y="1089404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ángulo: esquinas redondeadas 13">
                  <a:extLst>
                    <a:ext uri="{FF2B5EF4-FFF2-40B4-BE49-F238E27FC236}">
                      <a16:creationId xmlns:a16="http://schemas.microsoft.com/office/drawing/2014/main" id="{CD91A7D2-FDD1-417B-91F3-A687D31B46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4610" y="1089404"/>
                  <a:ext cx="1005004" cy="685710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5299F32F-54A8-4DC4-AF2D-51E511F6C797}"/>
                </a:ext>
              </a:extLst>
            </p:cNvPr>
            <p:cNvCxnSpPr>
              <a:cxnSpLocks/>
            </p:cNvCxnSpPr>
            <p:nvPr/>
          </p:nvCxnSpPr>
          <p:spPr>
            <a:xfrm>
              <a:off x="3937010" y="1412571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A18B2FDE-99B5-4AE5-A665-6149AA1687CB}"/>
                </a:ext>
              </a:extLst>
            </p:cNvPr>
            <p:cNvCxnSpPr>
              <a:cxnSpLocks/>
            </p:cNvCxnSpPr>
            <p:nvPr/>
          </p:nvCxnSpPr>
          <p:spPr>
            <a:xfrm>
              <a:off x="5629614" y="1432259"/>
              <a:ext cx="10044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CuadroTexto 1">
                  <a:extLst>
                    <a:ext uri="{FF2B5EF4-FFF2-40B4-BE49-F238E27FC236}">
                      <a16:creationId xmlns:a16="http://schemas.microsoft.com/office/drawing/2014/main" id="{95A407E0-80B7-41EA-86BA-75E6DB11F459}"/>
                    </a:ext>
                  </a:extLst>
                </p:cNvPr>
                <p:cNvSpPr txBox="1"/>
                <p:nvPr/>
              </p:nvSpPr>
              <p:spPr>
                <a:xfrm>
                  <a:off x="66508" y="1170649"/>
                  <a:ext cx="113472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1400" b="0" dirty="0"/>
                </a:p>
                <a:p>
                  <a:pPr algn="ctr"/>
                  <a:r>
                    <a:rPr lang="es-CL" sz="1400" dirty="0"/>
                    <a:t> referencia</a:t>
                  </a:r>
                </a:p>
              </p:txBody>
            </p:sp>
          </mc:Choice>
          <mc:Fallback xmlns="">
            <p:sp>
              <p:nvSpPr>
                <p:cNvPr id="2" name="CuadroTexto 1">
                  <a:extLst>
                    <a:ext uri="{FF2B5EF4-FFF2-40B4-BE49-F238E27FC236}">
                      <a16:creationId xmlns:a16="http://schemas.microsoft.com/office/drawing/2014/main" id="{95A407E0-80B7-41EA-86BA-75E6DB11F4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08" y="1170649"/>
                  <a:ext cx="1134724" cy="523220"/>
                </a:xfrm>
                <a:prstGeom prst="rect">
                  <a:avLst/>
                </a:prstGeom>
                <a:blipFill>
                  <a:blip r:embed="rId5"/>
                  <a:stretch>
                    <a:fillRect b="-1046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4EFB3CB2-DCC8-4A0D-B4F7-2FCF3A339D0F}"/>
                    </a:ext>
                  </a:extLst>
                </p:cNvPr>
                <p:cNvSpPr txBox="1"/>
                <p:nvPr/>
              </p:nvSpPr>
              <p:spPr>
                <a:xfrm>
                  <a:off x="3558074" y="250839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es-CL" sz="1400" dirty="0"/>
                    <a:t>: perturbación</a:t>
                  </a:r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4EFB3CB2-DCC8-4A0D-B4F7-2FCF3A339D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8074" y="250839"/>
                  <a:ext cx="1648408" cy="307777"/>
                </a:xfrm>
                <a:prstGeom prst="rect">
                  <a:avLst/>
                </a:prstGeom>
                <a:blipFill>
                  <a:blip r:embed="rId6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530D1D2D-429F-4DA1-9A14-1C78AB7A6204}"/>
                    </a:ext>
                  </a:extLst>
                </p:cNvPr>
                <p:cNvSpPr txBox="1"/>
                <p:nvPr/>
              </p:nvSpPr>
              <p:spPr>
                <a:xfrm>
                  <a:off x="5255284" y="1170649"/>
                  <a:ext cx="164840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s-CL" sz="1400" dirty="0"/>
                </a:p>
                <a:p>
                  <a:pPr algn="ctr"/>
                  <a:r>
                    <a:rPr lang="es-CL" sz="1400" dirty="0"/>
                    <a:t> respuesta</a:t>
                  </a:r>
                </a:p>
              </p:txBody>
            </p:sp>
          </mc:Choice>
          <mc:Fallback xmlns="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530D1D2D-429F-4DA1-9A14-1C78AB7A62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5284" y="1170649"/>
                  <a:ext cx="1648408" cy="523220"/>
                </a:xfrm>
                <a:prstGeom prst="rect">
                  <a:avLst/>
                </a:prstGeom>
                <a:blipFill>
                  <a:blip r:embed="rId7"/>
                  <a:stretch>
                    <a:fillRect b="-1046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FE31DA67-1D4D-4E3F-997D-FF2CAA7BCF8F}"/>
                </a:ext>
              </a:extLst>
            </p:cNvPr>
            <p:cNvSpPr txBox="1"/>
            <p:nvPr/>
          </p:nvSpPr>
          <p:spPr>
            <a:xfrm>
              <a:off x="1176470" y="1759571"/>
              <a:ext cx="16484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FF66FF"/>
                  </a:solidFill>
                </a:rPr>
                <a:t>Controlador</a:t>
              </a:r>
              <a:endParaRPr lang="es-CL" sz="1400" dirty="0">
                <a:solidFill>
                  <a:srgbClr val="FF66FF"/>
                </a:solidFill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3B315428-B315-47DD-B246-03DC3A00B015}"/>
                </a:ext>
              </a:extLst>
            </p:cNvPr>
            <p:cNvSpPr txBox="1"/>
            <p:nvPr/>
          </p:nvSpPr>
          <p:spPr>
            <a:xfrm>
              <a:off x="4805410" y="1758254"/>
              <a:ext cx="16484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66FF"/>
                  </a:solidFill>
                </a:rPr>
                <a:t>Planta</a:t>
              </a:r>
              <a:endParaRPr lang="es-CL" sz="1400" dirty="0">
                <a:solidFill>
                  <a:srgbClr val="FF66FF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CA4A9FB7-FA5A-48D0-8E01-F0695B5D3084}"/>
                    </a:ext>
                  </a:extLst>
                </p:cNvPr>
                <p:cNvSpPr txBox="1"/>
                <p:nvPr/>
              </p:nvSpPr>
              <p:spPr>
                <a:xfrm>
                  <a:off x="2000674" y="1180926"/>
                  <a:ext cx="152694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s-CL" sz="1400" dirty="0"/>
                </a:p>
                <a:p>
                  <a:pPr algn="ctr"/>
                  <a:r>
                    <a:rPr lang="es-CL" sz="1400" dirty="0"/>
                    <a:t>señal control</a:t>
                  </a:r>
                </a:p>
              </p:txBody>
            </p:sp>
          </mc:Choice>
          <mc:Fallback xmlns="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CA4A9FB7-FA5A-48D0-8E01-F0695B5D30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0674" y="1180926"/>
                  <a:ext cx="1526945" cy="523220"/>
                </a:xfrm>
                <a:prstGeom prst="rect">
                  <a:avLst/>
                </a:prstGeom>
                <a:blipFill>
                  <a:blip r:embed="rId8"/>
                  <a:stretch>
                    <a:fillRect b="-1176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48891DC6-8BEA-4B81-817B-7A8D6DACDA57}"/>
                    </a:ext>
                  </a:extLst>
                </p:cNvPr>
                <p:cNvSpPr txBox="1"/>
                <p:nvPr/>
              </p:nvSpPr>
              <p:spPr>
                <a:xfrm>
                  <a:off x="3493148" y="1165793"/>
                  <a:ext cx="152694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48891DC6-8BEA-4B81-817B-7A8D6DACDA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3148" y="1165793"/>
                  <a:ext cx="1526945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403FF8BC-7544-4A6F-83DE-C8FDE44652CE}"/>
              </a:ext>
            </a:extLst>
          </p:cNvPr>
          <p:cNvGrpSpPr/>
          <p:nvPr/>
        </p:nvGrpSpPr>
        <p:grpSpPr>
          <a:xfrm>
            <a:off x="231212" y="2035408"/>
            <a:ext cx="7977846" cy="2162573"/>
            <a:chOff x="2558748" y="2443964"/>
            <a:chExt cx="7977846" cy="21625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75728F11-A495-4D52-9327-859FCA6FAC27}"/>
                    </a:ext>
                  </a:extLst>
                </p:cNvPr>
                <p:cNvSpPr txBox="1"/>
                <p:nvPr/>
              </p:nvSpPr>
              <p:spPr>
                <a:xfrm>
                  <a:off x="8888186" y="3363774"/>
                  <a:ext cx="164840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s-CL" sz="1400" dirty="0"/>
                </a:p>
                <a:p>
                  <a:pPr algn="ctr"/>
                  <a:r>
                    <a:rPr lang="es-CL" sz="1400" dirty="0"/>
                    <a:t> respuesta</a:t>
                  </a:r>
                </a:p>
              </p:txBody>
            </p:sp>
          </mc:Choice>
          <mc:Fallback xmlns="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75728F11-A495-4D52-9327-859FCA6FAC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8186" y="3363774"/>
                  <a:ext cx="1648408" cy="523220"/>
                </a:xfrm>
                <a:prstGeom prst="rect">
                  <a:avLst/>
                </a:prstGeom>
                <a:blipFill>
                  <a:blip r:embed="rId7"/>
                  <a:stretch>
                    <a:fillRect b="-1046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51A103E9-B54C-4C8D-9B73-A1341EBAE811}"/>
                    </a:ext>
                  </a:extLst>
                </p:cNvPr>
                <p:cNvSpPr txBox="1"/>
                <p:nvPr/>
              </p:nvSpPr>
              <p:spPr>
                <a:xfrm>
                  <a:off x="7126050" y="3358918"/>
                  <a:ext cx="152694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51A103E9-B54C-4C8D-9B73-A1341EBAE8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050" y="3358918"/>
                  <a:ext cx="1526945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ángulo: esquinas redondeadas 22">
                  <a:extLst>
                    <a:ext uri="{FF2B5EF4-FFF2-40B4-BE49-F238E27FC236}">
                      <a16:creationId xmlns:a16="http://schemas.microsoft.com/office/drawing/2014/main" id="{58CA8E64-9F58-46B6-B281-7B115D73EF83}"/>
                    </a:ext>
                  </a:extLst>
                </p:cNvPr>
                <p:cNvSpPr/>
                <p:nvPr/>
              </p:nvSpPr>
              <p:spPr>
                <a:xfrm>
                  <a:off x="4809372" y="3292806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Rectángulo: esquinas redondeadas 22">
                  <a:extLst>
                    <a:ext uri="{FF2B5EF4-FFF2-40B4-BE49-F238E27FC236}">
                      <a16:creationId xmlns:a16="http://schemas.microsoft.com/office/drawing/2014/main" id="{58CA8E64-9F58-46B6-B281-7B115D73EF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9372" y="3292806"/>
                  <a:ext cx="1005004" cy="685710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397A3649-4E2A-45DB-BE00-CD23F00480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806" y="3667298"/>
              <a:ext cx="100409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939BF630-A6F8-4C52-843F-FF2F7BAA8ED6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V="1">
              <a:off x="5814376" y="3625384"/>
              <a:ext cx="128139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Elipse 25">
                  <a:extLst>
                    <a:ext uri="{FF2B5EF4-FFF2-40B4-BE49-F238E27FC236}">
                      <a16:creationId xmlns:a16="http://schemas.microsoft.com/office/drawing/2014/main" id="{28A5FE40-16AC-499E-8F74-393D91FA0CA6}"/>
                    </a:ext>
                  </a:extLst>
                </p:cNvPr>
                <p:cNvSpPr/>
                <p:nvPr/>
              </p:nvSpPr>
              <p:spPr>
                <a:xfrm>
                  <a:off x="7094712" y="3408005"/>
                  <a:ext cx="475200" cy="474133"/>
                </a:xfrm>
                <a:prstGeom prst="ellips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+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     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6" name="Elipse 25">
                  <a:extLst>
                    <a:ext uri="{FF2B5EF4-FFF2-40B4-BE49-F238E27FC236}">
                      <a16:creationId xmlns:a16="http://schemas.microsoft.com/office/drawing/2014/main" id="{28A5FE40-16AC-499E-8F74-393D91FA0C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4712" y="3408005"/>
                  <a:ext cx="475200" cy="474133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Conector recto de flecha 26">
              <a:extLst>
                <a:ext uri="{FF2B5EF4-FFF2-40B4-BE49-F238E27FC236}">
                  <a16:creationId xmlns:a16="http://schemas.microsoft.com/office/drawing/2014/main" id="{79903377-7B4E-4EE8-A9C2-F3C7A5C86BAF}"/>
                </a:ext>
              </a:extLst>
            </p:cNvPr>
            <p:cNvCxnSpPr>
              <a:cxnSpLocks/>
            </p:cNvCxnSpPr>
            <p:nvPr/>
          </p:nvCxnSpPr>
          <p:spPr>
            <a:xfrm>
              <a:off x="7332312" y="2720405"/>
              <a:ext cx="0" cy="6876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ángulo: esquinas redondeadas 27">
                  <a:extLst>
                    <a:ext uri="{FF2B5EF4-FFF2-40B4-BE49-F238E27FC236}">
                      <a16:creationId xmlns:a16="http://schemas.microsoft.com/office/drawing/2014/main" id="{7A7B5A6D-476C-4934-BF3C-8D98A367F47A}"/>
                    </a:ext>
                  </a:extLst>
                </p:cNvPr>
                <p:cNvSpPr/>
                <p:nvPr/>
              </p:nvSpPr>
              <p:spPr>
                <a:xfrm>
                  <a:off x="8257512" y="3282529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ángulo: esquinas redondeadas 27">
                  <a:extLst>
                    <a:ext uri="{FF2B5EF4-FFF2-40B4-BE49-F238E27FC236}">
                      <a16:creationId xmlns:a16="http://schemas.microsoft.com/office/drawing/2014/main" id="{7A7B5A6D-476C-4934-BF3C-8D98A367F47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7512" y="3282529"/>
                  <a:ext cx="1005004" cy="685710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0766ED35-3FB3-45E3-B592-B58FD81EB08A}"/>
                </a:ext>
              </a:extLst>
            </p:cNvPr>
            <p:cNvCxnSpPr>
              <a:cxnSpLocks/>
            </p:cNvCxnSpPr>
            <p:nvPr/>
          </p:nvCxnSpPr>
          <p:spPr>
            <a:xfrm>
              <a:off x="7569912" y="3605696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Conector recto de flecha 29">
              <a:extLst>
                <a:ext uri="{FF2B5EF4-FFF2-40B4-BE49-F238E27FC236}">
                  <a16:creationId xmlns:a16="http://schemas.microsoft.com/office/drawing/2014/main" id="{594DCB46-4563-49EF-A59A-1A5A7BD3F2FB}"/>
                </a:ext>
              </a:extLst>
            </p:cNvPr>
            <p:cNvCxnSpPr>
              <a:cxnSpLocks/>
            </p:cNvCxnSpPr>
            <p:nvPr/>
          </p:nvCxnSpPr>
          <p:spPr>
            <a:xfrm>
              <a:off x="9262516" y="3625384"/>
              <a:ext cx="10044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38EC47C1-929B-45BF-8F86-44C510B75EE8}"/>
                    </a:ext>
                  </a:extLst>
                </p:cNvPr>
                <p:cNvSpPr txBox="1"/>
                <p:nvPr/>
              </p:nvSpPr>
              <p:spPr>
                <a:xfrm>
                  <a:off x="2558748" y="3413055"/>
                  <a:ext cx="113472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1400" b="0" dirty="0"/>
                </a:p>
                <a:p>
                  <a:pPr algn="ctr"/>
                  <a:r>
                    <a:rPr lang="es-CL" sz="1400" dirty="0"/>
                    <a:t> referencia</a:t>
                  </a:r>
                </a:p>
              </p:txBody>
            </p:sp>
          </mc:Choice>
          <mc:Fallback xmlns="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38EC47C1-929B-45BF-8F86-44C510B75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8748" y="3413055"/>
                  <a:ext cx="1134724" cy="523220"/>
                </a:xfrm>
                <a:prstGeom prst="rect">
                  <a:avLst/>
                </a:prstGeom>
                <a:blipFill>
                  <a:blip r:embed="rId5"/>
                  <a:stretch>
                    <a:fillRect b="-1046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F71AA50C-C0AA-4B76-94D8-B5A76B06E52B}"/>
                    </a:ext>
                  </a:extLst>
                </p:cNvPr>
                <p:cNvSpPr txBox="1"/>
                <p:nvPr/>
              </p:nvSpPr>
              <p:spPr>
                <a:xfrm>
                  <a:off x="7190976" y="2443964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es-CL" sz="1400" dirty="0"/>
                    <a:t>: perturbación</a:t>
                  </a:r>
                </a:p>
              </p:txBody>
            </p:sp>
          </mc:Choice>
          <mc:Fallback xmlns="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F71AA50C-C0AA-4B76-94D8-B5A76B06E5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0976" y="2443964"/>
                  <a:ext cx="1648408" cy="307777"/>
                </a:xfrm>
                <a:prstGeom prst="rect">
                  <a:avLst/>
                </a:prstGeom>
                <a:blipFill>
                  <a:blip r:embed="rId13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63BB9B19-E60B-4BD1-9366-84D73DBBEF8C}"/>
                </a:ext>
              </a:extLst>
            </p:cNvPr>
            <p:cNvSpPr txBox="1"/>
            <p:nvPr/>
          </p:nvSpPr>
          <p:spPr>
            <a:xfrm>
              <a:off x="4809372" y="3952696"/>
              <a:ext cx="16484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FF66FF"/>
                  </a:solidFill>
                </a:rPr>
                <a:t>Controlador</a:t>
              </a:r>
              <a:endParaRPr lang="es-CL" sz="1400" dirty="0">
                <a:solidFill>
                  <a:srgbClr val="FF66FF"/>
                </a:solidFill>
              </a:endParaRP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44ABC150-4649-47E8-A1C8-BE8F30CB47DF}"/>
                </a:ext>
              </a:extLst>
            </p:cNvPr>
            <p:cNvSpPr txBox="1"/>
            <p:nvPr/>
          </p:nvSpPr>
          <p:spPr>
            <a:xfrm>
              <a:off x="8438312" y="3951379"/>
              <a:ext cx="16484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66FF"/>
                  </a:solidFill>
                </a:rPr>
                <a:t>Planta</a:t>
              </a:r>
              <a:endParaRPr lang="es-CL" sz="1400" dirty="0">
                <a:solidFill>
                  <a:srgbClr val="FF66FF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AA7273D0-800B-41D1-897B-0B9647AFFA2C}"/>
                    </a:ext>
                  </a:extLst>
                </p:cNvPr>
                <p:cNvSpPr txBox="1"/>
                <p:nvPr/>
              </p:nvSpPr>
              <p:spPr>
                <a:xfrm>
                  <a:off x="5633576" y="3374051"/>
                  <a:ext cx="152694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s-CL" sz="1400" dirty="0"/>
                </a:p>
                <a:p>
                  <a:pPr algn="ctr"/>
                  <a:r>
                    <a:rPr lang="es-CL" sz="1400" dirty="0"/>
                    <a:t>señal control</a:t>
                  </a:r>
                </a:p>
              </p:txBody>
            </p:sp>
          </mc:Choice>
          <mc:Fallback xmlns="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AA7273D0-800B-41D1-897B-0B9647AFFA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3576" y="3374051"/>
                  <a:ext cx="1526945" cy="523220"/>
                </a:xfrm>
                <a:prstGeom prst="rect">
                  <a:avLst/>
                </a:prstGeom>
                <a:blipFill>
                  <a:blip r:embed="rId14"/>
                  <a:stretch>
                    <a:fillRect b="-11628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Conector: angular 9">
              <a:extLst>
                <a:ext uri="{FF2B5EF4-FFF2-40B4-BE49-F238E27FC236}">
                  <a16:creationId xmlns:a16="http://schemas.microsoft.com/office/drawing/2014/main" id="{F5078AAF-7100-4CB4-84CF-28FF736336B8}"/>
                </a:ext>
              </a:extLst>
            </p:cNvPr>
            <p:cNvCxnSpPr>
              <a:cxnSpLocks/>
              <a:stCxn id="33" idx="2"/>
              <a:endCxn id="38" idx="4"/>
            </p:cNvCxnSpPr>
            <p:nvPr/>
          </p:nvCxnSpPr>
          <p:spPr>
            <a:xfrm rot="5400000" flipH="1">
              <a:off x="6789018" y="963622"/>
              <a:ext cx="4856" cy="5841888"/>
            </a:xfrm>
            <a:prstGeom prst="bentConnector3">
              <a:avLst>
                <a:gd name="adj1" fmla="val -16428480"/>
              </a:avLst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Elipse 37">
                  <a:extLst>
                    <a:ext uri="{FF2B5EF4-FFF2-40B4-BE49-F238E27FC236}">
                      <a16:creationId xmlns:a16="http://schemas.microsoft.com/office/drawing/2014/main" id="{F19BE713-2B67-4E00-A2DB-5A4CFC68B2A3}"/>
                    </a:ext>
                  </a:extLst>
                </p:cNvPr>
                <p:cNvSpPr/>
                <p:nvPr/>
              </p:nvSpPr>
              <p:spPr>
                <a:xfrm>
                  <a:off x="3632902" y="3408005"/>
                  <a:ext cx="475200" cy="474133"/>
                </a:xfrm>
                <a:prstGeom prst="ellips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:endParaRPr lang="en-US" sz="11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       </m:t>
                        </m:r>
                      </m:oMath>
                    </m:oMathPara>
                  </a14:m>
                  <a:endParaRPr lang="en-US" sz="11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100" b="0" dirty="0">
                      <a:solidFill>
                        <a:schemeClr val="tx1"/>
                      </a:solidFill>
                    </a:rPr>
                    <a:t>   -</a:t>
                  </a:r>
                  <a14:m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" name="Elipse 37">
                  <a:extLst>
                    <a:ext uri="{FF2B5EF4-FFF2-40B4-BE49-F238E27FC236}">
                      <a16:creationId xmlns:a16="http://schemas.microsoft.com/office/drawing/2014/main" id="{F19BE713-2B67-4E00-A2DB-5A4CFC68B2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2902" y="3408005"/>
                  <a:ext cx="475200" cy="474133"/>
                </a:xfrm>
                <a:prstGeom prst="ellipse">
                  <a:avLst/>
                </a:prstGeom>
                <a:blipFill>
                  <a:blip r:embed="rId15"/>
                  <a:stretch>
                    <a:fillRect b="-61446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Conector recto de flecha 38">
              <a:extLst>
                <a:ext uri="{FF2B5EF4-FFF2-40B4-BE49-F238E27FC236}">
                  <a16:creationId xmlns:a16="http://schemas.microsoft.com/office/drawing/2014/main" id="{8852C90A-B432-450C-8C87-0716B6E35355}"/>
                </a:ext>
              </a:extLst>
            </p:cNvPr>
            <p:cNvCxnSpPr>
              <a:cxnSpLocks/>
            </p:cNvCxnSpPr>
            <p:nvPr/>
          </p:nvCxnSpPr>
          <p:spPr>
            <a:xfrm>
              <a:off x="4117810" y="3645892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540A9AC7-FCAD-482A-94C5-699CDCF48DC6}"/>
                    </a:ext>
                  </a:extLst>
                </p:cNvPr>
                <p:cNvSpPr txBox="1"/>
                <p:nvPr/>
              </p:nvSpPr>
              <p:spPr>
                <a:xfrm>
                  <a:off x="3882031" y="3374164"/>
                  <a:ext cx="113806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sz="1400" b="0" dirty="0"/>
                </a:p>
                <a:p>
                  <a:pPr algn="ctr"/>
                  <a:r>
                    <a:rPr lang="es-CL" sz="1400" dirty="0"/>
                    <a:t>error</a:t>
                  </a:r>
                </a:p>
              </p:txBody>
            </p:sp>
          </mc:Choice>
          <mc:Fallback xmlns="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540A9AC7-FCAD-482A-94C5-699CDCF48D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2031" y="3374164"/>
                  <a:ext cx="1138062" cy="523220"/>
                </a:xfrm>
                <a:prstGeom prst="rect">
                  <a:avLst/>
                </a:prstGeom>
                <a:blipFill>
                  <a:blip r:embed="rId16"/>
                  <a:stretch>
                    <a:fillRect b="-11628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34939472-06D8-45CD-A386-A529690808DB}"/>
                    </a:ext>
                  </a:extLst>
                </p:cNvPr>
                <p:cNvSpPr txBox="1"/>
                <p:nvPr/>
              </p:nvSpPr>
              <p:spPr>
                <a:xfrm>
                  <a:off x="3598029" y="4298760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s-CL" sz="1400" dirty="0"/>
                    <a:t>:  respuesta</a:t>
                  </a:r>
                </a:p>
              </p:txBody>
            </p:sp>
          </mc:Choice>
          <mc:Fallback xmlns="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34939472-06D8-45CD-A386-A529690808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8029" y="4298760"/>
                  <a:ext cx="1648408" cy="307777"/>
                </a:xfrm>
                <a:prstGeom prst="rect">
                  <a:avLst/>
                </a:prstGeom>
                <a:blipFill>
                  <a:blip r:embed="rId17"/>
                  <a:stretch>
                    <a:fillRect t="-3922" b="-19608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C165B585-ED1E-470C-B261-504EFAED0D81}"/>
              </a:ext>
            </a:extLst>
          </p:cNvPr>
          <p:cNvGrpSpPr/>
          <p:nvPr/>
        </p:nvGrpSpPr>
        <p:grpSpPr>
          <a:xfrm>
            <a:off x="7818419" y="1118040"/>
            <a:ext cx="3304470" cy="685710"/>
            <a:chOff x="7818419" y="1118040"/>
            <a:chExt cx="3304470" cy="6857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1BA9D5B6-D057-4D76-8A1A-04705733835B}"/>
                    </a:ext>
                  </a:extLst>
                </p:cNvPr>
                <p:cNvSpPr txBox="1"/>
                <p:nvPr/>
              </p:nvSpPr>
              <p:spPr>
                <a:xfrm>
                  <a:off x="9474481" y="1195163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1BA9D5B6-D057-4D76-8A1A-047057338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4481" y="1195163"/>
                  <a:ext cx="1648408" cy="307777"/>
                </a:xfrm>
                <a:prstGeom prst="rect">
                  <a:avLst/>
                </a:prstGeom>
                <a:blipFill>
                  <a:blip r:embed="rId18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54D370D5-078D-4400-8EE0-6A7B58E12A0D}"/>
                    </a:ext>
                  </a:extLst>
                </p:cNvPr>
                <p:cNvSpPr txBox="1"/>
                <p:nvPr/>
              </p:nvSpPr>
              <p:spPr>
                <a:xfrm>
                  <a:off x="7818419" y="1194429"/>
                  <a:ext cx="152694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54D370D5-078D-4400-8EE0-6A7B58E12A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8419" y="1194429"/>
                  <a:ext cx="1526945" cy="307777"/>
                </a:xfrm>
                <a:prstGeom prst="rect">
                  <a:avLst/>
                </a:prstGeom>
                <a:blipFill>
                  <a:blip r:embed="rId19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ángulo: esquinas redondeadas 46">
                  <a:extLst>
                    <a:ext uri="{FF2B5EF4-FFF2-40B4-BE49-F238E27FC236}">
                      <a16:creationId xmlns:a16="http://schemas.microsoft.com/office/drawing/2014/main" id="{2C7B1BFF-A477-4F9B-BCB5-2B428976F7A7}"/>
                    </a:ext>
                  </a:extLst>
                </p:cNvPr>
                <p:cNvSpPr/>
                <p:nvPr/>
              </p:nvSpPr>
              <p:spPr>
                <a:xfrm>
                  <a:off x="8949881" y="1118040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Rectángulo: esquinas redondeadas 46">
                  <a:extLst>
                    <a:ext uri="{FF2B5EF4-FFF2-40B4-BE49-F238E27FC236}">
                      <a16:creationId xmlns:a16="http://schemas.microsoft.com/office/drawing/2014/main" id="{2C7B1BFF-A477-4F9B-BCB5-2B428976F7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9881" y="1118040"/>
                  <a:ext cx="1005004" cy="685710"/>
                </a:xfrm>
                <a:prstGeom prst="round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Conector recto de flecha 47">
              <a:extLst>
                <a:ext uri="{FF2B5EF4-FFF2-40B4-BE49-F238E27FC236}">
                  <a16:creationId xmlns:a16="http://schemas.microsoft.com/office/drawing/2014/main" id="{C0A671C9-68A3-4DEC-BC0C-356426FCA40B}"/>
                </a:ext>
              </a:extLst>
            </p:cNvPr>
            <p:cNvCxnSpPr>
              <a:cxnSpLocks/>
            </p:cNvCxnSpPr>
            <p:nvPr/>
          </p:nvCxnSpPr>
          <p:spPr>
            <a:xfrm>
              <a:off x="8262281" y="1441207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7BF970A4-62EB-4E20-8DA5-8F20DBE05581}"/>
                </a:ext>
              </a:extLst>
            </p:cNvPr>
            <p:cNvCxnSpPr>
              <a:cxnSpLocks/>
            </p:cNvCxnSpPr>
            <p:nvPr/>
          </p:nvCxnSpPr>
          <p:spPr>
            <a:xfrm>
              <a:off x="9954885" y="1460895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90072FEB-5626-4173-B2A4-304523A29132}"/>
              </a:ext>
            </a:extLst>
          </p:cNvPr>
          <p:cNvGrpSpPr/>
          <p:nvPr/>
        </p:nvGrpSpPr>
        <p:grpSpPr>
          <a:xfrm>
            <a:off x="717484" y="4968083"/>
            <a:ext cx="6146233" cy="1692318"/>
            <a:chOff x="717484" y="4968083"/>
            <a:chExt cx="6146233" cy="16923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D31797BF-2E1C-4934-B6B2-14D813260B1C}"/>
                    </a:ext>
                  </a:extLst>
                </p:cNvPr>
                <p:cNvSpPr txBox="1"/>
                <p:nvPr/>
              </p:nvSpPr>
              <p:spPr>
                <a:xfrm>
                  <a:off x="5215309" y="5471981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D31797BF-2E1C-4934-B6B2-14D813260B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5309" y="5471981"/>
                  <a:ext cx="1648408" cy="307777"/>
                </a:xfrm>
                <a:prstGeom prst="rect">
                  <a:avLst/>
                </a:prstGeom>
                <a:blipFill>
                  <a:blip r:embed="rId21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ángulo: esquinas redondeadas 53">
                  <a:extLst>
                    <a:ext uri="{FF2B5EF4-FFF2-40B4-BE49-F238E27FC236}">
                      <a16:creationId xmlns:a16="http://schemas.microsoft.com/office/drawing/2014/main" id="{C11E6B0D-86A5-46B0-9834-8881071B3A7B}"/>
                    </a:ext>
                  </a:extLst>
                </p:cNvPr>
                <p:cNvSpPr/>
                <p:nvPr/>
              </p:nvSpPr>
              <p:spPr>
                <a:xfrm>
                  <a:off x="2901127" y="5412567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Rectángulo: esquinas redondeadas 53">
                  <a:extLst>
                    <a:ext uri="{FF2B5EF4-FFF2-40B4-BE49-F238E27FC236}">
                      <a16:creationId xmlns:a16="http://schemas.microsoft.com/office/drawing/2014/main" id="{C11E6B0D-86A5-46B0-9834-8881071B3A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1127" y="5412567"/>
                  <a:ext cx="1005004" cy="685710"/>
                </a:xfrm>
                <a:prstGeom prst="round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Conector recto de flecha 54">
              <a:extLst>
                <a:ext uri="{FF2B5EF4-FFF2-40B4-BE49-F238E27FC236}">
                  <a16:creationId xmlns:a16="http://schemas.microsoft.com/office/drawing/2014/main" id="{829CE478-6C1F-47D8-9BC7-8627C4ED46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798" y="5771898"/>
              <a:ext cx="100409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ectángulo: esquinas redondeadas 58">
                  <a:extLst>
                    <a:ext uri="{FF2B5EF4-FFF2-40B4-BE49-F238E27FC236}">
                      <a16:creationId xmlns:a16="http://schemas.microsoft.com/office/drawing/2014/main" id="{19445545-C9EA-45B8-A8AE-EDB03EF36CE1}"/>
                    </a:ext>
                  </a:extLst>
                </p:cNvPr>
                <p:cNvSpPr/>
                <p:nvPr/>
              </p:nvSpPr>
              <p:spPr>
                <a:xfrm>
                  <a:off x="4612627" y="5429044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Rectángulo: esquinas redondeadas 58">
                  <a:extLst>
                    <a:ext uri="{FF2B5EF4-FFF2-40B4-BE49-F238E27FC236}">
                      <a16:creationId xmlns:a16="http://schemas.microsoft.com/office/drawing/2014/main" id="{19445545-C9EA-45B8-A8AE-EDB03EF36C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2627" y="5429044"/>
                  <a:ext cx="1005004" cy="685710"/>
                </a:xfrm>
                <a:prstGeom prst="round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Conector recto de flecha 59">
              <a:extLst>
                <a:ext uri="{FF2B5EF4-FFF2-40B4-BE49-F238E27FC236}">
                  <a16:creationId xmlns:a16="http://schemas.microsoft.com/office/drawing/2014/main" id="{4F5D7A03-6D2B-4F9F-8BA9-D8B1621DBEB1}"/>
                </a:ext>
              </a:extLst>
            </p:cNvPr>
            <p:cNvCxnSpPr>
              <a:cxnSpLocks/>
            </p:cNvCxnSpPr>
            <p:nvPr/>
          </p:nvCxnSpPr>
          <p:spPr>
            <a:xfrm>
              <a:off x="3925027" y="5752211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Conector recto de flecha 60">
              <a:extLst>
                <a:ext uri="{FF2B5EF4-FFF2-40B4-BE49-F238E27FC236}">
                  <a16:creationId xmlns:a16="http://schemas.microsoft.com/office/drawing/2014/main" id="{2BEDFAA2-2839-4E15-BABC-4BC03B37FE34}"/>
                </a:ext>
              </a:extLst>
            </p:cNvPr>
            <p:cNvCxnSpPr>
              <a:cxnSpLocks/>
            </p:cNvCxnSpPr>
            <p:nvPr/>
          </p:nvCxnSpPr>
          <p:spPr>
            <a:xfrm>
              <a:off x="5617631" y="5771899"/>
              <a:ext cx="10044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FB0C26DF-97BB-4900-9C67-227C1C4739BE}"/>
                    </a:ext>
                  </a:extLst>
                </p:cNvPr>
                <p:cNvSpPr txBox="1"/>
                <p:nvPr/>
              </p:nvSpPr>
              <p:spPr>
                <a:xfrm>
                  <a:off x="717484" y="5493417"/>
                  <a:ext cx="113472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FB0C26DF-97BB-4900-9C67-227C1C4739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84" y="5493417"/>
                  <a:ext cx="1134724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75067A8E-7562-484A-BC89-2A7C0F2DDCB0}"/>
                    </a:ext>
                  </a:extLst>
                </p:cNvPr>
                <p:cNvSpPr txBox="1"/>
                <p:nvPr/>
              </p:nvSpPr>
              <p:spPr>
                <a:xfrm>
                  <a:off x="3818344" y="5474399"/>
                  <a:ext cx="88207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75067A8E-7562-484A-BC89-2A7C0F2DDC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8344" y="5474399"/>
                  <a:ext cx="882070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Conector: angular 66">
              <a:extLst>
                <a:ext uri="{FF2B5EF4-FFF2-40B4-BE49-F238E27FC236}">
                  <a16:creationId xmlns:a16="http://schemas.microsoft.com/office/drawing/2014/main" id="{1301AA12-D6BD-4DDD-BB0E-91C609092756}"/>
                </a:ext>
              </a:extLst>
            </p:cNvPr>
            <p:cNvCxnSpPr>
              <a:cxnSpLocks/>
              <a:stCxn id="52" idx="2"/>
              <a:endCxn id="68" idx="4"/>
            </p:cNvCxnSpPr>
            <p:nvPr/>
          </p:nvCxnSpPr>
          <p:spPr>
            <a:xfrm rot="5400000">
              <a:off x="3903845" y="3873296"/>
              <a:ext cx="229207" cy="4042131"/>
            </a:xfrm>
            <a:prstGeom prst="bentConnector3">
              <a:avLst>
                <a:gd name="adj1" fmla="val 273010"/>
              </a:avLst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Elipse 67">
                  <a:extLst>
                    <a:ext uri="{FF2B5EF4-FFF2-40B4-BE49-F238E27FC236}">
                      <a16:creationId xmlns:a16="http://schemas.microsoft.com/office/drawing/2014/main" id="{730806EE-ED93-4C04-9E8F-BEF8786B0E20}"/>
                    </a:ext>
                  </a:extLst>
                </p:cNvPr>
                <p:cNvSpPr/>
                <p:nvPr/>
              </p:nvSpPr>
              <p:spPr>
                <a:xfrm>
                  <a:off x="1759782" y="5534832"/>
                  <a:ext cx="475200" cy="474133"/>
                </a:xfrm>
                <a:prstGeom prst="ellips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:endParaRPr lang="en-US" sz="11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       </m:t>
                        </m:r>
                      </m:oMath>
                    </m:oMathPara>
                  </a14:m>
                  <a:endParaRPr lang="en-US" sz="11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100" b="0" dirty="0">
                      <a:solidFill>
                        <a:schemeClr val="tx1"/>
                      </a:solidFill>
                    </a:rPr>
                    <a:t>   -</a:t>
                  </a:r>
                  <a14:m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8" name="Elipse 67">
                  <a:extLst>
                    <a:ext uri="{FF2B5EF4-FFF2-40B4-BE49-F238E27FC236}">
                      <a16:creationId xmlns:a16="http://schemas.microsoft.com/office/drawing/2014/main" id="{730806EE-ED93-4C04-9E8F-BEF8786B0E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782" y="5534832"/>
                  <a:ext cx="475200" cy="474133"/>
                </a:xfrm>
                <a:prstGeom prst="ellipse">
                  <a:avLst/>
                </a:prstGeom>
                <a:blipFill>
                  <a:blip r:embed="rId26"/>
                  <a:stretch>
                    <a:fillRect b="-61446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Conector recto de flecha 68">
              <a:extLst>
                <a:ext uri="{FF2B5EF4-FFF2-40B4-BE49-F238E27FC236}">
                  <a16:creationId xmlns:a16="http://schemas.microsoft.com/office/drawing/2014/main" id="{4FAFF8EC-01CA-46A2-9A5C-A1A7A0279B20}"/>
                </a:ext>
              </a:extLst>
            </p:cNvPr>
            <p:cNvCxnSpPr>
              <a:cxnSpLocks/>
            </p:cNvCxnSpPr>
            <p:nvPr/>
          </p:nvCxnSpPr>
          <p:spPr>
            <a:xfrm>
              <a:off x="2213527" y="5774103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EA66C870-FB8F-45FB-BECF-2E4E4F1EDCFB}"/>
                    </a:ext>
                  </a:extLst>
                </p:cNvPr>
                <p:cNvSpPr txBox="1"/>
                <p:nvPr/>
              </p:nvSpPr>
              <p:spPr>
                <a:xfrm>
                  <a:off x="1997381" y="5493417"/>
                  <a:ext cx="11380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EA66C870-FB8F-45FB-BECF-2E4E4F1EDC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7381" y="5493417"/>
                  <a:ext cx="1138062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Rectángulo 75">
                  <a:extLst>
                    <a:ext uri="{FF2B5EF4-FFF2-40B4-BE49-F238E27FC236}">
                      <a16:creationId xmlns:a16="http://schemas.microsoft.com/office/drawing/2014/main" id="{5C42618A-8526-4896-A52F-A2C3A61FB70F}"/>
                    </a:ext>
                  </a:extLst>
                </p:cNvPr>
                <p:cNvSpPr/>
                <p:nvPr/>
              </p:nvSpPr>
              <p:spPr>
                <a:xfrm>
                  <a:off x="1527309" y="4968083"/>
                  <a:ext cx="4670751" cy="1692318"/>
                </a:xfrm>
                <a:prstGeom prst="rect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2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𝐶𝐿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 ?</m:t>
                        </m:r>
                      </m:oMath>
                    </m:oMathPara>
                  </a14:m>
                  <a:endParaRPr lang="en-US" b="0" dirty="0">
                    <a:solidFill>
                      <a:srgbClr val="FF0000"/>
                    </a:solidFill>
                  </a:endParaRPr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</p:txBody>
            </p:sp>
          </mc:Choice>
          <mc:Fallback xmlns="">
            <p:sp>
              <p:nvSpPr>
                <p:cNvPr id="76" name="Rectángulo 75">
                  <a:extLst>
                    <a:ext uri="{FF2B5EF4-FFF2-40B4-BE49-F238E27FC236}">
                      <a16:creationId xmlns:a16="http://schemas.microsoft.com/office/drawing/2014/main" id="{5C42618A-8526-4896-A52F-A2C3A61FB7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309" y="4968083"/>
                  <a:ext cx="4670751" cy="1692318"/>
                </a:xfrm>
                <a:prstGeom prst="rect">
                  <a:avLst/>
                </a:prstGeom>
                <a:blipFill>
                  <a:blip r:embed="rId28"/>
                  <a:stretch>
                    <a:fillRect t="-20775"/>
                  </a:stretch>
                </a:blipFill>
                <a:ln w="381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Rectángulo 77">
                  <a:extLst>
                    <a:ext uri="{FF2B5EF4-FFF2-40B4-BE49-F238E27FC236}">
                      <a16:creationId xmlns:a16="http://schemas.microsoft.com/office/drawing/2014/main" id="{3144EAE3-F6FA-42E5-A2B0-98DE2324CC35}"/>
                    </a:ext>
                  </a:extLst>
                </p:cNvPr>
                <p:cNvSpPr/>
                <p:nvPr/>
              </p:nvSpPr>
              <p:spPr>
                <a:xfrm>
                  <a:off x="2615797" y="5329188"/>
                  <a:ext cx="3197174" cy="942392"/>
                </a:xfrm>
                <a:prstGeom prst="rect">
                  <a:avLst/>
                </a:prstGeom>
                <a:solidFill>
                  <a:srgbClr val="CC00FF">
                    <a:alpha val="20000"/>
                  </a:srgbClr>
                </a:solidFill>
                <a:ln w="38100" cap="flat" cmpd="sng" algn="ctr">
                  <a:solidFill>
                    <a:srgbClr val="CC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2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b="0" i="1" dirty="0">
                    <a:solidFill>
                      <a:srgbClr val="CC00FF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:endParaRPr lang="es-CL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:endParaRPr lang="es-CL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:endParaRPr lang="es-CL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:endParaRPr lang="es-CL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:endParaRPr lang="es-CL" i="1" dirty="0">
                    <a:solidFill>
                      <a:srgbClr val="FF000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8" name="Rectángulo 77">
                  <a:extLst>
                    <a:ext uri="{FF2B5EF4-FFF2-40B4-BE49-F238E27FC236}">
                      <a16:creationId xmlns:a16="http://schemas.microsoft.com/office/drawing/2014/main" id="{3144EAE3-F6FA-42E5-A2B0-98DE2324CC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5797" y="5329188"/>
                  <a:ext cx="3197174" cy="942392"/>
                </a:xfrm>
                <a:prstGeom prst="rect">
                  <a:avLst/>
                </a:prstGeom>
                <a:blipFill>
                  <a:blip r:embed="rId29"/>
                  <a:stretch>
                    <a:fillRect t="-31677"/>
                  </a:stretch>
                </a:blipFill>
                <a:ln w="38100" cap="flat" cmpd="sng" algn="ctr">
                  <a:solidFill>
                    <a:srgbClr val="CC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16945326-7E1E-4812-96EE-462AE5ED5B48}"/>
              </a:ext>
            </a:extLst>
          </p:cNvPr>
          <p:cNvGrpSpPr/>
          <p:nvPr/>
        </p:nvGrpSpPr>
        <p:grpSpPr>
          <a:xfrm>
            <a:off x="7970185" y="2915284"/>
            <a:ext cx="3334011" cy="685710"/>
            <a:chOff x="7799079" y="1118040"/>
            <a:chExt cx="3334011" cy="6857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CuadroTexto 80">
                  <a:extLst>
                    <a:ext uri="{FF2B5EF4-FFF2-40B4-BE49-F238E27FC236}">
                      <a16:creationId xmlns:a16="http://schemas.microsoft.com/office/drawing/2014/main" id="{968F1951-0BD7-48F1-8E53-4647BB9AB5B7}"/>
                    </a:ext>
                  </a:extLst>
                </p:cNvPr>
                <p:cNvSpPr txBox="1"/>
                <p:nvPr/>
              </p:nvSpPr>
              <p:spPr>
                <a:xfrm>
                  <a:off x="9484682" y="1168251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81" name="CuadroTexto 80">
                  <a:extLst>
                    <a:ext uri="{FF2B5EF4-FFF2-40B4-BE49-F238E27FC236}">
                      <a16:creationId xmlns:a16="http://schemas.microsoft.com/office/drawing/2014/main" id="{968F1951-0BD7-48F1-8E53-4647BB9AB5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4682" y="1168251"/>
                  <a:ext cx="1648408" cy="307777"/>
                </a:xfrm>
                <a:prstGeom prst="rect">
                  <a:avLst/>
                </a:prstGeom>
                <a:blipFill>
                  <a:blip r:embed="rId30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CuadroTexto 81">
                  <a:extLst>
                    <a:ext uri="{FF2B5EF4-FFF2-40B4-BE49-F238E27FC236}">
                      <a16:creationId xmlns:a16="http://schemas.microsoft.com/office/drawing/2014/main" id="{21A4A052-7449-499A-9A97-96F9EFBA754A}"/>
                    </a:ext>
                  </a:extLst>
                </p:cNvPr>
                <p:cNvSpPr txBox="1"/>
                <p:nvPr/>
              </p:nvSpPr>
              <p:spPr>
                <a:xfrm>
                  <a:off x="7799079" y="1158352"/>
                  <a:ext cx="152694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82" name="CuadroTexto 81">
                  <a:extLst>
                    <a:ext uri="{FF2B5EF4-FFF2-40B4-BE49-F238E27FC236}">
                      <a16:creationId xmlns:a16="http://schemas.microsoft.com/office/drawing/2014/main" id="{21A4A052-7449-499A-9A97-96F9EFBA7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9079" y="1158352"/>
                  <a:ext cx="1526945" cy="307777"/>
                </a:xfrm>
                <a:prstGeom prst="rect">
                  <a:avLst/>
                </a:prstGeom>
                <a:blipFill>
                  <a:blip r:embed="rId31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ectángulo: esquinas redondeadas 82">
                  <a:extLst>
                    <a:ext uri="{FF2B5EF4-FFF2-40B4-BE49-F238E27FC236}">
                      <a16:creationId xmlns:a16="http://schemas.microsoft.com/office/drawing/2014/main" id="{33FE5BAA-235C-4ABA-896F-36E4ED443F91}"/>
                    </a:ext>
                  </a:extLst>
                </p:cNvPr>
                <p:cNvSpPr/>
                <p:nvPr/>
              </p:nvSpPr>
              <p:spPr>
                <a:xfrm>
                  <a:off x="8949881" y="1118040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Rectángulo: esquinas redondeadas 82">
                  <a:extLst>
                    <a:ext uri="{FF2B5EF4-FFF2-40B4-BE49-F238E27FC236}">
                      <a16:creationId xmlns:a16="http://schemas.microsoft.com/office/drawing/2014/main" id="{33FE5BAA-235C-4ABA-896F-36E4ED443F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9881" y="1118040"/>
                  <a:ext cx="1005004" cy="685710"/>
                </a:xfrm>
                <a:prstGeom prst="round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Conector recto de flecha 83">
              <a:extLst>
                <a:ext uri="{FF2B5EF4-FFF2-40B4-BE49-F238E27FC236}">
                  <a16:creationId xmlns:a16="http://schemas.microsoft.com/office/drawing/2014/main" id="{293B13A4-4D06-495D-8EEF-B63248134A87}"/>
                </a:ext>
              </a:extLst>
            </p:cNvPr>
            <p:cNvCxnSpPr>
              <a:cxnSpLocks/>
            </p:cNvCxnSpPr>
            <p:nvPr/>
          </p:nvCxnSpPr>
          <p:spPr>
            <a:xfrm>
              <a:off x="8262281" y="1441207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256EFCB9-6D21-4C48-B043-299BAB63416B}"/>
                </a:ext>
              </a:extLst>
            </p:cNvPr>
            <p:cNvCxnSpPr>
              <a:cxnSpLocks/>
            </p:cNvCxnSpPr>
            <p:nvPr/>
          </p:nvCxnSpPr>
          <p:spPr>
            <a:xfrm>
              <a:off x="9954885" y="1460895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060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B2CC1160-A1ED-4295-A826-77016806A67D}"/>
              </a:ext>
            </a:extLst>
          </p:cNvPr>
          <p:cNvGrpSpPr/>
          <p:nvPr/>
        </p:nvGrpSpPr>
        <p:grpSpPr>
          <a:xfrm>
            <a:off x="2505249" y="121628"/>
            <a:ext cx="5610657" cy="685710"/>
            <a:chOff x="7312196" y="1118040"/>
            <a:chExt cx="5610657" cy="6857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B14F6C4D-7307-4F6F-9064-03953173D654}"/>
                    </a:ext>
                  </a:extLst>
                </p:cNvPr>
                <p:cNvSpPr txBox="1"/>
                <p:nvPr/>
              </p:nvSpPr>
              <p:spPr>
                <a:xfrm>
                  <a:off x="9954323" y="1118040"/>
                  <a:ext cx="2968530" cy="5509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func>
                          <m:funcPr>
                            <m:ctrlP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l-GR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US" sz="1400" b="0" dirty="0">
                    <a:solidFill>
                      <a:schemeClr val="accent1"/>
                    </a:solidFill>
                  </a:endParaRPr>
                </a:p>
                <a:p>
                  <a:pPr algn="ctr"/>
                  <a:r>
                    <a:rPr lang="es-CL" sz="1400" dirty="0">
                      <a:solidFill>
                        <a:schemeClr val="accent1"/>
                      </a:solidFill>
                    </a:rPr>
                    <a:t>=</a:t>
                  </a:r>
                  <a:r>
                    <a:rPr lang="en-US" sz="1400" b="0" dirty="0">
                      <a:solidFill>
                        <a:schemeClr val="accent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en-US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sz="1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a14:m>
                  <a:endParaRPr lang="es-CL" sz="1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B14F6C4D-7307-4F6F-9064-03953173D6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4323" y="1118040"/>
                  <a:ext cx="2968530" cy="550920"/>
                </a:xfrm>
                <a:prstGeom prst="rect">
                  <a:avLst/>
                </a:prstGeom>
                <a:blipFill>
                  <a:blip r:embed="rId2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2609BCC0-9605-4984-87C2-C2EF46BB5A14}"/>
                    </a:ext>
                  </a:extLst>
                </p:cNvPr>
                <p:cNvSpPr txBox="1"/>
                <p:nvPr/>
              </p:nvSpPr>
              <p:spPr>
                <a:xfrm>
                  <a:off x="7312196" y="1124992"/>
                  <a:ext cx="152694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s-CL" sz="1400" dirty="0">
                      <a:solidFill>
                        <a:srgbClr val="FF0000"/>
                      </a:solidFill>
                    </a:rPr>
                    <a:t>=</a:t>
                  </a:r>
                  <a:r>
                    <a:rPr lang="en-US" sz="1400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l-GR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2609BCC0-9605-4984-87C2-C2EF46BB5A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2196" y="1124992"/>
                  <a:ext cx="1526945" cy="307777"/>
                </a:xfrm>
                <a:prstGeom prst="rect">
                  <a:avLst/>
                </a:prstGeom>
                <a:blipFill>
                  <a:blip r:embed="rId3"/>
                  <a:stretch>
                    <a:fillRect t="-3922" b="-19608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ángulo: esquinas redondeadas 6">
                  <a:extLst>
                    <a:ext uri="{FF2B5EF4-FFF2-40B4-BE49-F238E27FC236}">
                      <a16:creationId xmlns:a16="http://schemas.microsoft.com/office/drawing/2014/main" id="{C20DE6AB-8711-47ED-AB61-3AA3749F181B}"/>
                    </a:ext>
                  </a:extLst>
                </p:cNvPr>
                <p:cNvSpPr/>
                <p:nvPr/>
              </p:nvSpPr>
              <p:spPr>
                <a:xfrm>
                  <a:off x="8949881" y="1118040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Rectángulo: esquinas redondeadas 6">
                  <a:extLst>
                    <a:ext uri="{FF2B5EF4-FFF2-40B4-BE49-F238E27FC236}">
                      <a16:creationId xmlns:a16="http://schemas.microsoft.com/office/drawing/2014/main" id="{C20DE6AB-8711-47ED-AB61-3AA3749F18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9881" y="1118040"/>
                  <a:ext cx="1005004" cy="685710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1C63C110-1B80-48D3-A38E-59F1DA0DC055}"/>
                </a:ext>
              </a:extLst>
            </p:cNvPr>
            <p:cNvCxnSpPr>
              <a:cxnSpLocks/>
            </p:cNvCxnSpPr>
            <p:nvPr/>
          </p:nvCxnSpPr>
          <p:spPr>
            <a:xfrm>
              <a:off x="8262281" y="1441207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8D0D5ADC-1835-4C40-86AC-E55861F46207}"/>
                </a:ext>
              </a:extLst>
            </p:cNvPr>
            <p:cNvCxnSpPr>
              <a:cxnSpLocks/>
            </p:cNvCxnSpPr>
            <p:nvPr/>
          </p:nvCxnSpPr>
          <p:spPr>
            <a:xfrm>
              <a:off x="9954885" y="1460895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AB580148-A18E-4A20-B463-EE94A884C49B}"/>
              </a:ext>
            </a:extLst>
          </p:cNvPr>
          <p:cNvGrpSpPr/>
          <p:nvPr/>
        </p:nvGrpSpPr>
        <p:grpSpPr>
          <a:xfrm>
            <a:off x="2326088" y="934924"/>
            <a:ext cx="6619910" cy="2494076"/>
            <a:chOff x="2309154" y="1341496"/>
            <a:chExt cx="6619910" cy="2494076"/>
          </a:xfrm>
        </p:grpSpPr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18C2295F-5155-43DC-AB82-8103E8A52EC6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2309154" y="2429375"/>
              <a:ext cx="5610657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365B376A-E413-4E2C-BD42-264D62451CF0}"/>
                    </a:ext>
                  </a:extLst>
                </p:cNvPr>
                <p:cNvSpPr txBox="1"/>
                <p:nvPr/>
              </p:nvSpPr>
              <p:spPr>
                <a:xfrm>
                  <a:off x="7919811" y="2244709"/>
                  <a:ext cx="39218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365B376A-E413-4E2C-BD42-264D62451C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9811" y="2244709"/>
                  <a:ext cx="39218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E58BA996-2B55-4765-BDA2-8A5B86A6DB7C}"/>
                </a:ext>
              </a:extLst>
            </p:cNvPr>
            <p:cNvGrpSpPr/>
            <p:nvPr/>
          </p:nvGrpSpPr>
          <p:grpSpPr>
            <a:xfrm>
              <a:off x="2934304" y="1559076"/>
              <a:ext cx="4780384" cy="1745264"/>
              <a:chOff x="3069770" y="2253343"/>
              <a:chExt cx="4780384" cy="1745264"/>
            </a:xfrm>
          </p:grpSpPr>
          <p:sp>
            <p:nvSpPr>
              <p:cNvPr id="22" name="Forma libre: forma 21">
                <a:extLst>
                  <a:ext uri="{FF2B5EF4-FFF2-40B4-BE49-F238E27FC236}">
                    <a16:creationId xmlns:a16="http://schemas.microsoft.com/office/drawing/2014/main" id="{6A324AC1-F032-4D54-A5DF-7CD15AD225B2}"/>
                  </a:ext>
                </a:extLst>
              </p:cNvPr>
              <p:cNvSpPr/>
              <p:nvPr/>
            </p:nvSpPr>
            <p:spPr>
              <a:xfrm>
                <a:off x="3069770" y="2258009"/>
                <a:ext cx="1595535" cy="1740598"/>
              </a:xfrm>
              <a:custGeom>
                <a:avLst/>
                <a:gdLst>
                  <a:gd name="connsiteX0" fmla="*/ 0 w 1576874"/>
                  <a:gd name="connsiteY0" fmla="*/ 903811 h 1826063"/>
                  <a:gd name="connsiteX1" fmla="*/ 419878 w 1576874"/>
                  <a:gd name="connsiteY1" fmla="*/ 26734 h 1826063"/>
                  <a:gd name="connsiteX2" fmla="*/ 1156996 w 1576874"/>
                  <a:gd name="connsiteY2" fmla="*/ 1808880 h 1826063"/>
                  <a:gd name="connsiteX3" fmla="*/ 1576874 w 1576874"/>
                  <a:gd name="connsiteY3" fmla="*/ 894480 h 182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6874" h="1826063">
                    <a:moveTo>
                      <a:pt x="0" y="903811"/>
                    </a:moveTo>
                    <a:cubicBezTo>
                      <a:pt x="113522" y="389850"/>
                      <a:pt x="227045" y="-124111"/>
                      <a:pt x="419878" y="26734"/>
                    </a:cubicBezTo>
                    <a:cubicBezTo>
                      <a:pt x="612711" y="177579"/>
                      <a:pt x="964163" y="1664256"/>
                      <a:pt x="1156996" y="1808880"/>
                    </a:cubicBezTo>
                    <a:cubicBezTo>
                      <a:pt x="1349829" y="1953504"/>
                      <a:pt x="1500674" y="1144851"/>
                      <a:pt x="1576874" y="89448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3" name="Forma libre: forma 22">
                <a:extLst>
                  <a:ext uri="{FF2B5EF4-FFF2-40B4-BE49-F238E27FC236}">
                    <a16:creationId xmlns:a16="http://schemas.microsoft.com/office/drawing/2014/main" id="{E432437E-A871-4160-9D2F-E3440624BD30}"/>
                  </a:ext>
                </a:extLst>
              </p:cNvPr>
              <p:cNvSpPr/>
              <p:nvPr/>
            </p:nvSpPr>
            <p:spPr>
              <a:xfrm>
                <a:off x="4668416" y="2253343"/>
                <a:ext cx="1595535" cy="1740598"/>
              </a:xfrm>
              <a:custGeom>
                <a:avLst/>
                <a:gdLst>
                  <a:gd name="connsiteX0" fmla="*/ 0 w 1576874"/>
                  <a:gd name="connsiteY0" fmla="*/ 903811 h 1826063"/>
                  <a:gd name="connsiteX1" fmla="*/ 419878 w 1576874"/>
                  <a:gd name="connsiteY1" fmla="*/ 26734 h 1826063"/>
                  <a:gd name="connsiteX2" fmla="*/ 1156996 w 1576874"/>
                  <a:gd name="connsiteY2" fmla="*/ 1808880 h 1826063"/>
                  <a:gd name="connsiteX3" fmla="*/ 1576874 w 1576874"/>
                  <a:gd name="connsiteY3" fmla="*/ 894480 h 182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6874" h="1826063">
                    <a:moveTo>
                      <a:pt x="0" y="903811"/>
                    </a:moveTo>
                    <a:cubicBezTo>
                      <a:pt x="113522" y="389850"/>
                      <a:pt x="227045" y="-124111"/>
                      <a:pt x="419878" y="26734"/>
                    </a:cubicBezTo>
                    <a:cubicBezTo>
                      <a:pt x="612711" y="177579"/>
                      <a:pt x="964163" y="1664256"/>
                      <a:pt x="1156996" y="1808880"/>
                    </a:cubicBezTo>
                    <a:cubicBezTo>
                      <a:pt x="1349829" y="1953504"/>
                      <a:pt x="1500674" y="1144851"/>
                      <a:pt x="1576874" y="89448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5" name="Forma libre: forma 24">
                <a:extLst>
                  <a:ext uri="{FF2B5EF4-FFF2-40B4-BE49-F238E27FC236}">
                    <a16:creationId xmlns:a16="http://schemas.microsoft.com/office/drawing/2014/main" id="{ACDE1E19-08D2-4820-BC01-DD915C697804}"/>
                  </a:ext>
                </a:extLst>
              </p:cNvPr>
              <p:cNvSpPr/>
              <p:nvPr/>
            </p:nvSpPr>
            <p:spPr>
              <a:xfrm>
                <a:off x="6254619" y="2258008"/>
                <a:ext cx="1595535" cy="1740598"/>
              </a:xfrm>
              <a:custGeom>
                <a:avLst/>
                <a:gdLst>
                  <a:gd name="connsiteX0" fmla="*/ 0 w 1576874"/>
                  <a:gd name="connsiteY0" fmla="*/ 903811 h 1826063"/>
                  <a:gd name="connsiteX1" fmla="*/ 419878 w 1576874"/>
                  <a:gd name="connsiteY1" fmla="*/ 26734 h 1826063"/>
                  <a:gd name="connsiteX2" fmla="*/ 1156996 w 1576874"/>
                  <a:gd name="connsiteY2" fmla="*/ 1808880 h 1826063"/>
                  <a:gd name="connsiteX3" fmla="*/ 1576874 w 1576874"/>
                  <a:gd name="connsiteY3" fmla="*/ 894480 h 182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6874" h="1826063">
                    <a:moveTo>
                      <a:pt x="0" y="903811"/>
                    </a:moveTo>
                    <a:cubicBezTo>
                      <a:pt x="113522" y="389850"/>
                      <a:pt x="227045" y="-124111"/>
                      <a:pt x="419878" y="26734"/>
                    </a:cubicBezTo>
                    <a:cubicBezTo>
                      <a:pt x="612711" y="177579"/>
                      <a:pt x="964163" y="1664256"/>
                      <a:pt x="1156996" y="1808880"/>
                    </a:cubicBezTo>
                    <a:cubicBezTo>
                      <a:pt x="1349829" y="1953504"/>
                      <a:pt x="1500674" y="1144851"/>
                      <a:pt x="1576874" y="89448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</p:grpSp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D0C64F3C-386D-4406-8654-8A72DFB63027}"/>
                </a:ext>
              </a:extLst>
            </p:cNvPr>
            <p:cNvGrpSpPr/>
            <p:nvPr/>
          </p:nvGrpSpPr>
          <p:grpSpPr>
            <a:xfrm>
              <a:off x="2613957" y="1926284"/>
              <a:ext cx="4780384" cy="968753"/>
              <a:chOff x="3069770" y="2253343"/>
              <a:chExt cx="4780384" cy="1745264"/>
            </a:xfrm>
          </p:grpSpPr>
          <p:sp>
            <p:nvSpPr>
              <p:cNvPr id="28" name="Forma libre: forma 27">
                <a:extLst>
                  <a:ext uri="{FF2B5EF4-FFF2-40B4-BE49-F238E27FC236}">
                    <a16:creationId xmlns:a16="http://schemas.microsoft.com/office/drawing/2014/main" id="{AB1DC0CF-6489-406B-B377-109423805E34}"/>
                  </a:ext>
                </a:extLst>
              </p:cNvPr>
              <p:cNvSpPr/>
              <p:nvPr/>
            </p:nvSpPr>
            <p:spPr>
              <a:xfrm>
                <a:off x="3069770" y="2258009"/>
                <a:ext cx="1595535" cy="1740598"/>
              </a:xfrm>
              <a:custGeom>
                <a:avLst/>
                <a:gdLst>
                  <a:gd name="connsiteX0" fmla="*/ 0 w 1576874"/>
                  <a:gd name="connsiteY0" fmla="*/ 903811 h 1826063"/>
                  <a:gd name="connsiteX1" fmla="*/ 419878 w 1576874"/>
                  <a:gd name="connsiteY1" fmla="*/ 26734 h 1826063"/>
                  <a:gd name="connsiteX2" fmla="*/ 1156996 w 1576874"/>
                  <a:gd name="connsiteY2" fmla="*/ 1808880 h 1826063"/>
                  <a:gd name="connsiteX3" fmla="*/ 1576874 w 1576874"/>
                  <a:gd name="connsiteY3" fmla="*/ 894480 h 182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6874" h="1826063">
                    <a:moveTo>
                      <a:pt x="0" y="903811"/>
                    </a:moveTo>
                    <a:cubicBezTo>
                      <a:pt x="113522" y="389850"/>
                      <a:pt x="227045" y="-124111"/>
                      <a:pt x="419878" y="26734"/>
                    </a:cubicBezTo>
                    <a:cubicBezTo>
                      <a:pt x="612711" y="177579"/>
                      <a:pt x="964163" y="1664256"/>
                      <a:pt x="1156996" y="1808880"/>
                    </a:cubicBezTo>
                    <a:cubicBezTo>
                      <a:pt x="1349829" y="1953504"/>
                      <a:pt x="1500674" y="1144851"/>
                      <a:pt x="1576874" y="894480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9" name="Forma libre: forma 28">
                <a:extLst>
                  <a:ext uri="{FF2B5EF4-FFF2-40B4-BE49-F238E27FC236}">
                    <a16:creationId xmlns:a16="http://schemas.microsoft.com/office/drawing/2014/main" id="{6EB8275A-C483-4943-A15E-FE5B0DB4471B}"/>
                  </a:ext>
                </a:extLst>
              </p:cNvPr>
              <p:cNvSpPr/>
              <p:nvPr/>
            </p:nvSpPr>
            <p:spPr>
              <a:xfrm>
                <a:off x="4668416" y="2253343"/>
                <a:ext cx="1595535" cy="1740598"/>
              </a:xfrm>
              <a:custGeom>
                <a:avLst/>
                <a:gdLst>
                  <a:gd name="connsiteX0" fmla="*/ 0 w 1576874"/>
                  <a:gd name="connsiteY0" fmla="*/ 903811 h 1826063"/>
                  <a:gd name="connsiteX1" fmla="*/ 419878 w 1576874"/>
                  <a:gd name="connsiteY1" fmla="*/ 26734 h 1826063"/>
                  <a:gd name="connsiteX2" fmla="*/ 1156996 w 1576874"/>
                  <a:gd name="connsiteY2" fmla="*/ 1808880 h 1826063"/>
                  <a:gd name="connsiteX3" fmla="*/ 1576874 w 1576874"/>
                  <a:gd name="connsiteY3" fmla="*/ 894480 h 182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6874" h="1826063">
                    <a:moveTo>
                      <a:pt x="0" y="903811"/>
                    </a:moveTo>
                    <a:cubicBezTo>
                      <a:pt x="113522" y="389850"/>
                      <a:pt x="227045" y="-124111"/>
                      <a:pt x="419878" y="26734"/>
                    </a:cubicBezTo>
                    <a:cubicBezTo>
                      <a:pt x="612711" y="177579"/>
                      <a:pt x="964163" y="1664256"/>
                      <a:pt x="1156996" y="1808880"/>
                    </a:cubicBezTo>
                    <a:cubicBezTo>
                      <a:pt x="1349829" y="1953504"/>
                      <a:pt x="1500674" y="1144851"/>
                      <a:pt x="1576874" y="894480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30" name="Forma libre: forma 29">
                <a:extLst>
                  <a:ext uri="{FF2B5EF4-FFF2-40B4-BE49-F238E27FC236}">
                    <a16:creationId xmlns:a16="http://schemas.microsoft.com/office/drawing/2014/main" id="{07349D00-A342-4A2F-8A11-CD2E4F82B7BE}"/>
                  </a:ext>
                </a:extLst>
              </p:cNvPr>
              <p:cNvSpPr/>
              <p:nvPr/>
            </p:nvSpPr>
            <p:spPr>
              <a:xfrm>
                <a:off x="6254619" y="2258008"/>
                <a:ext cx="1595535" cy="1740598"/>
              </a:xfrm>
              <a:custGeom>
                <a:avLst/>
                <a:gdLst>
                  <a:gd name="connsiteX0" fmla="*/ 0 w 1576874"/>
                  <a:gd name="connsiteY0" fmla="*/ 903811 h 1826063"/>
                  <a:gd name="connsiteX1" fmla="*/ 419878 w 1576874"/>
                  <a:gd name="connsiteY1" fmla="*/ 26734 h 1826063"/>
                  <a:gd name="connsiteX2" fmla="*/ 1156996 w 1576874"/>
                  <a:gd name="connsiteY2" fmla="*/ 1808880 h 1826063"/>
                  <a:gd name="connsiteX3" fmla="*/ 1576874 w 1576874"/>
                  <a:gd name="connsiteY3" fmla="*/ 894480 h 182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76874" h="1826063">
                    <a:moveTo>
                      <a:pt x="0" y="903811"/>
                    </a:moveTo>
                    <a:cubicBezTo>
                      <a:pt x="113522" y="389850"/>
                      <a:pt x="227045" y="-124111"/>
                      <a:pt x="419878" y="26734"/>
                    </a:cubicBezTo>
                    <a:cubicBezTo>
                      <a:pt x="612711" y="177579"/>
                      <a:pt x="964163" y="1664256"/>
                      <a:pt x="1156996" y="1808880"/>
                    </a:cubicBezTo>
                    <a:cubicBezTo>
                      <a:pt x="1349829" y="1953504"/>
                      <a:pt x="1500674" y="1144851"/>
                      <a:pt x="1576874" y="894480"/>
                    </a:cubicBezTo>
                  </a:path>
                </a:pathLst>
              </a:cu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5E748971-D121-4F25-B96C-7B68EA2CC2DD}"/>
                    </a:ext>
                  </a:extLst>
                </p:cNvPr>
                <p:cNvSpPr txBox="1"/>
                <p:nvPr/>
              </p:nvSpPr>
              <p:spPr>
                <a:xfrm>
                  <a:off x="6941883" y="2020072"/>
                  <a:ext cx="152694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s-CL" sz="1400" dirty="0">
                      <a:solidFill>
                        <a:srgbClr val="FF0000"/>
                      </a:solidFill>
                    </a:rPr>
                    <a:t>=</a:t>
                  </a:r>
                  <a:r>
                    <a:rPr lang="en-US" sz="1400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l-GR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r>
                            <a:rPr 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5E748971-D121-4F25-B96C-7B68EA2CC2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1883" y="2020072"/>
                  <a:ext cx="1526945" cy="307777"/>
                </a:xfrm>
                <a:prstGeom prst="rect">
                  <a:avLst/>
                </a:prstGeom>
                <a:blipFill>
                  <a:blip r:embed="rId6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649CB25F-FA1E-42D0-836B-7E82EAFBA38C}"/>
                    </a:ext>
                  </a:extLst>
                </p:cNvPr>
                <p:cNvSpPr txBox="1"/>
                <p:nvPr/>
              </p:nvSpPr>
              <p:spPr>
                <a:xfrm>
                  <a:off x="5960534" y="1341496"/>
                  <a:ext cx="296853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func>
                          <m:funcPr>
                            <m:ctrlP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l-GR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US" sz="1400" b="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649CB25F-FA1E-42D0-836B-7E82EAFBA3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0534" y="1341496"/>
                  <a:ext cx="2968530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Conector recto de flecha 39">
              <a:extLst>
                <a:ext uri="{FF2B5EF4-FFF2-40B4-BE49-F238E27FC236}">
                  <a16:creationId xmlns:a16="http://schemas.microsoft.com/office/drawing/2014/main" id="{0F13F359-BAC5-4953-9DFF-D236B79CB0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8506" y="1587717"/>
              <a:ext cx="0" cy="841658"/>
            </a:xfrm>
            <a:prstGeom prst="straightConnector1">
              <a:avLst/>
            </a:prstGeom>
            <a:ln w="1905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CuadroTexto 41">
                  <a:extLst>
                    <a:ext uri="{FF2B5EF4-FFF2-40B4-BE49-F238E27FC236}">
                      <a16:creationId xmlns:a16="http://schemas.microsoft.com/office/drawing/2014/main" id="{91C65A6D-FD0D-4C86-84F1-BF7DFEB992B2}"/>
                    </a:ext>
                  </a:extLst>
                </p:cNvPr>
                <p:cNvSpPr txBox="1"/>
                <p:nvPr/>
              </p:nvSpPr>
              <p:spPr>
                <a:xfrm>
                  <a:off x="3236065" y="1830571"/>
                  <a:ext cx="1608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s-CL" sz="1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CuadroTexto 41">
                  <a:extLst>
                    <a:ext uri="{FF2B5EF4-FFF2-40B4-BE49-F238E27FC236}">
                      <a16:creationId xmlns:a16="http://schemas.microsoft.com/office/drawing/2014/main" id="{91C65A6D-FD0D-4C86-84F1-BF7DFEB992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6065" y="1830571"/>
                  <a:ext cx="160839" cy="307777"/>
                </a:xfrm>
                <a:prstGeom prst="rect">
                  <a:avLst/>
                </a:prstGeom>
                <a:blipFill>
                  <a:blip r:embed="rId8"/>
                  <a:stretch>
                    <a:fillRect r="-5769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Conector recto de flecha 42">
              <a:extLst>
                <a:ext uri="{FF2B5EF4-FFF2-40B4-BE49-F238E27FC236}">
                  <a16:creationId xmlns:a16="http://schemas.microsoft.com/office/drawing/2014/main" id="{8EEAF782-4FDB-404D-BFC3-57646CAD7ED0}"/>
                </a:ext>
              </a:extLst>
            </p:cNvPr>
            <p:cNvCxnSpPr>
              <a:cxnSpLocks/>
            </p:cNvCxnSpPr>
            <p:nvPr/>
          </p:nvCxnSpPr>
          <p:spPr>
            <a:xfrm>
              <a:off x="3816068" y="2429375"/>
              <a:ext cx="0" cy="44656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F3A627CC-F5E0-4350-826E-E4A2B1ABFF6F}"/>
                    </a:ext>
                  </a:extLst>
                </p:cNvPr>
                <p:cNvSpPr txBox="1"/>
                <p:nvPr/>
              </p:nvSpPr>
              <p:spPr>
                <a:xfrm>
                  <a:off x="3778810" y="2439341"/>
                  <a:ext cx="16083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F3A627CC-F5E0-4350-826E-E4A2B1ABFF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8810" y="2439341"/>
                  <a:ext cx="160839" cy="307777"/>
                </a:xfrm>
                <a:prstGeom prst="rect">
                  <a:avLst/>
                </a:prstGeom>
                <a:blipFill>
                  <a:blip r:embed="rId9"/>
                  <a:stretch>
                    <a:fillRect r="-50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5B605F74-4D8A-40C3-8328-37777826771D}"/>
                </a:ext>
              </a:extLst>
            </p:cNvPr>
            <p:cNvCxnSpPr>
              <a:cxnSpLocks/>
            </p:cNvCxnSpPr>
            <p:nvPr/>
          </p:nvCxnSpPr>
          <p:spPr>
            <a:xfrm>
              <a:off x="4209492" y="2406186"/>
              <a:ext cx="0" cy="1170793"/>
            </a:xfrm>
            <a:prstGeom prst="line">
              <a:avLst/>
            </a:prstGeom>
            <a:ln w="19050">
              <a:solidFill>
                <a:srgbClr val="CC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CF2F63E-65BD-4944-8DAA-961840C929BA}"/>
                </a:ext>
              </a:extLst>
            </p:cNvPr>
            <p:cNvCxnSpPr>
              <a:cxnSpLocks/>
            </p:cNvCxnSpPr>
            <p:nvPr/>
          </p:nvCxnSpPr>
          <p:spPr>
            <a:xfrm>
              <a:off x="4529839" y="2409365"/>
              <a:ext cx="0" cy="1170793"/>
            </a:xfrm>
            <a:prstGeom prst="line">
              <a:avLst/>
            </a:prstGeom>
            <a:ln w="19050">
              <a:solidFill>
                <a:srgbClr val="CC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2A7C88AF-3EC2-47A2-9FD8-609F8A09C613}"/>
                </a:ext>
              </a:extLst>
            </p:cNvPr>
            <p:cNvCxnSpPr>
              <a:cxnSpLocks/>
            </p:cNvCxnSpPr>
            <p:nvPr/>
          </p:nvCxnSpPr>
          <p:spPr>
            <a:xfrm>
              <a:off x="4100599" y="3468940"/>
              <a:ext cx="547217" cy="0"/>
            </a:xfrm>
            <a:prstGeom prst="line">
              <a:avLst/>
            </a:prstGeom>
            <a:ln w="19050">
              <a:solidFill>
                <a:srgbClr val="CC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669772B8-3407-4FA9-B957-7A7267DD6C9E}"/>
                    </a:ext>
                  </a:extLst>
                </p:cNvPr>
                <p:cNvSpPr txBox="1"/>
                <p:nvPr/>
              </p:nvSpPr>
              <p:spPr>
                <a:xfrm>
                  <a:off x="4229950" y="3527795"/>
                  <a:ext cx="156084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CC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s-CL" sz="1400" dirty="0">
                      <a:solidFill>
                        <a:srgbClr val="CC00FF"/>
                      </a:solidFill>
                    </a:rPr>
                    <a:t>: retraso</a:t>
                  </a:r>
                </a:p>
              </p:txBody>
            </p:sp>
          </mc:Choice>
          <mc:Fallback xmlns=""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669772B8-3407-4FA9-B957-7A7267DD6C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9950" y="3527795"/>
                  <a:ext cx="1560840" cy="307777"/>
                </a:xfrm>
                <a:prstGeom prst="rect">
                  <a:avLst/>
                </a:prstGeom>
                <a:blipFill>
                  <a:blip r:embed="rId10"/>
                  <a:stretch>
                    <a:fillRect t="-3922" b="-19608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E2BEABB4-EBD1-4991-B0FD-9CB1ACD1A4AE}"/>
                  </a:ext>
                </a:extLst>
              </p:cNvPr>
              <p:cNvSpPr txBox="1"/>
              <p:nvPr/>
            </p:nvSpPr>
            <p:spPr>
              <a:xfrm>
                <a:off x="6989820" y="1220655"/>
                <a:ext cx="13391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E2BEABB4-EBD1-4991-B0FD-9CB1ACD1A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820" y="1220655"/>
                <a:ext cx="1339114" cy="369332"/>
              </a:xfrm>
              <a:prstGeom prst="rect">
                <a:avLst/>
              </a:prstGeom>
              <a:blipFill>
                <a:blip r:embed="rId1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Grupo 92">
            <a:extLst>
              <a:ext uri="{FF2B5EF4-FFF2-40B4-BE49-F238E27FC236}">
                <a16:creationId xmlns:a16="http://schemas.microsoft.com/office/drawing/2014/main" id="{AD205199-87E5-4833-A065-AE72E3457C3A}"/>
              </a:ext>
            </a:extLst>
          </p:cNvPr>
          <p:cNvGrpSpPr/>
          <p:nvPr/>
        </p:nvGrpSpPr>
        <p:grpSpPr>
          <a:xfrm>
            <a:off x="2505249" y="3169093"/>
            <a:ext cx="5543976" cy="2531737"/>
            <a:chOff x="2276222" y="3454196"/>
            <a:chExt cx="5543976" cy="2531737"/>
          </a:xfrm>
        </p:grpSpPr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C09D03BA-16DA-4BE6-B68A-3601B8698C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1586" y="3813684"/>
              <a:ext cx="1413" cy="2172249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C41FFB98-87D1-4598-B3C6-21AF7F04E059}"/>
                </a:ext>
              </a:extLst>
            </p:cNvPr>
            <p:cNvCxnSpPr>
              <a:cxnSpLocks/>
            </p:cNvCxnSpPr>
            <p:nvPr/>
          </p:nvCxnSpPr>
          <p:spPr>
            <a:xfrm>
              <a:off x="3251586" y="4682725"/>
              <a:ext cx="423912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9D308513-0FA8-480D-9CDE-ACBDEAAAC852}"/>
                    </a:ext>
                  </a:extLst>
                </p:cNvPr>
                <p:cNvSpPr txBox="1"/>
                <p:nvPr/>
              </p:nvSpPr>
              <p:spPr>
                <a:xfrm>
                  <a:off x="2576924" y="3454196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L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°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9D308513-0FA8-480D-9CDE-ACBDEAAAC8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6924" y="3454196"/>
                  <a:ext cx="1352150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E71CE3A8-F62C-48A1-8874-ABFD170E7985}"/>
                    </a:ext>
                  </a:extLst>
                </p:cNvPr>
                <p:cNvSpPr txBox="1"/>
                <p:nvPr/>
              </p:nvSpPr>
              <p:spPr>
                <a:xfrm>
                  <a:off x="7428009" y="4498434"/>
                  <a:ext cx="392189" cy="368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E71CE3A8-F62C-48A1-8874-ABFD170E79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8009" y="4498434"/>
                  <a:ext cx="392189" cy="36858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ADC9EB09-B21C-436D-B25F-A370871EAD05}"/>
                    </a:ext>
                  </a:extLst>
                </p:cNvPr>
                <p:cNvSpPr txBox="1"/>
                <p:nvPr/>
              </p:nvSpPr>
              <p:spPr>
                <a:xfrm>
                  <a:off x="2443594" y="4491794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ADC9EB09-B21C-436D-B25F-A370871EAD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3594" y="4491794"/>
                  <a:ext cx="1352150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12F9EC4F-25AF-4594-94F3-69C16C4747C9}"/>
                    </a:ext>
                  </a:extLst>
                </p:cNvPr>
                <p:cNvSpPr txBox="1"/>
                <p:nvPr/>
              </p:nvSpPr>
              <p:spPr>
                <a:xfrm>
                  <a:off x="2318209" y="5048043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−90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12F9EC4F-25AF-4594-94F3-69C16C4747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8209" y="5048043"/>
                  <a:ext cx="1352150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3E56658E-A7EF-4C8A-AFCD-D81081F1B02E}"/>
                    </a:ext>
                  </a:extLst>
                </p:cNvPr>
                <p:cNvSpPr txBox="1"/>
                <p:nvPr/>
              </p:nvSpPr>
              <p:spPr>
                <a:xfrm>
                  <a:off x="2276222" y="5604292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−180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3E56658E-A7EF-4C8A-AFCD-D81081F1B0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6222" y="5604292"/>
                  <a:ext cx="1352150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6880E36E-9EA2-498D-B1F1-C98CAC745ABA}"/>
                    </a:ext>
                  </a:extLst>
                </p:cNvPr>
                <p:cNvSpPr txBox="1"/>
                <p:nvPr/>
              </p:nvSpPr>
              <p:spPr>
                <a:xfrm>
                  <a:off x="3832298" y="4301873"/>
                  <a:ext cx="1352150" cy="3931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6880E36E-9EA2-498D-B1F1-C98CAC745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2298" y="4301873"/>
                  <a:ext cx="1352150" cy="39312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157FF422-A4A0-462E-A1DA-9C781EF9BA6E}"/>
                </a:ext>
              </a:extLst>
            </p:cNvPr>
            <p:cNvCxnSpPr>
              <a:cxnSpLocks/>
            </p:cNvCxnSpPr>
            <p:nvPr/>
          </p:nvCxnSpPr>
          <p:spPr>
            <a:xfrm>
              <a:off x="3251586" y="5237010"/>
              <a:ext cx="1227281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F5637DE4-F85B-47B4-8EE8-569ADD528FF7}"/>
                </a:ext>
              </a:extLst>
            </p:cNvPr>
            <p:cNvCxnSpPr>
              <a:cxnSpLocks/>
            </p:cNvCxnSpPr>
            <p:nvPr/>
          </p:nvCxnSpPr>
          <p:spPr>
            <a:xfrm>
              <a:off x="4445005" y="4599335"/>
              <a:ext cx="0" cy="19143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Forma libre: forma 78">
              <a:extLst>
                <a:ext uri="{FF2B5EF4-FFF2-40B4-BE49-F238E27FC236}">
                  <a16:creationId xmlns:a16="http://schemas.microsoft.com/office/drawing/2014/main" id="{9AC35B00-CED5-4131-AE98-1B33EBEC4910}"/>
                </a:ext>
              </a:extLst>
            </p:cNvPr>
            <p:cNvSpPr/>
            <p:nvPr/>
          </p:nvSpPr>
          <p:spPr>
            <a:xfrm>
              <a:off x="3259667" y="4674891"/>
              <a:ext cx="3158066" cy="1102311"/>
            </a:xfrm>
            <a:custGeom>
              <a:avLst/>
              <a:gdLst>
                <a:gd name="connsiteX0" fmla="*/ 0 w 3158066"/>
                <a:gd name="connsiteY0" fmla="*/ 93846 h 1336612"/>
                <a:gd name="connsiteX1" fmla="*/ 1176866 w 3158066"/>
                <a:gd name="connsiteY1" fmla="*/ 110779 h 1336612"/>
                <a:gd name="connsiteX2" fmla="*/ 1354666 w 3158066"/>
                <a:gd name="connsiteY2" fmla="*/ 1202979 h 1336612"/>
                <a:gd name="connsiteX3" fmla="*/ 3158066 w 3158066"/>
                <a:gd name="connsiteY3" fmla="*/ 1304579 h 1336612"/>
                <a:gd name="connsiteX0" fmla="*/ 0 w 3158066"/>
                <a:gd name="connsiteY0" fmla="*/ 53747 h 1296513"/>
                <a:gd name="connsiteX1" fmla="*/ 1126066 w 3158066"/>
                <a:gd name="connsiteY1" fmla="*/ 155347 h 1296513"/>
                <a:gd name="connsiteX2" fmla="*/ 1354666 w 3158066"/>
                <a:gd name="connsiteY2" fmla="*/ 1162880 h 1296513"/>
                <a:gd name="connsiteX3" fmla="*/ 3158066 w 3158066"/>
                <a:gd name="connsiteY3" fmla="*/ 1264480 h 1296513"/>
                <a:gd name="connsiteX0" fmla="*/ 0 w 3158066"/>
                <a:gd name="connsiteY0" fmla="*/ 53340 h 1292391"/>
                <a:gd name="connsiteX1" fmla="*/ 1126066 w 3158066"/>
                <a:gd name="connsiteY1" fmla="*/ 154940 h 1292391"/>
                <a:gd name="connsiteX2" fmla="*/ 1413932 w 3158066"/>
                <a:gd name="connsiteY2" fmla="*/ 1154006 h 1292391"/>
                <a:gd name="connsiteX3" fmla="*/ 3158066 w 3158066"/>
                <a:gd name="connsiteY3" fmla="*/ 1264073 h 1292391"/>
                <a:gd name="connsiteX0" fmla="*/ 0 w 3158066"/>
                <a:gd name="connsiteY0" fmla="*/ 3932 h 1242983"/>
                <a:gd name="connsiteX1" fmla="*/ 694266 w 3158066"/>
                <a:gd name="connsiteY1" fmla="*/ 20865 h 1242983"/>
                <a:gd name="connsiteX2" fmla="*/ 1126066 w 3158066"/>
                <a:gd name="connsiteY2" fmla="*/ 105532 h 1242983"/>
                <a:gd name="connsiteX3" fmla="*/ 1413932 w 3158066"/>
                <a:gd name="connsiteY3" fmla="*/ 1104598 h 1242983"/>
                <a:gd name="connsiteX4" fmla="*/ 3158066 w 3158066"/>
                <a:gd name="connsiteY4" fmla="*/ 1214665 h 1242983"/>
                <a:gd name="connsiteX0" fmla="*/ 0 w 3158066"/>
                <a:gd name="connsiteY0" fmla="*/ 8349 h 1247400"/>
                <a:gd name="connsiteX1" fmla="*/ 694266 w 3158066"/>
                <a:gd name="connsiteY1" fmla="*/ 14265 h 1247400"/>
                <a:gd name="connsiteX2" fmla="*/ 1126066 w 3158066"/>
                <a:gd name="connsiteY2" fmla="*/ 109949 h 1247400"/>
                <a:gd name="connsiteX3" fmla="*/ 1413932 w 3158066"/>
                <a:gd name="connsiteY3" fmla="*/ 1109015 h 1247400"/>
                <a:gd name="connsiteX4" fmla="*/ 3158066 w 3158066"/>
                <a:gd name="connsiteY4" fmla="*/ 1219082 h 1247400"/>
                <a:gd name="connsiteX0" fmla="*/ 0 w 3158066"/>
                <a:gd name="connsiteY0" fmla="*/ 13846 h 1252897"/>
                <a:gd name="connsiteX1" fmla="*/ 694266 w 3158066"/>
                <a:gd name="connsiteY1" fmla="*/ 19762 h 1252897"/>
                <a:gd name="connsiteX2" fmla="*/ 1126066 w 3158066"/>
                <a:gd name="connsiteY2" fmla="*/ 115446 h 1252897"/>
                <a:gd name="connsiteX3" fmla="*/ 1413932 w 3158066"/>
                <a:gd name="connsiteY3" fmla="*/ 1114512 h 1252897"/>
                <a:gd name="connsiteX4" fmla="*/ 3158066 w 3158066"/>
                <a:gd name="connsiteY4" fmla="*/ 1224579 h 1252897"/>
                <a:gd name="connsiteX0" fmla="*/ 0 w 3158066"/>
                <a:gd name="connsiteY0" fmla="*/ 13846 h 1252897"/>
                <a:gd name="connsiteX1" fmla="*/ 705283 w 3158066"/>
                <a:gd name="connsiteY1" fmla="*/ 19762 h 1252897"/>
                <a:gd name="connsiteX2" fmla="*/ 1126066 w 3158066"/>
                <a:gd name="connsiteY2" fmla="*/ 115446 h 1252897"/>
                <a:gd name="connsiteX3" fmla="*/ 1413932 w 3158066"/>
                <a:gd name="connsiteY3" fmla="*/ 1114512 h 1252897"/>
                <a:gd name="connsiteX4" fmla="*/ 3158066 w 3158066"/>
                <a:gd name="connsiteY4" fmla="*/ 1224579 h 1252897"/>
                <a:gd name="connsiteX0" fmla="*/ 0 w 3158066"/>
                <a:gd name="connsiteY0" fmla="*/ 13846 h 1252897"/>
                <a:gd name="connsiteX1" fmla="*/ 705283 w 3158066"/>
                <a:gd name="connsiteY1" fmla="*/ 19762 h 1252897"/>
                <a:gd name="connsiteX2" fmla="*/ 1126066 w 3158066"/>
                <a:gd name="connsiteY2" fmla="*/ 115446 h 1252897"/>
                <a:gd name="connsiteX3" fmla="*/ 1413932 w 3158066"/>
                <a:gd name="connsiteY3" fmla="*/ 1114512 h 1252897"/>
                <a:gd name="connsiteX4" fmla="*/ 3158066 w 3158066"/>
                <a:gd name="connsiteY4" fmla="*/ 1224579 h 1252897"/>
                <a:gd name="connsiteX0" fmla="*/ 0 w 3158066"/>
                <a:gd name="connsiteY0" fmla="*/ 8351 h 1247402"/>
                <a:gd name="connsiteX1" fmla="*/ 705283 w 3158066"/>
                <a:gd name="connsiteY1" fmla="*/ 14267 h 1247402"/>
                <a:gd name="connsiteX2" fmla="*/ 1126066 w 3158066"/>
                <a:gd name="connsiteY2" fmla="*/ 109951 h 1247402"/>
                <a:gd name="connsiteX3" fmla="*/ 1413932 w 3158066"/>
                <a:gd name="connsiteY3" fmla="*/ 1109017 h 1247402"/>
                <a:gd name="connsiteX4" fmla="*/ 3158066 w 3158066"/>
                <a:gd name="connsiteY4" fmla="*/ 1219084 h 1247402"/>
                <a:gd name="connsiteX0" fmla="*/ 0 w 3158066"/>
                <a:gd name="connsiteY0" fmla="*/ 12450 h 1251501"/>
                <a:gd name="connsiteX1" fmla="*/ 705283 w 3158066"/>
                <a:gd name="connsiteY1" fmla="*/ 18366 h 1251501"/>
                <a:gd name="connsiteX2" fmla="*/ 1126066 w 3158066"/>
                <a:gd name="connsiteY2" fmla="*/ 114050 h 1251501"/>
                <a:gd name="connsiteX3" fmla="*/ 1413932 w 3158066"/>
                <a:gd name="connsiteY3" fmla="*/ 1113116 h 1251501"/>
                <a:gd name="connsiteX4" fmla="*/ 3158066 w 3158066"/>
                <a:gd name="connsiteY4" fmla="*/ 1223183 h 1251501"/>
                <a:gd name="connsiteX0" fmla="*/ 0 w 3158066"/>
                <a:gd name="connsiteY0" fmla="*/ 12450 h 1251501"/>
                <a:gd name="connsiteX1" fmla="*/ 705283 w 3158066"/>
                <a:gd name="connsiteY1" fmla="*/ 18366 h 1251501"/>
                <a:gd name="connsiteX2" fmla="*/ 1126066 w 3158066"/>
                <a:gd name="connsiteY2" fmla="*/ 114050 h 1251501"/>
                <a:gd name="connsiteX3" fmla="*/ 1413932 w 3158066"/>
                <a:gd name="connsiteY3" fmla="*/ 1113116 h 1251501"/>
                <a:gd name="connsiteX4" fmla="*/ 3158066 w 3158066"/>
                <a:gd name="connsiteY4" fmla="*/ 1223183 h 1251501"/>
                <a:gd name="connsiteX0" fmla="*/ 0 w 3158066"/>
                <a:gd name="connsiteY0" fmla="*/ 15674 h 1281074"/>
                <a:gd name="connsiteX1" fmla="*/ 705283 w 3158066"/>
                <a:gd name="connsiteY1" fmla="*/ 21590 h 1281074"/>
                <a:gd name="connsiteX2" fmla="*/ 1126066 w 3158066"/>
                <a:gd name="connsiteY2" fmla="*/ 117274 h 1281074"/>
                <a:gd name="connsiteX3" fmla="*/ 1410260 w 3158066"/>
                <a:gd name="connsiteY3" fmla="*/ 1167752 h 1281074"/>
                <a:gd name="connsiteX4" fmla="*/ 3158066 w 3158066"/>
                <a:gd name="connsiteY4" fmla="*/ 1226407 h 1281074"/>
                <a:gd name="connsiteX0" fmla="*/ 0 w 3158066"/>
                <a:gd name="connsiteY0" fmla="*/ 13365 h 1259031"/>
                <a:gd name="connsiteX1" fmla="*/ 705283 w 3158066"/>
                <a:gd name="connsiteY1" fmla="*/ 19281 h 1259031"/>
                <a:gd name="connsiteX2" fmla="*/ 1126066 w 3158066"/>
                <a:gd name="connsiteY2" fmla="*/ 114965 h 1259031"/>
                <a:gd name="connsiteX3" fmla="*/ 1417604 w 3158066"/>
                <a:gd name="connsiteY3" fmla="*/ 1128720 h 1259031"/>
                <a:gd name="connsiteX4" fmla="*/ 3158066 w 3158066"/>
                <a:gd name="connsiteY4" fmla="*/ 1224098 h 1259031"/>
                <a:gd name="connsiteX0" fmla="*/ 0 w 3158066"/>
                <a:gd name="connsiteY0" fmla="*/ 13365 h 1271455"/>
                <a:gd name="connsiteX1" fmla="*/ 705283 w 3158066"/>
                <a:gd name="connsiteY1" fmla="*/ 19281 h 1271455"/>
                <a:gd name="connsiteX2" fmla="*/ 1126066 w 3158066"/>
                <a:gd name="connsiteY2" fmla="*/ 114965 h 1271455"/>
                <a:gd name="connsiteX3" fmla="*/ 1417604 w 3158066"/>
                <a:gd name="connsiteY3" fmla="*/ 1128720 h 1271455"/>
                <a:gd name="connsiteX4" fmla="*/ 3158066 w 3158066"/>
                <a:gd name="connsiteY4" fmla="*/ 1246132 h 1271455"/>
                <a:gd name="connsiteX0" fmla="*/ 0 w 3158066"/>
                <a:gd name="connsiteY0" fmla="*/ 13365 h 1259355"/>
                <a:gd name="connsiteX1" fmla="*/ 705283 w 3158066"/>
                <a:gd name="connsiteY1" fmla="*/ 19281 h 1259355"/>
                <a:gd name="connsiteX2" fmla="*/ 1126066 w 3158066"/>
                <a:gd name="connsiteY2" fmla="*/ 114965 h 1259355"/>
                <a:gd name="connsiteX3" fmla="*/ 1417604 w 3158066"/>
                <a:gd name="connsiteY3" fmla="*/ 1128720 h 1259355"/>
                <a:gd name="connsiteX4" fmla="*/ 3158066 w 3158066"/>
                <a:gd name="connsiteY4" fmla="*/ 1246132 h 1259355"/>
                <a:gd name="connsiteX0" fmla="*/ 0 w 3158066"/>
                <a:gd name="connsiteY0" fmla="*/ 24337 h 1270327"/>
                <a:gd name="connsiteX1" fmla="*/ 701611 w 3158066"/>
                <a:gd name="connsiteY1" fmla="*/ 11892 h 1270327"/>
                <a:gd name="connsiteX2" fmla="*/ 1126066 w 3158066"/>
                <a:gd name="connsiteY2" fmla="*/ 125937 h 1270327"/>
                <a:gd name="connsiteX3" fmla="*/ 1417604 w 3158066"/>
                <a:gd name="connsiteY3" fmla="*/ 1139692 h 1270327"/>
                <a:gd name="connsiteX4" fmla="*/ 3158066 w 3158066"/>
                <a:gd name="connsiteY4" fmla="*/ 1257104 h 1270327"/>
                <a:gd name="connsiteX0" fmla="*/ 0 w 3158066"/>
                <a:gd name="connsiteY0" fmla="*/ 22839 h 1268829"/>
                <a:gd name="connsiteX1" fmla="*/ 701611 w 3158066"/>
                <a:gd name="connsiteY1" fmla="*/ 10394 h 1268829"/>
                <a:gd name="connsiteX2" fmla="*/ 1126066 w 3158066"/>
                <a:gd name="connsiteY2" fmla="*/ 124439 h 1268829"/>
                <a:gd name="connsiteX3" fmla="*/ 1417604 w 3158066"/>
                <a:gd name="connsiteY3" fmla="*/ 1138194 h 1268829"/>
                <a:gd name="connsiteX4" fmla="*/ 3158066 w 3158066"/>
                <a:gd name="connsiteY4" fmla="*/ 1255606 h 1268829"/>
                <a:gd name="connsiteX0" fmla="*/ 0 w 3158066"/>
                <a:gd name="connsiteY0" fmla="*/ 25168 h 1271158"/>
                <a:gd name="connsiteX1" fmla="*/ 701611 w 3158066"/>
                <a:gd name="connsiteY1" fmla="*/ 9051 h 1271158"/>
                <a:gd name="connsiteX2" fmla="*/ 1126066 w 3158066"/>
                <a:gd name="connsiteY2" fmla="*/ 126768 h 1271158"/>
                <a:gd name="connsiteX3" fmla="*/ 1417604 w 3158066"/>
                <a:gd name="connsiteY3" fmla="*/ 1140523 h 1271158"/>
                <a:gd name="connsiteX4" fmla="*/ 3158066 w 3158066"/>
                <a:gd name="connsiteY4" fmla="*/ 1257935 h 1271158"/>
                <a:gd name="connsiteX0" fmla="*/ 0 w 3158066"/>
                <a:gd name="connsiteY0" fmla="*/ 25168 h 1271158"/>
                <a:gd name="connsiteX1" fmla="*/ 701611 w 3158066"/>
                <a:gd name="connsiteY1" fmla="*/ 9051 h 1271158"/>
                <a:gd name="connsiteX2" fmla="*/ 1126066 w 3158066"/>
                <a:gd name="connsiteY2" fmla="*/ 126768 h 1271158"/>
                <a:gd name="connsiteX3" fmla="*/ 1417604 w 3158066"/>
                <a:gd name="connsiteY3" fmla="*/ 1140523 h 1271158"/>
                <a:gd name="connsiteX4" fmla="*/ 3158066 w 3158066"/>
                <a:gd name="connsiteY4" fmla="*/ 1257935 h 1271158"/>
                <a:gd name="connsiteX0" fmla="*/ 0 w 3158066"/>
                <a:gd name="connsiteY0" fmla="*/ 22133 h 1268123"/>
                <a:gd name="connsiteX1" fmla="*/ 701611 w 3158066"/>
                <a:gd name="connsiteY1" fmla="*/ 6016 h 1268123"/>
                <a:gd name="connsiteX2" fmla="*/ 1126066 w 3158066"/>
                <a:gd name="connsiteY2" fmla="*/ 123733 h 1268123"/>
                <a:gd name="connsiteX3" fmla="*/ 1417604 w 3158066"/>
                <a:gd name="connsiteY3" fmla="*/ 1137488 h 1268123"/>
                <a:gd name="connsiteX4" fmla="*/ 3158066 w 3158066"/>
                <a:gd name="connsiteY4" fmla="*/ 1254900 h 1268123"/>
                <a:gd name="connsiteX0" fmla="*/ 0 w 3158066"/>
                <a:gd name="connsiteY0" fmla="*/ 22133 h 1268123"/>
                <a:gd name="connsiteX1" fmla="*/ 701611 w 3158066"/>
                <a:gd name="connsiteY1" fmla="*/ 6016 h 1268123"/>
                <a:gd name="connsiteX2" fmla="*/ 1126066 w 3158066"/>
                <a:gd name="connsiteY2" fmla="*/ 123733 h 1268123"/>
                <a:gd name="connsiteX3" fmla="*/ 1417604 w 3158066"/>
                <a:gd name="connsiteY3" fmla="*/ 1137488 h 1268123"/>
                <a:gd name="connsiteX4" fmla="*/ 3158066 w 3158066"/>
                <a:gd name="connsiteY4" fmla="*/ 1254900 h 1268123"/>
                <a:gd name="connsiteX0" fmla="*/ 0 w 3158066"/>
                <a:gd name="connsiteY0" fmla="*/ 22133 h 1268123"/>
                <a:gd name="connsiteX1" fmla="*/ 701611 w 3158066"/>
                <a:gd name="connsiteY1" fmla="*/ 6016 h 1268123"/>
                <a:gd name="connsiteX2" fmla="*/ 1148100 w 3158066"/>
                <a:gd name="connsiteY2" fmla="*/ 175145 h 1268123"/>
                <a:gd name="connsiteX3" fmla="*/ 1417604 w 3158066"/>
                <a:gd name="connsiteY3" fmla="*/ 1137488 h 1268123"/>
                <a:gd name="connsiteX4" fmla="*/ 3158066 w 3158066"/>
                <a:gd name="connsiteY4" fmla="*/ 1254900 h 1268123"/>
                <a:gd name="connsiteX0" fmla="*/ 0 w 3158066"/>
                <a:gd name="connsiteY0" fmla="*/ 7177 h 1253167"/>
                <a:gd name="connsiteX1" fmla="*/ 705283 w 3158066"/>
                <a:gd name="connsiteY1" fmla="*/ 13094 h 1253167"/>
                <a:gd name="connsiteX2" fmla="*/ 1148100 w 3158066"/>
                <a:gd name="connsiteY2" fmla="*/ 160189 h 1253167"/>
                <a:gd name="connsiteX3" fmla="*/ 1417604 w 3158066"/>
                <a:gd name="connsiteY3" fmla="*/ 1122532 h 1253167"/>
                <a:gd name="connsiteX4" fmla="*/ 3158066 w 3158066"/>
                <a:gd name="connsiteY4" fmla="*/ 1239944 h 1253167"/>
                <a:gd name="connsiteX0" fmla="*/ 0 w 3158066"/>
                <a:gd name="connsiteY0" fmla="*/ 7177 h 1253167"/>
                <a:gd name="connsiteX1" fmla="*/ 705283 w 3158066"/>
                <a:gd name="connsiteY1" fmla="*/ 13094 h 1253167"/>
                <a:gd name="connsiteX2" fmla="*/ 1148100 w 3158066"/>
                <a:gd name="connsiteY2" fmla="*/ 160189 h 1253167"/>
                <a:gd name="connsiteX3" fmla="*/ 1417604 w 3158066"/>
                <a:gd name="connsiteY3" fmla="*/ 1122532 h 1253167"/>
                <a:gd name="connsiteX4" fmla="*/ 3158066 w 3158066"/>
                <a:gd name="connsiteY4" fmla="*/ 1239944 h 1253167"/>
                <a:gd name="connsiteX0" fmla="*/ 0 w 3158066"/>
                <a:gd name="connsiteY0" fmla="*/ 7177 h 1301042"/>
                <a:gd name="connsiteX1" fmla="*/ 705283 w 3158066"/>
                <a:gd name="connsiteY1" fmla="*/ 13094 h 1301042"/>
                <a:gd name="connsiteX2" fmla="*/ 1148100 w 3158066"/>
                <a:gd name="connsiteY2" fmla="*/ 160189 h 1301042"/>
                <a:gd name="connsiteX3" fmla="*/ 1389555 w 3158066"/>
                <a:gd name="connsiteY3" fmla="*/ 1204565 h 1301042"/>
                <a:gd name="connsiteX4" fmla="*/ 3158066 w 3158066"/>
                <a:gd name="connsiteY4" fmla="*/ 1239944 h 1301042"/>
                <a:gd name="connsiteX0" fmla="*/ 0 w 3158066"/>
                <a:gd name="connsiteY0" fmla="*/ 7177 h 1251761"/>
                <a:gd name="connsiteX1" fmla="*/ 705283 w 3158066"/>
                <a:gd name="connsiteY1" fmla="*/ 13094 h 1251761"/>
                <a:gd name="connsiteX2" fmla="*/ 1148100 w 3158066"/>
                <a:gd name="connsiteY2" fmla="*/ 160189 h 1251761"/>
                <a:gd name="connsiteX3" fmla="*/ 1389555 w 3158066"/>
                <a:gd name="connsiteY3" fmla="*/ 1204565 h 1251761"/>
                <a:gd name="connsiteX4" fmla="*/ 3158066 w 3158066"/>
                <a:gd name="connsiteY4" fmla="*/ 1239944 h 1251761"/>
                <a:gd name="connsiteX0" fmla="*/ 0 w 3158066"/>
                <a:gd name="connsiteY0" fmla="*/ 7177 h 1239944"/>
                <a:gd name="connsiteX1" fmla="*/ 705283 w 3158066"/>
                <a:gd name="connsiteY1" fmla="*/ 13094 h 1239944"/>
                <a:gd name="connsiteX2" fmla="*/ 1148100 w 3158066"/>
                <a:gd name="connsiteY2" fmla="*/ 160189 h 1239944"/>
                <a:gd name="connsiteX3" fmla="*/ 1389555 w 3158066"/>
                <a:gd name="connsiteY3" fmla="*/ 1204565 h 1239944"/>
                <a:gd name="connsiteX4" fmla="*/ 3158066 w 3158066"/>
                <a:gd name="connsiteY4" fmla="*/ 1239944 h 123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58066" h="1239944">
                  <a:moveTo>
                    <a:pt x="0" y="7177"/>
                  </a:moveTo>
                  <a:cubicBezTo>
                    <a:pt x="111478" y="-2701"/>
                    <a:pt x="473537" y="-3839"/>
                    <a:pt x="705283" y="13094"/>
                  </a:cubicBezTo>
                  <a:cubicBezTo>
                    <a:pt x="918666" y="37370"/>
                    <a:pt x="1034055" y="-38390"/>
                    <a:pt x="1148100" y="160189"/>
                  </a:cubicBezTo>
                  <a:cubicBezTo>
                    <a:pt x="1262145" y="358768"/>
                    <a:pt x="1059355" y="1005598"/>
                    <a:pt x="1389555" y="1204565"/>
                  </a:cubicBezTo>
                  <a:cubicBezTo>
                    <a:pt x="1719754" y="1233157"/>
                    <a:pt x="2745171" y="1231732"/>
                    <a:pt x="3158066" y="1239944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9FB92153-602A-45EF-91F7-34BFE99B1CCD}"/>
                </a:ext>
              </a:extLst>
            </p:cNvPr>
            <p:cNvCxnSpPr>
              <a:cxnSpLocks/>
            </p:cNvCxnSpPr>
            <p:nvPr/>
          </p:nvCxnSpPr>
          <p:spPr>
            <a:xfrm>
              <a:off x="3182581" y="5794061"/>
              <a:ext cx="154171" cy="0"/>
            </a:xfrm>
            <a:prstGeom prst="line">
              <a:avLst/>
            </a:prstGeom>
            <a:ln w="1905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Grupo 88">
              <a:extLst>
                <a:ext uri="{FF2B5EF4-FFF2-40B4-BE49-F238E27FC236}">
                  <a16:creationId xmlns:a16="http://schemas.microsoft.com/office/drawing/2014/main" id="{8C03CA58-416F-4AFE-8CA1-A45F84638337}"/>
                </a:ext>
              </a:extLst>
            </p:cNvPr>
            <p:cNvGrpSpPr/>
            <p:nvPr/>
          </p:nvGrpSpPr>
          <p:grpSpPr>
            <a:xfrm>
              <a:off x="4372697" y="5152983"/>
              <a:ext cx="187365" cy="190254"/>
              <a:chOff x="8043213" y="2007794"/>
              <a:chExt cx="187365" cy="190254"/>
            </a:xfrm>
          </p:grpSpPr>
          <p:cxnSp>
            <p:nvCxnSpPr>
              <p:cNvPr id="90" name="Conector recto 89">
                <a:extLst>
                  <a:ext uri="{FF2B5EF4-FFF2-40B4-BE49-F238E27FC236}">
                    <a16:creationId xmlns:a16="http://schemas.microsoft.com/office/drawing/2014/main" id="{F3CACDC6-A883-41D6-97B4-33AE8ABC4B71}"/>
                  </a:ext>
                </a:extLst>
              </p:cNvPr>
              <p:cNvCxnSpPr/>
              <p:nvPr/>
            </p:nvCxnSpPr>
            <p:spPr>
              <a:xfrm>
                <a:off x="8046481" y="2011134"/>
                <a:ext cx="184097" cy="18691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ector recto 90">
                <a:extLst>
                  <a:ext uri="{FF2B5EF4-FFF2-40B4-BE49-F238E27FC236}">
                    <a16:creationId xmlns:a16="http://schemas.microsoft.com/office/drawing/2014/main" id="{F41A4B9F-1810-4DEA-BBFB-F2C5B21280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43213" y="2007794"/>
                <a:ext cx="184097" cy="18620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Forma libre: forma 91">
              <a:extLst>
                <a:ext uri="{FF2B5EF4-FFF2-40B4-BE49-F238E27FC236}">
                  <a16:creationId xmlns:a16="http://schemas.microsoft.com/office/drawing/2014/main" id="{657B96F3-607E-4BA6-BCF7-57DB01C945D7}"/>
                </a:ext>
              </a:extLst>
            </p:cNvPr>
            <p:cNvSpPr/>
            <p:nvPr/>
          </p:nvSpPr>
          <p:spPr>
            <a:xfrm>
              <a:off x="4570529" y="4668505"/>
              <a:ext cx="1372355" cy="1106870"/>
            </a:xfrm>
            <a:custGeom>
              <a:avLst/>
              <a:gdLst>
                <a:gd name="connsiteX0" fmla="*/ 0 w 1610017"/>
                <a:gd name="connsiteY0" fmla="*/ 1260871 h 1401713"/>
                <a:gd name="connsiteX1" fmla="*/ 246832 w 1610017"/>
                <a:gd name="connsiteY1" fmla="*/ 1272091 h 1401713"/>
                <a:gd name="connsiteX2" fmla="*/ 274881 w 1610017"/>
                <a:gd name="connsiteY2" fmla="*/ 223056 h 1401713"/>
                <a:gd name="connsiteX3" fmla="*/ 790984 w 1610017"/>
                <a:gd name="connsiteY3" fmla="*/ 88420 h 1401713"/>
                <a:gd name="connsiteX4" fmla="*/ 942449 w 1610017"/>
                <a:gd name="connsiteY4" fmla="*/ 1294530 h 1401713"/>
                <a:gd name="connsiteX5" fmla="*/ 1610017 w 1610017"/>
                <a:gd name="connsiteY5" fmla="*/ 1311360 h 1401713"/>
                <a:gd name="connsiteX0" fmla="*/ 0 w 1610017"/>
                <a:gd name="connsiteY0" fmla="*/ 1138866 h 1279708"/>
                <a:gd name="connsiteX1" fmla="*/ 246832 w 1610017"/>
                <a:gd name="connsiteY1" fmla="*/ 1150086 h 1279708"/>
                <a:gd name="connsiteX2" fmla="*/ 274881 w 1610017"/>
                <a:gd name="connsiteY2" fmla="*/ 101051 h 1279708"/>
                <a:gd name="connsiteX3" fmla="*/ 830252 w 1610017"/>
                <a:gd name="connsiteY3" fmla="*/ 162759 h 1279708"/>
                <a:gd name="connsiteX4" fmla="*/ 942449 w 1610017"/>
                <a:gd name="connsiteY4" fmla="*/ 1172525 h 1279708"/>
                <a:gd name="connsiteX5" fmla="*/ 1610017 w 1610017"/>
                <a:gd name="connsiteY5" fmla="*/ 1189355 h 1279708"/>
                <a:gd name="connsiteX0" fmla="*/ 0 w 1610017"/>
                <a:gd name="connsiteY0" fmla="*/ 1117333 h 1258175"/>
                <a:gd name="connsiteX1" fmla="*/ 246832 w 1610017"/>
                <a:gd name="connsiteY1" fmla="*/ 1128553 h 1258175"/>
                <a:gd name="connsiteX2" fmla="*/ 274881 w 1610017"/>
                <a:gd name="connsiteY2" fmla="*/ 113177 h 1258175"/>
                <a:gd name="connsiteX3" fmla="*/ 830252 w 1610017"/>
                <a:gd name="connsiteY3" fmla="*/ 141226 h 1258175"/>
                <a:gd name="connsiteX4" fmla="*/ 942449 w 1610017"/>
                <a:gd name="connsiteY4" fmla="*/ 1150992 h 1258175"/>
                <a:gd name="connsiteX5" fmla="*/ 1610017 w 1610017"/>
                <a:gd name="connsiteY5" fmla="*/ 1167822 h 1258175"/>
                <a:gd name="connsiteX0" fmla="*/ 0 w 1610017"/>
                <a:gd name="connsiteY0" fmla="*/ 1055830 h 1196672"/>
                <a:gd name="connsiteX1" fmla="*/ 246832 w 1610017"/>
                <a:gd name="connsiteY1" fmla="*/ 1067050 h 1196672"/>
                <a:gd name="connsiteX2" fmla="*/ 274881 w 1610017"/>
                <a:gd name="connsiteY2" fmla="*/ 51674 h 1196672"/>
                <a:gd name="connsiteX3" fmla="*/ 830252 w 1610017"/>
                <a:gd name="connsiteY3" fmla="*/ 79723 h 1196672"/>
                <a:gd name="connsiteX4" fmla="*/ 942449 w 1610017"/>
                <a:gd name="connsiteY4" fmla="*/ 1089489 h 1196672"/>
                <a:gd name="connsiteX5" fmla="*/ 1610017 w 1610017"/>
                <a:gd name="connsiteY5" fmla="*/ 1106319 h 1196672"/>
                <a:gd name="connsiteX0" fmla="*/ 0 w 1610017"/>
                <a:gd name="connsiteY0" fmla="*/ 1004516 h 1145358"/>
                <a:gd name="connsiteX1" fmla="*/ 246832 w 1610017"/>
                <a:gd name="connsiteY1" fmla="*/ 1015736 h 1145358"/>
                <a:gd name="connsiteX2" fmla="*/ 274881 w 1610017"/>
                <a:gd name="connsiteY2" fmla="*/ 360 h 1145358"/>
                <a:gd name="connsiteX3" fmla="*/ 830252 w 1610017"/>
                <a:gd name="connsiteY3" fmla="*/ 28409 h 1145358"/>
                <a:gd name="connsiteX4" fmla="*/ 942449 w 1610017"/>
                <a:gd name="connsiteY4" fmla="*/ 1038175 h 1145358"/>
                <a:gd name="connsiteX5" fmla="*/ 1610017 w 1610017"/>
                <a:gd name="connsiteY5" fmla="*/ 1055005 h 1145358"/>
                <a:gd name="connsiteX0" fmla="*/ 0 w 1716603"/>
                <a:gd name="connsiteY0" fmla="*/ 1066227 h 1145361"/>
                <a:gd name="connsiteX1" fmla="*/ 353418 w 1716603"/>
                <a:gd name="connsiteY1" fmla="*/ 1015739 h 1145361"/>
                <a:gd name="connsiteX2" fmla="*/ 381467 w 1716603"/>
                <a:gd name="connsiteY2" fmla="*/ 363 h 1145361"/>
                <a:gd name="connsiteX3" fmla="*/ 936838 w 1716603"/>
                <a:gd name="connsiteY3" fmla="*/ 28412 h 1145361"/>
                <a:gd name="connsiteX4" fmla="*/ 1049035 w 1716603"/>
                <a:gd name="connsiteY4" fmla="*/ 1038178 h 1145361"/>
                <a:gd name="connsiteX5" fmla="*/ 1716603 w 1716603"/>
                <a:gd name="connsiteY5" fmla="*/ 1055008 h 1145361"/>
                <a:gd name="connsiteX0" fmla="*/ 0 w 1716603"/>
                <a:gd name="connsiteY0" fmla="*/ 1066227 h 1145361"/>
                <a:gd name="connsiteX1" fmla="*/ 353418 w 1716603"/>
                <a:gd name="connsiteY1" fmla="*/ 1015739 h 1145361"/>
                <a:gd name="connsiteX2" fmla="*/ 381467 w 1716603"/>
                <a:gd name="connsiteY2" fmla="*/ 363 h 1145361"/>
                <a:gd name="connsiteX3" fmla="*/ 936838 w 1716603"/>
                <a:gd name="connsiteY3" fmla="*/ 28412 h 1145361"/>
                <a:gd name="connsiteX4" fmla="*/ 1049035 w 1716603"/>
                <a:gd name="connsiteY4" fmla="*/ 1038178 h 1145361"/>
                <a:gd name="connsiteX5" fmla="*/ 1716603 w 1716603"/>
                <a:gd name="connsiteY5" fmla="*/ 1055008 h 1145361"/>
                <a:gd name="connsiteX0" fmla="*/ 0 w 1716603"/>
                <a:gd name="connsiteY0" fmla="*/ 1066200 h 1145334"/>
                <a:gd name="connsiteX1" fmla="*/ 353418 w 1716603"/>
                <a:gd name="connsiteY1" fmla="*/ 1015712 h 1145334"/>
                <a:gd name="connsiteX2" fmla="*/ 381467 w 1716603"/>
                <a:gd name="connsiteY2" fmla="*/ 336 h 1145334"/>
                <a:gd name="connsiteX3" fmla="*/ 936838 w 1716603"/>
                <a:gd name="connsiteY3" fmla="*/ 28385 h 1145334"/>
                <a:gd name="connsiteX4" fmla="*/ 1049035 w 1716603"/>
                <a:gd name="connsiteY4" fmla="*/ 1038151 h 1145334"/>
                <a:gd name="connsiteX5" fmla="*/ 1716603 w 1716603"/>
                <a:gd name="connsiteY5" fmla="*/ 1054981 h 1145334"/>
                <a:gd name="connsiteX0" fmla="*/ 0 w 1716603"/>
                <a:gd name="connsiteY0" fmla="*/ 1109995 h 1189129"/>
                <a:gd name="connsiteX1" fmla="*/ 353418 w 1716603"/>
                <a:gd name="connsiteY1" fmla="*/ 1059507 h 1189129"/>
                <a:gd name="connsiteX2" fmla="*/ 370247 w 1716603"/>
                <a:gd name="connsiteY2" fmla="*/ 66570 h 1189129"/>
                <a:gd name="connsiteX3" fmla="*/ 936838 w 1716603"/>
                <a:gd name="connsiteY3" fmla="*/ 72180 h 1189129"/>
                <a:gd name="connsiteX4" fmla="*/ 1049035 w 1716603"/>
                <a:gd name="connsiteY4" fmla="*/ 1081946 h 1189129"/>
                <a:gd name="connsiteX5" fmla="*/ 1716603 w 1716603"/>
                <a:gd name="connsiteY5" fmla="*/ 1098776 h 1189129"/>
                <a:gd name="connsiteX0" fmla="*/ 0 w 1716603"/>
                <a:gd name="connsiteY0" fmla="*/ 1150965 h 1230099"/>
                <a:gd name="connsiteX1" fmla="*/ 353418 w 1716603"/>
                <a:gd name="connsiteY1" fmla="*/ 1100477 h 1230099"/>
                <a:gd name="connsiteX2" fmla="*/ 370247 w 1716603"/>
                <a:gd name="connsiteY2" fmla="*/ 107540 h 1230099"/>
                <a:gd name="connsiteX3" fmla="*/ 953667 w 1716603"/>
                <a:gd name="connsiteY3" fmla="*/ 141199 h 1230099"/>
                <a:gd name="connsiteX4" fmla="*/ 1049035 w 1716603"/>
                <a:gd name="connsiteY4" fmla="*/ 1122916 h 1230099"/>
                <a:gd name="connsiteX5" fmla="*/ 1716603 w 1716603"/>
                <a:gd name="connsiteY5" fmla="*/ 1139746 h 1230099"/>
                <a:gd name="connsiteX0" fmla="*/ 0 w 1716603"/>
                <a:gd name="connsiteY0" fmla="*/ 1105857 h 1184991"/>
                <a:gd name="connsiteX1" fmla="*/ 353418 w 1716603"/>
                <a:gd name="connsiteY1" fmla="*/ 1055369 h 1184991"/>
                <a:gd name="connsiteX2" fmla="*/ 370247 w 1716603"/>
                <a:gd name="connsiteY2" fmla="*/ 62432 h 1184991"/>
                <a:gd name="connsiteX3" fmla="*/ 953667 w 1716603"/>
                <a:gd name="connsiteY3" fmla="*/ 96091 h 1184991"/>
                <a:gd name="connsiteX4" fmla="*/ 1049035 w 1716603"/>
                <a:gd name="connsiteY4" fmla="*/ 1077808 h 1184991"/>
                <a:gd name="connsiteX5" fmla="*/ 1716603 w 1716603"/>
                <a:gd name="connsiteY5" fmla="*/ 1094638 h 1184991"/>
                <a:gd name="connsiteX0" fmla="*/ 0 w 1716603"/>
                <a:gd name="connsiteY0" fmla="*/ 1044442 h 1123576"/>
                <a:gd name="connsiteX1" fmla="*/ 353418 w 1716603"/>
                <a:gd name="connsiteY1" fmla="*/ 993954 h 1123576"/>
                <a:gd name="connsiteX2" fmla="*/ 370247 w 1716603"/>
                <a:gd name="connsiteY2" fmla="*/ 1017 h 1123576"/>
                <a:gd name="connsiteX3" fmla="*/ 953667 w 1716603"/>
                <a:gd name="connsiteY3" fmla="*/ 34676 h 1123576"/>
                <a:gd name="connsiteX4" fmla="*/ 1049035 w 1716603"/>
                <a:gd name="connsiteY4" fmla="*/ 1016393 h 1123576"/>
                <a:gd name="connsiteX5" fmla="*/ 1716603 w 1716603"/>
                <a:gd name="connsiteY5" fmla="*/ 1033223 h 1123576"/>
                <a:gd name="connsiteX0" fmla="*/ 0 w 1716603"/>
                <a:gd name="connsiteY0" fmla="*/ 1112384 h 1191518"/>
                <a:gd name="connsiteX1" fmla="*/ 353418 w 1716603"/>
                <a:gd name="connsiteY1" fmla="*/ 1061896 h 1191518"/>
                <a:gd name="connsiteX2" fmla="*/ 370247 w 1716603"/>
                <a:gd name="connsiteY2" fmla="*/ 68959 h 1191518"/>
                <a:gd name="connsiteX3" fmla="*/ 948058 w 1716603"/>
                <a:gd name="connsiteY3" fmla="*/ 80179 h 1191518"/>
                <a:gd name="connsiteX4" fmla="*/ 1049035 w 1716603"/>
                <a:gd name="connsiteY4" fmla="*/ 1084335 h 1191518"/>
                <a:gd name="connsiteX5" fmla="*/ 1716603 w 1716603"/>
                <a:gd name="connsiteY5" fmla="*/ 1101165 h 1191518"/>
                <a:gd name="connsiteX0" fmla="*/ 0 w 1716603"/>
                <a:gd name="connsiteY0" fmla="*/ 1070238 h 1149372"/>
                <a:gd name="connsiteX1" fmla="*/ 353418 w 1716603"/>
                <a:gd name="connsiteY1" fmla="*/ 1019750 h 1149372"/>
                <a:gd name="connsiteX2" fmla="*/ 370247 w 1716603"/>
                <a:gd name="connsiteY2" fmla="*/ 26813 h 1149372"/>
                <a:gd name="connsiteX3" fmla="*/ 948058 w 1716603"/>
                <a:gd name="connsiteY3" fmla="*/ 38033 h 1149372"/>
                <a:gd name="connsiteX4" fmla="*/ 1049035 w 1716603"/>
                <a:gd name="connsiteY4" fmla="*/ 1042189 h 1149372"/>
                <a:gd name="connsiteX5" fmla="*/ 1716603 w 1716603"/>
                <a:gd name="connsiteY5" fmla="*/ 1059019 h 1149372"/>
                <a:gd name="connsiteX0" fmla="*/ 0 w 1716603"/>
                <a:gd name="connsiteY0" fmla="*/ 1050910 h 1130044"/>
                <a:gd name="connsiteX1" fmla="*/ 353418 w 1716603"/>
                <a:gd name="connsiteY1" fmla="*/ 1000422 h 1130044"/>
                <a:gd name="connsiteX2" fmla="*/ 370247 w 1716603"/>
                <a:gd name="connsiteY2" fmla="*/ 7485 h 1130044"/>
                <a:gd name="connsiteX3" fmla="*/ 948058 w 1716603"/>
                <a:gd name="connsiteY3" fmla="*/ 18705 h 1130044"/>
                <a:gd name="connsiteX4" fmla="*/ 1049035 w 1716603"/>
                <a:gd name="connsiteY4" fmla="*/ 1022861 h 1130044"/>
                <a:gd name="connsiteX5" fmla="*/ 1716603 w 1716603"/>
                <a:gd name="connsiteY5" fmla="*/ 1039691 h 1130044"/>
                <a:gd name="connsiteX0" fmla="*/ 0 w 1716603"/>
                <a:gd name="connsiteY0" fmla="*/ 1121711 h 1200845"/>
                <a:gd name="connsiteX1" fmla="*/ 353418 w 1716603"/>
                <a:gd name="connsiteY1" fmla="*/ 1071223 h 1200845"/>
                <a:gd name="connsiteX2" fmla="*/ 370247 w 1716603"/>
                <a:gd name="connsiteY2" fmla="*/ 78286 h 1200845"/>
                <a:gd name="connsiteX3" fmla="*/ 948058 w 1716603"/>
                <a:gd name="connsiteY3" fmla="*/ 61457 h 1200845"/>
                <a:gd name="connsiteX4" fmla="*/ 1049035 w 1716603"/>
                <a:gd name="connsiteY4" fmla="*/ 1093662 h 1200845"/>
                <a:gd name="connsiteX5" fmla="*/ 1716603 w 1716603"/>
                <a:gd name="connsiteY5" fmla="*/ 1110492 h 1200845"/>
                <a:gd name="connsiteX0" fmla="*/ 0 w 1716603"/>
                <a:gd name="connsiteY0" fmla="*/ 1065068 h 1144202"/>
                <a:gd name="connsiteX1" fmla="*/ 353418 w 1716603"/>
                <a:gd name="connsiteY1" fmla="*/ 1014580 h 1144202"/>
                <a:gd name="connsiteX2" fmla="*/ 370247 w 1716603"/>
                <a:gd name="connsiteY2" fmla="*/ 21643 h 1144202"/>
                <a:gd name="connsiteX3" fmla="*/ 948058 w 1716603"/>
                <a:gd name="connsiteY3" fmla="*/ 4814 h 1144202"/>
                <a:gd name="connsiteX4" fmla="*/ 1049035 w 1716603"/>
                <a:gd name="connsiteY4" fmla="*/ 1037019 h 1144202"/>
                <a:gd name="connsiteX5" fmla="*/ 1716603 w 1716603"/>
                <a:gd name="connsiteY5" fmla="*/ 1053849 h 1144202"/>
                <a:gd name="connsiteX0" fmla="*/ 0 w 1716603"/>
                <a:gd name="connsiteY0" fmla="*/ 1121711 h 1200845"/>
                <a:gd name="connsiteX1" fmla="*/ 274881 w 1716603"/>
                <a:gd name="connsiteY1" fmla="*/ 1071223 h 1200845"/>
                <a:gd name="connsiteX2" fmla="*/ 370247 w 1716603"/>
                <a:gd name="connsiteY2" fmla="*/ 78286 h 1200845"/>
                <a:gd name="connsiteX3" fmla="*/ 948058 w 1716603"/>
                <a:gd name="connsiteY3" fmla="*/ 61457 h 1200845"/>
                <a:gd name="connsiteX4" fmla="*/ 1049035 w 1716603"/>
                <a:gd name="connsiteY4" fmla="*/ 1093662 h 1200845"/>
                <a:gd name="connsiteX5" fmla="*/ 1716603 w 1716603"/>
                <a:gd name="connsiteY5" fmla="*/ 1110492 h 1200845"/>
                <a:gd name="connsiteX0" fmla="*/ 0 w 1716603"/>
                <a:gd name="connsiteY0" fmla="*/ 1069819 h 1148953"/>
                <a:gd name="connsiteX1" fmla="*/ 274881 w 1716603"/>
                <a:gd name="connsiteY1" fmla="*/ 1019331 h 1148953"/>
                <a:gd name="connsiteX2" fmla="*/ 370247 w 1716603"/>
                <a:gd name="connsiteY2" fmla="*/ 26394 h 1148953"/>
                <a:gd name="connsiteX3" fmla="*/ 948058 w 1716603"/>
                <a:gd name="connsiteY3" fmla="*/ 9565 h 1148953"/>
                <a:gd name="connsiteX4" fmla="*/ 1049035 w 1716603"/>
                <a:gd name="connsiteY4" fmla="*/ 1041770 h 1148953"/>
                <a:gd name="connsiteX5" fmla="*/ 1716603 w 1716603"/>
                <a:gd name="connsiteY5" fmla="*/ 1058600 h 1148953"/>
                <a:gd name="connsiteX0" fmla="*/ 0 w 1716603"/>
                <a:gd name="connsiteY0" fmla="*/ 1120882 h 1200016"/>
                <a:gd name="connsiteX1" fmla="*/ 302930 w 1716603"/>
                <a:gd name="connsiteY1" fmla="*/ 1059175 h 1200016"/>
                <a:gd name="connsiteX2" fmla="*/ 370247 w 1716603"/>
                <a:gd name="connsiteY2" fmla="*/ 77457 h 1200016"/>
                <a:gd name="connsiteX3" fmla="*/ 948058 w 1716603"/>
                <a:gd name="connsiteY3" fmla="*/ 60628 h 1200016"/>
                <a:gd name="connsiteX4" fmla="*/ 1049035 w 1716603"/>
                <a:gd name="connsiteY4" fmla="*/ 1092833 h 1200016"/>
                <a:gd name="connsiteX5" fmla="*/ 1716603 w 1716603"/>
                <a:gd name="connsiteY5" fmla="*/ 1109663 h 1200016"/>
                <a:gd name="connsiteX0" fmla="*/ 0 w 2041973"/>
                <a:gd name="connsiteY0" fmla="*/ 1098443 h 1200016"/>
                <a:gd name="connsiteX1" fmla="*/ 628300 w 2041973"/>
                <a:gd name="connsiteY1" fmla="*/ 1059175 h 1200016"/>
                <a:gd name="connsiteX2" fmla="*/ 695617 w 2041973"/>
                <a:gd name="connsiteY2" fmla="*/ 77457 h 1200016"/>
                <a:gd name="connsiteX3" fmla="*/ 1273428 w 2041973"/>
                <a:gd name="connsiteY3" fmla="*/ 60628 h 1200016"/>
                <a:gd name="connsiteX4" fmla="*/ 1374405 w 2041973"/>
                <a:gd name="connsiteY4" fmla="*/ 1092833 h 1200016"/>
                <a:gd name="connsiteX5" fmla="*/ 2041973 w 2041973"/>
                <a:gd name="connsiteY5" fmla="*/ 1109663 h 1200016"/>
                <a:gd name="connsiteX0" fmla="*/ 0 w 2300024"/>
                <a:gd name="connsiteY0" fmla="*/ 1098443 h 1201982"/>
                <a:gd name="connsiteX1" fmla="*/ 628300 w 2300024"/>
                <a:gd name="connsiteY1" fmla="*/ 1059175 h 1201982"/>
                <a:gd name="connsiteX2" fmla="*/ 695617 w 2300024"/>
                <a:gd name="connsiteY2" fmla="*/ 77457 h 1201982"/>
                <a:gd name="connsiteX3" fmla="*/ 1273428 w 2300024"/>
                <a:gd name="connsiteY3" fmla="*/ 60628 h 1201982"/>
                <a:gd name="connsiteX4" fmla="*/ 1374405 w 2300024"/>
                <a:gd name="connsiteY4" fmla="*/ 1092833 h 1201982"/>
                <a:gd name="connsiteX5" fmla="*/ 2300024 w 2300024"/>
                <a:gd name="connsiteY5" fmla="*/ 1115273 h 1201982"/>
                <a:gd name="connsiteX0" fmla="*/ 0 w 2300024"/>
                <a:gd name="connsiteY0" fmla="*/ 1098443 h 1188476"/>
                <a:gd name="connsiteX1" fmla="*/ 628300 w 2300024"/>
                <a:gd name="connsiteY1" fmla="*/ 1059175 h 1188476"/>
                <a:gd name="connsiteX2" fmla="*/ 695617 w 2300024"/>
                <a:gd name="connsiteY2" fmla="*/ 77457 h 1188476"/>
                <a:gd name="connsiteX3" fmla="*/ 1273428 w 2300024"/>
                <a:gd name="connsiteY3" fmla="*/ 60628 h 1188476"/>
                <a:gd name="connsiteX4" fmla="*/ 1374405 w 2300024"/>
                <a:gd name="connsiteY4" fmla="*/ 1092833 h 1188476"/>
                <a:gd name="connsiteX5" fmla="*/ 2300024 w 2300024"/>
                <a:gd name="connsiteY5" fmla="*/ 1115273 h 1188476"/>
                <a:gd name="connsiteX0" fmla="*/ 0 w 2300024"/>
                <a:gd name="connsiteY0" fmla="*/ 1098443 h 1153876"/>
                <a:gd name="connsiteX1" fmla="*/ 628300 w 2300024"/>
                <a:gd name="connsiteY1" fmla="*/ 1059175 h 1153876"/>
                <a:gd name="connsiteX2" fmla="*/ 695617 w 2300024"/>
                <a:gd name="connsiteY2" fmla="*/ 77457 h 1153876"/>
                <a:gd name="connsiteX3" fmla="*/ 1273428 w 2300024"/>
                <a:gd name="connsiteY3" fmla="*/ 60628 h 1153876"/>
                <a:gd name="connsiteX4" fmla="*/ 1374405 w 2300024"/>
                <a:gd name="connsiteY4" fmla="*/ 1092833 h 1153876"/>
                <a:gd name="connsiteX5" fmla="*/ 2300024 w 2300024"/>
                <a:gd name="connsiteY5" fmla="*/ 1115273 h 1153876"/>
                <a:gd name="connsiteX0" fmla="*/ 0 w 2300024"/>
                <a:gd name="connsiteY0" fmla="*/ 1048991 h 1104424"/>
                <a:gd name="connsiteX1" fmla="*/ 628300 w 2300024"/>
                <a:gd name="connsiteY1" fmla="*/ 1009723 h 1104424"/>
                <a:gd name="connsiteX2" fmla="*/ 695617 w 2300024"/>
                <a:gd name="connsiteY2" fmla="*/ 28005 h 1104424"/>
                <a:gd name="connsiteX3" fmla="*/ 1273428 w 2300024"/>
                <a:gd name="connsiteY3" fmla="*/ 11176 h 1104424"/>
                <a:gd name="connsiteX4" fmla="*/ 1374405 w 2300024"/>
                <a:gd name="connsiteY4" fmla="*/ 1043381 h 1104424"/>
                <a:gd name="connsiteX5" fmla="*/ 2300024 w 2300024"/>
                <a:gd name="connsiteY5" fmla="*/ 1065821 h 1104424"/>
                <a:gd name="connsiteX0" fmla="*/ 0 w 2300024"/>
                <a:gd name="connsiteY0" fmla="*/ 1121208 h 1176641"/>
                <a:gd name="connsiteX1" fmla="*/ 628300 w 2300024"/>
                <a:gd name="connsiteY1" fmla="*/ 1081940 h 1176641"/>
                <a:gd name="connsiteX2" fmla="*/ 695617 w 2300024"/>
                <a:gd name="connsiteY2" fmla="*/ 100222 h 1176641"/>
                <a:gd name="connsiteX3" fmla="*/ 1273428 w 2300024"/>
                <a:gd name="connsiteY3" fmla="*/ 83393 h 1176641"/>
                <a:gd name="connsiteX4" fmla="*/ 1419283 w 2300024"/>
                <a:gd name="connsiteY4" fmla="*/ 1115598 h 1176641"/>
                <a:gd name="connsiteX5" fmla="*/ 2300024 w 2300024"/>
                <a:gd name="connsiteY5" fmla="*/ 1138038 h 1176641"/>
                <a:gd name="connsiteX0" fmla="*/ 0 w 2300024"/>
                <a:gd name="connsiteY0" fmla="*/ 1052476 h 1107909"/>
                <a:gd name="connsiteX1" fmla="*/ 628300 w 2300024"/>
                <a:gd name="connsiteY1" fmla="*/ 1013208 h 1107909"/>
                <a:gd name="connsiteX2" fmla="*/ 695617 w 2300024"/>
                <a:gd name="connsiteY2" fmla="*/ 31490 h 1107909"/>
                <a:gd name="connsiteX3" fmla="*/ 1273428 w 2300024"/>
                <a:gd name="connsiteY3" fmla="*/ 14661 h 1107909"/>
                <a:gd name="connsiteX4" fmla="*/ 1419283 w 2300024"/>
                <a:gd name="connsiteY4" fmla="*/ 1046866 h 1107909"/>
                <a:gd name="connsiteX5" fmla="*/ 2300024 w 2300024"/>
                <a:gd name="connsiteY5" fmla="*/ 1069306 h 1107909"/>
                <a:gd name="connsiteX0" fmla="*/ 0 w 2300024"/>
                <a:gd name="connsiteY0" fmla="*/ 1101217 h 1156650"/>
                <a:gd name="connsiteX1" fmla="*/ 622690 w 2300024"/>
                <a:gd name="connsiteY1" fmla="*/ 1061949 h 1156650"/>
                <a:gd name="connsiteX2" fmla="*/ 695617 w 2300024"/>
                <a:gd name="connsiteY2" fmla="*/ 80231 h 1156650"/>
                <a:gd name="connsiteX3" fmla="*/ 1273428 w 2300024"/>
                <a:gd name="connsiteY3" fmla="*/ 63402 h 1156650"/>
                <a:gd name="connsiteX4" fmla="*/ 1419283 w 2300024"/>
                <a:gd name="connsiteY4" fmla="*/ 1095607 h 1156650"/>
                <a:gd name="connsiteX5" fmla="*/ 2300024 w 2300024"/>
                <a:gd name="connsiteY5" fmla="*/ 1118047 h 1156650"/>
                <a:gd name="connsiteX0" fmla="*/ 0 w 2300024"/>
                <a:gd name="connsiteY0" fmla="*/ 1045897 h 1101330"/>
                <a:gd name="connsiteX1" fmla="*/ 622690 w 2300024"/>
                <a:gd name="connsiteY1" fmla="*/ 1006629 h 1101330"/>
                <a:gd name="connsiteX2" fmla="*/ 695617 w 2300024"/>
                <a:gd name="connsiteY2" fmla="*/ 24911 h 1101330"/>
                <a:gd name="connsiteX3" fmla="*/ 1273428 w 2300024"/>
                <a:gd name="connsiteY3" fmla="*/ 8082 h 1101330"/>
                <a:gd name="connsiteX4" fmla="*/ 1419283 w 2300024"/>
                <a:gd name="connsiteY4" fmla="*/ 1040287 h 1101330"/>
                <a:gd name="connsiteX5" fmla="*/ 2300024 w 2300024"/>
                <a:gd name="connsiteY5" fmla="*/ 1062727 h 1101330"/>
                <a:gd name="connsiteX0" fmla="*/ 0 w 1806360"/>
                <a:gd name="connsiteY0" fmla="*/ 1045897 h 1109071"/>
                <a:gd name="connsiteX1" fmla="*/ 622690 w 1806360"/>
                <a:gd name="connsiteY1" fmla="*/ 1006629 h 1109071"/>
                <a:gd name="connsiteX2" fmla="*/ 695617 w 1806360"/>
                <a:gd name="connsiteY2" fmla="*/ 24911 h 1109071"/>
                <a:gd name="connsiteX3" fmla="*/ 1273428 w 1806360"/>
                <a:gd name="connsiteY3" fmla="*/ 8082 h 1109071"/>
                <a:gd name="connsiteX4" fmla="*/ 1419283 w 1806360"/>
                <a:gd name="connsiteY4" fmla="*/ 1040287 h 1109071"/>
                <a:gd name="connsiteX5" fmla="*/ 1806360 w 1806360"/>
                <a:gd name="connsiteY5" fmla="*/ 1090776 h 1109071"/>
                <a:gd name="connsiteX0" fmla="*/ 0 w 1883346"/>
                <a:gd name="connsiteY0" fmla="*/ 1045897 h 1120440"/>
                <a:gd name="connsiteX1" fmla="*/ 622690 w 1883346"/>
                <a:gd name="connsiteY1" fmla="*/ 1006629 h 1120440"/>
                <a:gd name="connsiteX2" fmla="*/ 695617 w 1883346"/>
                <a:gd name="connsiteY2" fmla="*/ 24911 h 1120440"/>
                <a:gd name="connsiteX3" fmla="*/ 1273428 w 1883346"/>
                <a:gd name="connsiteY3" fmla="*/ 8082 h 1120440"/>
                <a:gd name="connsiteX4" fmla="*/ 1419283 w 1883346"/>
                <a:gd name="connsiteY4" fmla="*/ 1040287 h 1120440"/>
                <a:gd name="connsiteX5" fmla="*/ 1883346 w 1883346"/>
                <a:gd name="connsiteY5" fmla="*/ 1113491 h 1120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83346" h="1120440">
                  <a:moveTo>
                    <a:pt x="0" y="1045897"/>
                  </a:moveTo>
                  <a:cubicBezTo>
                    <a:pt x="100509" y="1070673"/>
                    <a:pt x="506754" y="1176793"/>
                    <a:pt x="622690" y="1006629"/>
                  </a:cubicBezTo>
                  <a:cubicBezTo>
                    <a:pt x="738626" y="836465"/>
                    <a:pt x="575941" y="62309"/>
                    <a:pt x="695617" y="24911"/>
                  </a:cubicBezTo>
                  <a:cubicBezTo>
                    <a:pt x="815293" y="-12487"/>
                    <a:pt x="1175256" y="1537"/>
                    <a:pt x="1273428" y="8082"/>
                  </a:cubicBezTo>
                  <a:cubicBezTo>
                    <a:pt x="1371600" y="14627"/>
                    <a:pt x="1282778" y="836464"/>
                    <a:pt x="1419283" y="1040287"/>
                  </a:cubicBezTo>
                  <a:cubicBezTo>
                    <a:pt x="1600667" y="1159963"/>
                    <a:pt x="1753385" y="1108816"/>
                    <a:pt x="1883346" y="1113491"/>
                  </a:cubicBez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984110BA-8B98-4925-8792-ACEB5A321CE5}"/>
                    </a:ext>
                  </a:extLst>
                </p:cNvPr>
                <p:cNvSpPr txBox="1"/>
                <p:nvPr/>
              </p:nvSpPr>
              <p:spPr>
                <a:xfrm>
                  <a:off x="4981312" y="4301873"/>
                  <a:ext cx="1352150" cy="4042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984110BA-8B98-4925-8792-ACEB5A321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1312" y="4301873"/>
                  <a:ext cx="1352150" cy="404213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7D494B42-5C0E-4D69-AA35-85466E438F1C}"/>
                </a:ext>
              </a:extLst>
            </p:cNvPr>
            <p:cNvCxnSpPr>
              <a:cxnSpLocks/>
            </p:cNvCxnSpPr>
            <p:nvPr/>
          </p:nvCxnSpPr>
          <p:spPr>
            <a:xfrm>
              <a:off x="5554293" y="4580742"/>
              <a:ext cx="0" cy="19143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434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8F56C317-A139-4539-8409-3E7D25BA3D9E}"/>
              </a:ext>
            </a:extLst>
          </p:cNvPr>
          <p:cNvGrpSpPr/>
          <p:nvPr/>
        </p:nvGrpSpPr>
        <p:grpSpPr>
          <a:xfrm>
            <a:off x="549473" y="3464138"/>
            <a:ext cx="2380204" cy="685710"/>
            <a:chOff x="8262281" y="1118040"/>
            <a:chExt cx="2380204" cy="6857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8FF1791B-D793-4450-9EA0-A477FB03138C}"/>
                    </a:ext>
                  </a:extLst>
                </p:cNvPr>
                <p:cNvSpPr txBox="1"/>
                <p:nvPr/>
              </p:nvSpPr>
              <p:spPr>
                <a:xfrm>
                  <a:off x="9954323" y="1150936"/>
                  <a:ext cx="6876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8FF1791B-D793-4450-9EA0-A477FB0313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4323" y="1150936"/>
                  <a:ext cx="687600" cy="307777"/>
                </a:xfrm>
                <a:prstGeom prst="rect">
                  <a:avLst/>
                </a:prstGeom>
                <a:blipFill>
                  <a:blip r:embed="rId2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1F0EF782-F65D-427C-9523-CC2E877656E8}"/>
                    </a:ext>
                  </a:extLst>
                </p:cNvPr>
                <p:cNvSpPr txBox="1"/>
                <p:nvPr/>
              </p:nvSpPr>
              <p:spPr>
                <a:xfrm>
                  <a:off x="8262281" y="1125735"/>
                  <a:ext cx="61754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1F0EF782-F65D-427C-9523-CC2E877656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2281" y="1125735"/>
                  <a:ext cx="617549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ángulo: esquinas redondeadas 6">
                  <a:extLst>
                    <a:ext uri="{FF2B5EF4-FFF2-40B4-BE49-F238E27FC236}">
                      <a16:creationId xmlns:a16="http://schemas.microsoft.com/office/drawing/2014/main" id="{4EF7430C-FAFB-4DD4-9382-BE259B1BE7CA}"/>
                    </a:ext>
                  </a:extLst>
                </p:cNvPr>
                <p:cNvSpPr/>
                <p:nvPr/>
              </p:nvSpPr>
              <p:spPr>
                <a:xfrm>
                  <a:off x="8949881" y="1118040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Rectángulo: esquinas redondeadas 6">
                  <a:extLst>
                    <a:ext uri="{FF2B5EF4-FFF2-40B4-BE49-F238E27FC236}">
                      <a16:creationId xmlns:a16="http://schemas.microsoft.com/office/drawing/2014/main" id="{C20DE6AB-8711-47ED-AB61-3AA3749F18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9881" y="1118040"/>
                  <a:ext cx="1005004" cy="685710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BFAFB806-9418-4670-B0E6-286480AABED7}"/>
                </a:ext>
              </a:extLst>
            </p:cNvPr>
            <p:cNvCxnSpPr>
              <a:cxnSpLocks/>
            </p:cNvCxnSpPr>
            <p:nvPr/>
          </p:nvCxnSpPr>
          <p:spPr>
            <a:xfrm>
              <a:off x="8262281" y="1441207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83BDA20B-79CC-4A78-9CB8-448B023EEF3F}"/>
                </a:ext>
              </a:extLst>
            </p:cNvPr>
            <p:cNvCxnSpPr>
              <a:cxnSpLocks/>
            </p:cNvCxnSpPr>
            <p:nvPr/>
          </p:nvCxnSpPr>
          <p:spPr>
            <a:xfrm>
              <a:off x="9954885" y="1460895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4B371E9D-C2DE-44D4-972A-2498521CB773}"/>
              </a:ext>
            </a:extLst>
          </p:cNvPr>
          <p:cNvGrpSpPr/>
          <p:nvPr/>
        </p:nvGrpSpPr>
        <p:grpSpPr>
          <a:xfrm>
            <a:off x="0" y="33070"/>
            <a:ext cx="9027560" cy="2789113"/>
            <a:chOff x="-263780" y="2169248"/>
            <a:chExt cx="9027560" cy="27891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B00A6794-BD2C-4023-BB23-C76845C16A64}"/>
                    </a:ext>
                  </a:extLst>
                </p:cNvPr>
                <p:cNvSpPr txBox="1"/>
                <p:nvPr/>
              </p:nvSpPr>
              <p:spPr>
                <a:xfrm>
                  <a:off x="-263780" y="2875410"/>
                  <a:ext cx="1654751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  <a:p>
                  <a:pPr algn="ctr"/>
                  <a:endParaRPr lang="es-CL" sz="1400" dirty="0">
                    <a:solidFill>
                      <a:srgbClr val="FF0000"/>
                    </a:solidFill>
                  </a:endParaRPr>
                </a:p>
                <a:p>
                  <a:pPr algn="ctr"/>
                  <a:r>
                    <a:rPr lang="es-CL" sz="1400" dirty="0">
                      <a:solidFill>
                        <a:srgbClr val="FF0000"/>
                      </a:solidFill>
                    </a:rPr>
                    <a:t>Perturbación </a:t>
                  </a:r>
                  <a:r>
                    <a:rPr lang="es-CL" sz="1400" dirty="0" err="1">
                      <a:solidFill>
                        <a:srgbClr val="FF0000"/>
                      </a:solidFill>
                    </a:rPr>
                    <a:t>transiente</a:t>
                  </a:r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B00A6794-BD2C-4023-BB23-C76845C16A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63780" y="2875410"/>
                  <a:ext cx="1654751" cy="954107"/>
                </a:xfrm>
                <a:prstGeom prst="rect">
                  <a:avLst/>
                </a:prstGeom>
                <a:blipFill>
                  <a:blip r:embed="rId5"/>
                  <a:stretch>
                    <a:fillRect b="-573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081281D6-8350-4BCD-9208-739B7D31B805}"/>
                    </a:ext>
                  </a:extLst>
                </p:cNvPr>
                <p:cNvSpPr txBox="1"/>
                <p:nvPr/>
              </p:nvSpPr>
              <p:spPr>
                <a:xfrm>
                  <a:off x="1714518" y="3876582"/>
                  <a:ext cx="9496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s-CL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081281D6-8350-4BCD-9208-739B7D31B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4518" y="3876582"/>
                  <a:ext cx="94967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8357C4F3-F63E-489C-B3DE-AD1D86C941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8664" y="3278166"/>
              <a:ext cx="0" cy="15661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CB65BBF4-57FF-42B3-A7BE-F2CF9DD16603}"/>
                </a:ext>
              </a:extLst>
            </p:cNvPr>
            <p:cNvSpPr/>
            <p:nvPr/>
          </p:nvSpPr>
          <p:spPr>
            <a:xfrm>
              <a:off x="1128664" y="3067495"/>
              <a:ext cx="2110111" cy="210671"/>
            </a:xfrm>
            <a:prstGeom prst="rect">
              <a:avLst/>
            </a:prstGeom>
            <a:solidFill>
              <a:schemeClr val="tx1">
                <a:alpha val="23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1D060913-E6D9-42C5-979B-7A239E1984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9457" y="3278166"/>
              <a:ext cx="0" cy="15661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EF312A99-8FFA-44EA-986D-CFFDE4C99D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9213" y="4844330"/>
              <a:ext cx="262294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A751C2BE-022F-4433-AD9F-A63A423365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6218" y="4844330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1DF652C4-6862-4796-97C3-251FC9E5E6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0132" y="4844330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6C80103F-8AB0-4779-85A0-EAA47BCCEC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2579" y="4844330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FFA29CE3-45D1-45E4-B59A-A721E78366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5026" y="4844330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4004421-AA50-470D-A778-F25EE4E79B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77472" y="4844330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C3E0490D-E46E-4064-AC69-D3BE54D514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41387" y="4844330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51B2112F-5419-4AEB-A72D-2EC537B7CA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3833" y="4844330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0B4A7222-86B3-4064-BB79-8FCE0D225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6280" y="4844330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BD449541-AD11-4161-B1A5-254077D048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71110" y="4844330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21DFDB0B-651E-4EA9-AF8C-86C6C0CFCA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35025" y="4844330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D152D359-3909-4023-B8C3-76E83C7AF2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7472" y="4844330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EC925022-F405-493C-A3ED-7D7577CB4F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19918" y="4844330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029A6BE9-16B2-4FAB-8984-289FF695D9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58275" y="4844330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63D90C89-3A8E-4C41-BE06-DCB7E2EB6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2190" y="4844330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F818AD24-D9DE-4562-8D0C-48C06AE5DC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64637" y="4844330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D2FAFDE6-732A-407B-9DDD-6C7B7C403C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07083" y="4844330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1A0E6130-391B-40D2-B253-6011EC35B1CB}"/>
                    </a:ext>
                  </a:extLst>
                </p:cNvPr>
                <p:cNvSpPr txBox="1"/>
                <p:nvPr/>
              </p:nvSpPr>
              <p:spPr>
                <a:xfrm>
                  <a:off x="1926896" y="3172809"/>
                  <a:ext cx="479818" cy="2763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1A0E6130-391B-40D2-B253-6011EC35B1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6896" y="3172809"/>
                  <a:ext cx="479818" cy="276348"/>
                </a:xfrm>
                <a:prstGeom prst="rect">
                  <a:avLst/>
                </a:prstGeom>
                <a:blipFill>
                  <a:blip r:embed="rId7"/>
                  <a:stretch>
                    <a:fillRect b="-17778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Conector recto de flecha 36">
              <a:extLst>
                <a:ext uri="{FF2B5EF4-FFF2-40B4-BE49-F238E27FC236}">
                  <a16:creationId xmlns:a16="http://schemas.microsoft.com/office/drawing/2014/main" id="{9B00571A-8679-4488-8B80-9330276330B9}"/>
                </a:ext>
              </a:extLst>
            </p:cNvPr>
            <p:cNvCxnSpPr>
              <a:cxnSpLocks/>
            </p:cNvCxnSpPr>
            <p:nvPr/>
          </p:nvCxnSpPr>
          <p:spPr>
            <a:xfrm>
              <a:off x="3288673" y="3172809"/>
              <a:ext cx="499634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E379566C-B1CB-494D-AA0B-45DACD59193D}"/>
                    </a:ext>
                  </a:extLst>
                </p:cNvPr>
                <p:cNvSpPr txBox="1"/>
                <p:nvPr/>
              </p:nvSpPr>
              <p:spPr>
                <a:xfrm>
                  <a:off x="3063652" y="2810945"/>
                  <a:ext cx="9496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s-CL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E379566C-B1CB-494D-AA0B-45DACD5919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3652" y="2810945"/>
                  <a:ext cx="94967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Conector recto de flecha 38">
              <a:extLst>
                <a:ext uri="{FF2B5EF4-FFF2-40B4-BE49-F238E27FC236}">
                  <a16:creationId xmlns:a16="http://schemas.microsoft.com/office/drawing/2014/main" id="{B5440120-94AD-4904-A236-060D06CBE7F6}"/>
                </a:ext>
              </a:extLst>
            </p:cNvPr>
            <p:cNvCxnSpPr>
              <a:cxnSpLocks/>
            </p:cNvCxnSpPr>
            <p:nvPr/>
          </p:nvCxnSpPr>
          <p:spPr>
            <a:xfrm>
              <a:off x="195943" y="3172809"/>
              <a:ext cx="88051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ector: curvado 39">
              <a:extLst>
                <a:ext uri="{FF2B5EF4-FFF2-40B4-BE49-F238E27FC236}">
                  <a16:creationId xmlns:a16="http://schemas.microsoft.com/office/drawing/2014/main" id="{D91F10AF-BEC0-44A9-B914-E0CE8BDB9A78}"/>
                </a:ext>
              </a:extLst>
            </p:cNvPr>
            <p:cNvCxnSpPr/>
            <p:nvPr/>
          </p:nvCxnSpPr>
          <p:spPr>
            <a:xfrm>
              <a:off x="1253201" y="3528309"/>
              <a:ext cx="760418" cy="408299"/>
            </a:xfrm>
            <a:prstGeom prst="curvedConnector3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1" name="Conector: curvado 40">
              <a:extLst>
                <a:ext uri="{FF2B5EF4-FFF2-40B4-BE49-F238E27FC236}">
                  <a16:creationId xmlns:a16="http://schemas.microsoft.com/office/drawing/2014/main" id="{31C3A611-3223-4769-9004-E4EDA8FB0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282" y="3570148"/>
              <a:ext cx="735438" cy="377388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E2D57B99-9DDE-4E91-8AAE-F26E82624DDE}"/>
                </a:ext>
              </a:extLst>
            </p:cNvPr>
            <p:cNvSpPr/>
            <p:nvPr/>
          </p:nvSpPr>
          <p:spPr>
            <a:xfrm>
              <a:off x="1659813" y="2392867"/>
              <a:ext cx="1047811" cy="672445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ángulo 43">
                  <a:extLst>
                    <a:ext uri="{FF2B5EF4-FFF2-40B4-BE49-F238E27FC236}">
                      <a16:creationId xmlns:a16="http://schemas.microsoft.com/office/drawing/2014/main" id="{5C6FA110-2BDB-4B05-AF78-BF70DD0909D4}"/>
                    </a:ext>
                  </a:extLst>
                </p:cNvPr>
                <p:cNvSpPr/>
                <p:nvPr/>
              </p:nvSpPr>
              <p:spPr>
                <a:xfrm>
                  <a:off x="1997849" y="2705540"/>
                  <a:ext cx="383013" cy="261338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chemeClr val="dk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Rectángulo 43">
                  <a:extLst>
                    <a:ext uri="{FF2B5EF4-FFF2-40B4-BE49-F238E27FC236}">
                      <a16:creationId xmlns:a16="http://schemas.microsoft.com/office/drawing/2014/main" id="{5C6FA110-2BDB-4B05-AF78-BF70DD0909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7849" y="2705540"/>
                  <a:ext cx="383013" cy="26133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BD7B351D-42CB-4038-BB2E-CAE062372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4830" y="2390144"/>
              <a:ext cx="0" cy="30594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89EF80BF-6C5D-4D32-B804-25C1BB3B66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0862" y="2390144"/>
              <a:ext cx="0" cy="30594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E3598610-35D2-4E0A-9086-126E46DF246D}"/>
                </a:ext>
              </a:extLst>
            </p:cNvPr>
            <p:cNvSpPr/>
            <p:nvPr/>
          </p:nvSpPr>
          <p:spPr>
            <a:xfrm>
              <a:off x="2380863" y="2810946"/>
              <a:ext cx="151216" cy="8555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3C506166-55D3-4BE7-9CD0-2B280740DB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4699" y="2759371"/>
              <a:ext cx="0" cy="30594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CA95462D-EDF9-4B7D-929C-8C4B981745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6828" y="2759371"/>
              <a:ext cx="89368" cy="30169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6BADCCD7-97DD-416A-9DE1-F75A56C9891C}"/>
                </a:ext>
              </a:extLst>
            </p:cNvPr>
            <p:cNvCxnSpPr>
              <a:cxnSpLocks/>
            </p:cNvCxnSpPr>
            <p:nvPr/>
          </p:nvCxnSpPr>
          <p:spPr>
            <a:xfrm>
              <a:off x="2514017" y="2775513"/>
              <a:ext cx="6281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338EE28A-C21F-48FB-B757-DC31653A9D63}"/>
                </a:ext>
              </a:extLst>
            </p:cNvPr>
            <p:cNvSpPr txBox="1"/>
            <p:nvPr/>
          </p:nvSpPr>
          <p:spPr>
            <a:xfrm>
              <a:off x="2664194" y="2196063"/>
              <a:ext cx="16547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rgbClr val="FF0000"/>
                  </a:solidFill>
                </a:rPr>
                <a:t>Actuador</a:t>
              </a:r>
              <a:r>
                <a:rPr lang="en-US" sz="1400" dirty="0">
                  <a:solidFill>
                    <a:srgbClr val="FF0000"/>
                  </a:solidFill>
                </a:rPr>
                <a:t> (motor)</a:t>
              </a:r>
              <a:endParaRPr lang="es-CL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63" name="Conector: curvado 62">
              <a:extLst>
                <a:ext uri="{FF2B5EF4-FFF2-40B4-BE49-F238E27FC236}">
                  <a16:creationId xmlns:a16="http://schemas.microsoft.com/office/drawing/2014/main" id="{DAC277B2-B6F1-43FD-B236-7A127339C38E}"/>
                </a:ext>
              </a:extLst>
            </p:cNvPr>
            <p:cNvCxnSpPr>
              <a:endCxn id="50" idx="0"/>
            </p:cNvCxnSpPr>
            <p:nvPr/>
          </p:nvCxnSpPr>
          <p:spPr>
            <a:xfrm rot="10800000" flipV="1">
              <a:off x="2456472" y="2503840"/>
              <a:ext cx="532669" cy="307106"/>
            </a:xfrm>
            <a:prstGeom prst="curvedConnector2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1C934C72-B8D5-4281-ACCC-F8F6AD03753C}"/>
                </a:ext>
              </a:extLst>
            </p:cNvPr>
            <p:cNvSpPr/>
            <p:nvPr/>
          </p:nvSpPr>
          <p:spPr>
            <a:xfrm>
              <a:off x="5879118" y="3067495"/>
              <a:ext cx="2110111" cy="210671"/>
            </a:xfrm>
            <a:prstGeom prst="rect">
              <a:avLst/>
            </a:prstGeom>
            <a:solidFill>
              <a:schemeClr val="tx1">
                <a:alpha val="23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BE54CD08-A269-4B56-8F03-B830421446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5153" y="2759371"/>
              <a:ext cx="0" cy="30594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C60355A9-7CA2-4755-A31E-B6DE5ADC57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7282" y="2759371"/>
              <a:ext cx="89368" cy="30169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CD87FF11-9159-4067-9FBE-B10869D4C8FF}"/>
                </a:ext>
              </a:extLst>
            </p:cNvPr>
            <p:cNvCxnSpPr>
              <a:cxnSpLocks/>
            </p:cNvCxnSpPr>
            <p:nvPr/>
          </p:nvCxnSpPr>
          <p:spPr>
            <a:xfrm>
              <a:off x="7264471" y="2775513"/>
              <a:ext cx="6281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7FBBAC03-24C2-4B40-807E-3DE83F1E4079}"/>
                    </a:ext>
                  </a:extLst>
                </p:cNvPr>
                <p:cNvSpPr txBox="1"/>
                <p:nvPr/>
              </p:nvSpPr>
              <p:spPr>
                <a:xfrm>
                  <a:off x="4469369" y="2896504"/>
                  <a:ext cx="16547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7FBBAC03-24C2-4B40-807E-3DE83F1E40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9369" y="2896504"/>
                  <a:ext cx="1654751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Conector recto de flecha 68">
              <a:extLst>
                <a:ext uri="{FF2B5EF4-FFF2-40B4-BE49-F238E27FC236}">
                  <a16:creationId xmlns:a16="http://schemas.microsoft.com/office/drawing/2014/main" id="{125A7417-9A7A-4C94-ABD6-D07D138CEE53}"/>
                </a:ext>
              </a:extLst>
            </p:cNvPr>
            <p:cNvCxnSpPr>
              <a:cxnSpLocks/>
            </p:cNvCxnSpPr>
            <p:nvPr/>
          </p:nvCxnSpPr>
          <p:spPr>
            <a:xfrm>
              <a:off x="4929092" y="3193903"/>
              <a:ext cx="88051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a16:creationId xmlns:a16="http://schemas.microsoft.com/office/drawing/2014/main" id="{48635CA4-6428-4119-BECF-B20642C8D300}"/>
                </a:ext>
              </a:extLst>
            </p:cNvPr>
            <p:cNvCxnSpPr>
              <a:cxnSpLocks/>
            </p:cNvCxnSpPr>
            <p:nvPr/>
          </p:nvCxnSpPr>
          <p:spPr>
            <a:xfrm>
              <a:off x="8039125" y="3172809"/>
              <a:ext cx="499634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35369023-C742-41A3-A22F-0949BDAFEE76}"/>
                    </a:ext>
                  </a:extLst>
                </p:cNvPr>
                <p:cNvSpPr txBox="1"/>
                <p:nvPr/>
              </p:nvSpPr>
              <p:spPr>
                <a:xfrm>
                  <a:off x="7814104" y="2810945"/>
                  <a:ext cx="9496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s-CL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35369023-C742-41A3-A22F-0949BDAFEE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4104" y="2810945"/>
                  <a:ext cx="94967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CF90A5AE-A09E-417A-98E9-FCB20370F8CE}"/>
                    </a:ext>
                  </a:extLst>
                </p:cNvPr>
                <p:cNvSpPr txBox="1"/>
                <p:nvPr/>
              </p:nvSpPr>
              <p:spPr>
                <a:xfrm>
                  <a:off x="5867261" y="2169248"/>
                  <a:ext cx="1654751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US" sz="1400" b="0" dirty="0">
                    <a:solidFill>
                      <a:srgbClr val="FF0000"/>
                    </a:solidFill>
                  </a:endParaRPr>
                </a:p>
                <a:p>
                  <a:pPr algn="ctr"/>
                  <a:r>
                    <a:rPr lang="es-CL" sz="1400" dirty="0">
                      <a:solidFill>
                        <a:srgbClr val="FF0000"/>
                      </a:solidFill>
                    </a:rPr>
                    <a:t>Fuerza activa del AMD</a:t>
                  </a:r>
                </a:p>
              </p:txBody>
            </p:sp>
          </mc:Choice>
          <mc:Fallback xmlns="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CF90A5AE-A09E-417A-98E9-FCB20370F8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7261" y="2169248"/>
                  <a:ext cx="1654751" cy="738664"/>
                </a:xfrm>
                <a:prstGeom prst="rect">
                  <a:avLst/>
                </a:prstGeom>
                <a:blipFill>
                  <a:blip r:embed="rId12"/>
                  <a:stretch>
                    <a:fillRect b="-737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Conector recto de flecha 72">
              <a:extLst>
                <a:ext uri="{FF2B5EF4-FFF2-40B4-BE49-F238E27FC236}">
                  <a16:creationId xmlns:a16="http://schemas.microsoft.com/office/drawing/2014/main" id="{FC56F94C-6447-4B0C-BDED-3570C1C8D2A1}"/>
                </a:ext>
              </a:extLst>
            </p:cNvPr>
            <p:cNvCxnSpPr>
              <a:cxnSpLocks/>
            </p:cNvCxnSpPr>
            <p:nvPr/>
          </p:nvCxnSpPr>
          <p:spPr>
            <a:xfrm>
              <a:off x="6345438" y="2911126"/>
              <a:ext cx="88051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Conector recto de flecha 73">
              <a:extLst>
                <a:ext uri="{FF2B5EF4-FFF2-40B4-BE49-F238E27FC236}">
                  <a16:creationId xmlns:a16="http://schemas.microsoft.com/office/drawing/2014/main" id="{91849FBF-5404-4DAC-8D0F-EE99CA10C0D5}"/>
                </a:ext>
              </a:extLst>
            </p:cNvPr>
            <p:cNvCxnSpPr>
              <a:cxnSpLocks/>
            </p:cNvCxnSpPr>
            <p:nvPr/>
          </p:nvCxnSpPr>
          <p:spPr>
            <a:xfrm>
              <a:off x="6345438" y="3458564"/>
              <a:ext cx="88051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Conector recto de flecha 74">
              <a:extLst>
                <a:ext uri="{FF2B5EF4-FFF2-40B4-BE49-F238E27FC236}">
                  <a16:creationId xmlns:a16="http://schemas.microsoft.com/office/drawing/2014/main" id="{F222AFD8-F5D6-4C9C-A66D-8B5362FD0C49}"/>
                </a:ext>
              </a:extLst>
            </p:cNvPr>
            <p:cNvCxnSpPr>
              <a:cxnSpLocks/>
            </p:cNvCxnSpPr>
            <p:nvPr/>
          </p:nvCxnSpPr>
          <p:spPr>
            <a:xfrm>
              <a:off x="6383957" y="3717137"/>
              <a:ext cx="88051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D61A96C5-163E-4A88-8A75-B4B6513FBA82}"/>
                    </a:ext>
                  </a:extLst>
                </p:cNvPr>
                <p:cNvSpPr txBox="1"/>
                <p:nvPr/>
              </p:nvSpPr>
              <p:spPr>
                <a:xfrm>
                  <a:off x="7004248" y="3295268"/>
                  <a:ext cx="735435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𝑘𝑧</m:t>
                        </m:r>
                      </m:oMath>
                    </m:oMathPara>
                  </a14:m>
                  <a:endParaRPr lang="es-CL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D61A96C5-163E-4A88-8A75-B4B6513FBA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4248" y="3295268"/>
                  <a:ext cx="735435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CuadroTexto 77">
                  <a:extLst>
                    <a:ext uri="{FF2B5EF4-FFF2-40B4-BE49-F238E27FC236}">
                      <a16:creationId xmlns:a16="http://schemas.microsoft.com/office/drawing/2014/main" id="{D57E2F3D-56EB-4BF1-85B1-DBC5230E3A80}"/>
                    </a:ext>
                  </a:extLst>
                </p:cNvPr>
                <p:cNvSpPr txBox="1"/>
                <p:nvPr/>
              </p:nvSpPr>
              <p:spPr>
                <a:xfrm>
                  <a:off x="7004248" y="3551050"/>
                  <a:ext cx="735435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acc>
                          <m:accPr>
                            <m:chr m:val="̇"/>
                            <m:ctrlP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oMath>
                    </m:oMathPara>
                  </a14:m>
                  <a:endParaRPr lang="es-CL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CuadroTexto 77">
                  <a:extLst>
                    <a:ext uri="{FF2B5EF4-FFF2-40B4-BE49-F238E27FC236}">
                      <a16:creationId xmlns:a16="http://schemas.microsoft.com/office/drawing/2014/main" id="{D57E2F3D-56EB-4BF1-85B1-DBC5230E3A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4248" y="3551050"/>
                  <a:ext cx="735435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B8CB44E8-1AC9-42D6-8361-6E17D2CD37BB}"/>
              </a:ext>
            </a:extLst>
          </p:cNvPr>
          <p:cNvGrpSpPr/>
          <p:nvPr/>
        </p:nvGrpSpPr>
        <p:grpSpPr>
          <a:xfrm>
            <a:off x="4545683" y="2115263"/>
            <a:ext cx="6146233" cy="1692318"/>
            <a:chOff x="717484" y="4968083"/>
            <a:chExt cx="6146233" cy="16923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CuadroTexto 80">
                  <a:extLst>
                    <a:ext uri="{FF2B5EF4-FFF2-40B4-BE49-F238E27FC236}">
                      <a16:creationId xmlns:a16="http://schemas.microsoft.com/office/drawing/2014/main" id="{9FF297FD-3B07-443F-8316-6D9A95641096}"/>
                    </a:ext>
                  </a:extLst>
                </p:cNvPr>
                <p:cNvSpPr txBox="1"/>
                <p:nvPr/>
              </p:nvSpPr>
              <p:spPr>
                <a:xfrm>
                  <a:off x="5215309" y="5471981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D31797BF-2E1C-4934-B6B2-14D813260B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5309" y="5471981"/>
                  <a:ext cx="1648408" cy="307777"/>
                </a:xfrm>
                <a:prstGeom prst="rect">
                  <a:avLst/>
                </a:prstGeom>
                <a:blipFill>
                  <a:blip r:embed="rId21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Rectángulo: esquinas redondeadas 81">
                  <a:extLst>
                    <a:ext uri="{FF2B5EF4-FFF2-40B4-BE49-F238E27FC236}">
                      <a16:creationId xmlns:a16="http://schemas.microsoft.com/office/drawing/2014/main" id="{27A2E5B0-6301-4B12-A339-0236B73482FE}"/>
                    </a:ext>
                  </a:extLst>
                </p:cNvPr>
                <p:cNvSpPr/>
                <p:nvPr/>
              </p:nvSpPr>
              <p:spPr>
                <a:xfrm>
                  <a:off x="2901127" y="5412567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Rectángulo: esquinas redondeadas 53">
                  <a:extLst>
                    <a:ext uri="{FF2B5EF4-FFF2-40B4-BE49-F238E27FC236}">
                      <a16:creationId xmlns:a16="http://schemas.microsoft.com/office/drawing/2014/main" id="{C11E6B0D-86A5-46B0-9834-8881071B3A7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1127" y="5412567"/>
                  <a:ext cx="1005004" cy="685710"/>
                </a:xfrm>
                <a:prstGeom prst="round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Conector recto de flecha 82">
              <a:extLst>
                <a:ext uri="{FF2B5EF4-FFF2-40B4-BE49-F238E27FC236}">
                  <a16:creationId xmlns:a16="http://schemas.microsoft.com/office/drawing/2014/main" id="{966F09F2-19A1-408F-921C-44C145871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798" y="5771898"/>
              <a:ext cx="100409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Rectángulo: esquinas redondeadas 83">
                  <a:extLst>
                    <a:ext uri="{FF2B5EF4-FFF2-40B4-BE49-F238E27FC236}">
                      <a16:creationId xmlns:a16="http://schemas.microsoft.com/office/drawing/2014/main" id="{6A313B2F-6B5E-4AE4-8914-D7896F5295A5}"/>
                    </a:ext>
                  </a:extLst>
                </p:cNvPr>
                <p:cNvSpPr/>
                <p:nvPr/>
              </p:nvSpPr>
              <p:spPr>
                <a:xfrm>
                  <a:off x="4612627" y="5429044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Rectángulo: esquinas redondeadas 58">
                  <a:extLst>
                    <a:ext uri="{FF2B5EF4-FFF2-40B4-BE49-F238E27FC236}">
                      <a16:creationId xmlns:a16="http://schemas.microsoft.com/office/drawing/2014/main" id="{19445545-C9EA-45B8-A8AE-EDB03EF36C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2627" y="5429044"/>
                  <a:ext cx="1005004" cy="685710"/>
                </a:xfrm>
                <a:prstGeom prst="round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8E7A9C89-93A1-447C-A906-FAA25ED5DD1F}"/>
                </a:ext>
              </a:extLst>
            </p:cNvPr>
            <p:cNvCxnSpPr>
              <a:cxnSpLocks/>
            </p:cNvCxnSpPr>
            <p:nvPr/>
          </p:nvCxnSpPr>
          <p:spPr>
            <a:xfrm>
              <a:off x="3925027" y="5752211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Conector recto de flecha 85">
              <a:extLst>
                <a:ext uri="{FF2B5EF4-FFF2-40B4-BE49-F238E27FC236}">
                  <a16:creationId xmlns:a16="http://schemas.microsoft.com/office/drawing/2014/main" id="{1F4EF041-5830-4168-AF7C-8A9741CC0652}"/>
                </a:ext>
              </a:extLst>
            </p:cNvPr>
            <p:cNvCxnSpPr>
              <a:cxnSpLocks/>
            </p:cNvCxnSpPr>
            <p:nvPr/>
          </p:nvCxnSpPr>
          <p:spPr>
            <a:xfrm>
              <a:off x="5617631" y="5771899"/>
              <a:ext cx="10044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CuadroTexto 86">
                  <a:extLst>
                    <a:ext uri="{FF2B5EF4-FFF2-40B4-BE49-F238E27FC236}">
                      <a16:creationId xmlns:a16="http://schemas.microsoft.com/office/drawing/2014/main" id="{0A233EA9-87FE-4E2A-B0FB-7EAEB1265156}"/>
                    </a:ext>
                  </a:extLst>
                </p:cNvPr>
                <p:cNvSpPr txBox="1"/>
                <p:nvPr/>
              </p:nvSpPr>
              <p:spPr>
                <a:xfrm>
                  <a:off x="717484" y="5493417"/>
                  <a:ext cx="113472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FB0C26DF-97BB-4900-9C67-227C1C4739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84" y="5493417"/>
                  <a:ext cx="1134724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CuadroTexto 87">
                  <a:extLst>
                    <a:ext uri="{FF2B5EF4-FFF2-40B4-BE49-F238E27FC236}">
                      <a16:creationId xmlns:a16="http://schemas.microsoft.com/office/drawing/2014/main" id="{FA1F89B0-538F-41BF-908E-3382D552F400}"/>
                    </a:ext>
                  </a:extLst>
                </p:cNvPr>
                <p:cNvSpPr txBox="1"/>
                <p:nvPr/>
              </p:nvSpPr>
              <p:spPr>
                <a:xfrm>
                  <a:off x="3818344" y="5474399"/>
                  <a:ext cx="88207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75067A8E-7562-484A-BC89-2A7C0F2DDC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8344" y="5474399"/>
                  <a:ext cx="882070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Conector: angular 88">
              <a:extLst>
                <a:ext uri="{FF2B5EF4-FFF2-40B4-BE49-F238E27FC236}">
                  <a16:creationId xmlns:a16="http://schemas.microsoft.com/office/drawing/2014/main" id="{9B50F004-2E81-4B67-9821-51E7FD197970}"/>
                </a:ext>
              </a:extLst>
            </p:cNvPr>
            <p:cNvCxnSpPr>
              <a:cxnSpLocks/>
              <a:stCxn id="81" idx="2"/>
              <a:endCxn id="90" idx="4"/>
            </p:cNvCxnSpPr>
            <p:nvPr/>
          </p:nvCxnSpPr>
          <p:spPr>
            <a:xfrm rot="5400000">
              <a:off x="3903845" y="3873296"/>
              <a:ext cx="229207" cy="4042131"/>
            </a:xfrm>
            <a:prstGeom prst="bentConnector3">
              <a:avLst>
                <a:gd name="adj1" fmla="val 273010"/>
              </a:avLst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Elipse 89">
                  <a:extLst>
                    <a:ext uri="{FF2B5EF4-FFF2-40B4-BE49-F238E27FC236}">
                      <a16:creationId xmlns:a16="http://schemas.microsoft.com/office/drawing/2014/main" id="{1069E89F-7360-4BB5-B991-2E3B6B12D6B7}"/>
                    </a:ext>
                  </a:extLst>
                </p:cNvPr>
                <p:cNvSpPr/>
                <p:nvPr/>
              </p:nvSpPr>
              <p:spPr>
                <a:xfrm>
                  <a:off x="1759782" y="5534832"/>
                  <a:ext cx="475200" cy="474133"/>
                </a:xfrm>
                <a:prstGeom prst="ellips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:endParaRPr lang="en-US" sz="11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       </m:t>
                        </m:r>
                      </m:oMath>
                    </m:oMathPara>
                  </a14:m>
                  <a:endParaRPr lang="en-US" sz="11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100" b="0" dirty="0">
                      <a:solidFill>
                        <a:schemeClr val="tx1"/>
                      </a:solidFill>
                    </a:rPr>
                    <a:t>   -</a:t>
                  </a:r>
                  <a14:m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8" name="Elipse 67">
                  <a:extLst>
                    <a:ext uri="{FF2B5EF4-FFF2-40B4-BE49-F238E27FC236}">
                      <a16:creationId xmlns:a16="http://schemas.microsoft.com/office/drawing/2014/main" id="{730806EE-ED93-4C04-9E8F-BEF8786B0E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782" y="5534832"/>
                  <a:ext cx="475200" cy="474133"/>
                </a:xfrm>
                <a:prstGeom prst="ellipse">
                  <a:avLst/>
                </a:prstGeom>
                <a:blipFill>
                  <a:blip r:embed="rId26"/>
                  <a:stretch>
                    <a:fillRect b="-61446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1" name="Conector recto de flecha 90">
              <a:extLst>
                <a:ext uri="{FF2B5EF4-FFF2-40B4-BE49-F238E27FC236}">
                  <a16:creationId xmlns:a16="http://schemas.microsoft.com/office/drawing/2014/main" id="{1A7F521E-A382-4EBD-A638-880BEEF7D4E7}"/>
                </a:ext>
              </a:extLst>
            </p:cNvPr>
            <p:cNvCxnSpPr>
              <a:cxnSpLocks/>
            </p:cNvCxnSpPr>
            <p:nvPr/>
          </p:nvCxnSpPr>
          <p:spPr>
            <a:xfrm>
              <a:off x="2213527" y="5774103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CuadroTexto 91">
                  <a:extLst>
                    <a:ext uri="{FF2B5EF4-FFF2-40B4-BE49-F238E27FC236}">
                      <a16:creationId xmlns:a16="http://schemas.microsoft.com/office/drawing/2014/main" id="{D1CF39CD-1B0F-4179-82D7-92345209BC0D}"/>
                    </a:ext>
                  </a:extLst>
                </p:cNvPr>
                <p:cNvSpPr txBox="1"/>
                <p:nvPr/>
              </p:nvSpPr>
              <p:spPr>
                <a:xfrm>
                  <a:off x="1997381" y="5493417"/>
                  <a:ext cx="11380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EA66C870-FB8F-45FB-BECF-2E4E4F1EDC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7381" y="5493417"/>
                  <a:ext cx="1138062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Rectángulo 92">
                  <a:extLst>
                    <a:ext uri="{FF2B5EF4-FFF2-40B4-BE49-F238E27FC236}">
                      <a16:creationId xmlns:a16="http://schemas.microsoft.com/office/drawing/2014/main" id="{372591EF-DD9D-4284-99B9-EB726878D0F0}"/>
                    </a:ext>
                  </a:extLst>
                </p:cNvPr>
                <p:cNvSpPr/>
                <p:nvPr/>
              </p:nvSpPr>
              <p:spPr>
                <a:xfrm>
                  <a:off x="1527309" y="4968083"/>
                  <a:ext cx="4670751" cy="1692318"/>
                </a:xfrm>
                <a:prstGeom prst="rect">
                  <a:avLst/>
                </a:prstGeom>
                <a:noFill/>
                <a:ln w="38100" cap="flat" cmpd="sng" algn="ctr">
                  <a:solidFill>
                    <a:srgbClr val="FF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2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𝑦𝑟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s-CL" dirty="0">
                    <a:solidFill>
                      <a:srgbClr val="FF66FF"/>
                    </a:solidFill>
                  </a:endParaRPr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</p:txBody>
            </p:sp>
          </mc:Choice>
          <mc:Fallback xmlns="">
            <p:sp>
              <p:nvSpPr>
                <p:cNvPr id="93" name="Rectángulo 92">
                  <a:extLst>
                    <a:ext uri="{FF2B5EF4-FFF2-40B4-BE49-F238E27FC236}">
                      <a16:creationId xmlns:a16="http://schemas.microsoft.com/office/drawing/2014/main" id="{372591EF-DD9D-4284-99B9-EB726878D0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7309" y="4968083"/>
                  <a:ext cx="4670751" cy="1692318"/>
                </a:xfrm>
                <a:prstGeom prst="rect">
                  <a:avLst/>
                </a:prstGeom>
                <a:blipFill>
                  <a:blip r:embed="rId28"/>
                  <a:stretch>
                    <a:fillRect t="-20775"/>
                  </a:stretch>
                </a:blipFill>
                <a:ln w="38100" cap="flat" cmpd="sng" algn="ctr">
                  <a:solidFill>
                    <a:srgbClr val="FF66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upo 112">
            <a:extLst>
              <a:ext uri="{FF2B5EF4-FFF2-40B4-BE49-F238E27FC236}">
                <a16:creationId xmlns:a16="http://schemas.microsoft.com/office/drawing/2014/main" id="{7A1E2061-2201-4F06-8CE9-A9FF8965394E}"/>
              </a:ext>
            </a:extLst>
          </p:cNvPr>
          <p:cNvGrpSpPr/>
          <p:nvPr/>
        </p:nvGrpSpPr>
        <p:grpSpPr>
          <a:xfrm>
            <a:off x="5004031" y="4174772"/>
            <a:ext cx="5373704" cy="1412819"/>
            <a:chOff x="3052071" y="4048512"/>
            <a:chExt cx="5373704" cy="1412819"/>
          </a:xfrm>
        </p:grpSpPr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628A4F58-A13A-4587-9645-FD96E7EC37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1951" y="4408000"/>
              <a:ext cx="0" cy="869041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28FE4F4E-0E30-4982-8DE2-B352303813E8}"/>
                </a:ext>
              </a:extLst>
            </p:cNvPr>
            <p:cNvCxnSpPr>
              <a:cxnSpLocks/>
            </p:cNvCxnSpPr>
            <p:nvPr/>
          </p:nvCxnSpPr>
          <p:spPr>
            <a:xfrm>
              <a:off x="3810538" y="5277041"/>
              <a:ext cx="423912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A8C731D7-0A82-4803-8507-F5C75E0CDC64}"/>
                    </a:ext>
                  </a:extLst>
                </p:cNvPr>
                <p:cNvSpPr txBox="1"/>
                <p:nvPr/>
              </p:nvSpPr>
              <p:spPr>
                <a:xfrm>
                  <a:off x="3135876" y="4048512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A8C731D7-0A82-4803-8507-F5C75E0CDC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5876" y="4048512"/>
                  <a:ext cx="1352150" cy="369332"/>
                </a:xfrm>
                <a:prstGeom prst="rect">
                  <a:avLst/>
                </a:prstGeom>
                <a:blipFill>
                  <a:blip r:embed="rId2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CC6A63AB-7D0B-4103-92F8-8E52F138A79A}"/>
                    </a:ext>
                  </a:extLst>
                </p:cNvPr>
                <p:cNvSpPr txBox="1"/>
                <p:nvPr/>
              </p:nvSpPr>
              <p:spPr>
                <a:xfrm>
                  <a:off x="7986961" y="5092750"/>
                  <a:ext cx="392189" cy="368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CC6A63AB-7D0B-4103-92F8-8E52F138A7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6961" y="5092750"/>
                  <a:ext cx="392189" cy="368581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99BD5226-87FD-459D-A576-6B78A0CB0F16}"/>
                </a:ext>
              </a:extLst>
            </p:cNvPr>
            <p:cNvCxnSpPr/>
            <p:nvPr/>
          </p:nvCxnSpPr>
          <p:spPr>
            <a:xfrm>
              <a:off x="3810538" y="4927600"/>
              <a:ext cx="3836005" cy="0"/>
            </a:xfrm>
            <a:prstGeom prst="line">
              <a:avLst/>
            </a:prstGeom>
            <a:ln w="28575">
              <a:solidFill>
                <a:srgbClr val="FF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recto 103">
              <a:extLst>
                <a:ext uri="{FF2B5EF4-FFF2-40B4-BE49-F238E27FC236}">
                  <a16:creationId xmlns:a16="http://schemas.microsoft.com/office/drawing/2014/main" id="{1B612E1B-35A7-4803-9B9B-CE7A1D7C66AF}"/>
                </a:ext>
              </a:extLst>
            </p:cNvPr>
            <p:cNvCxnSpPr>
              <a:cxnSpLocks/>
            </p:cNvCxnSpPr>
            <p:nvPr/>
          </p:nvCxnSpPr>
          <p:spPr>
            <a:xfrm>
              <a:off x="3327432" y="5277041"/>
              <a:ext cx="483106" cy="0"/>
            </a:xfrm>
            <a:prstGeom prst="line">
              <a:avLst/>
            </a:prstGeom>
            <a:ln w="28575">
              <a:solidFill>
                <a:srgbClr val="FF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recto 105">
              <a:extLst>
                <a:ext uri="{FF2B5EF4-FFF2-40B4-BE49-F238E27FC236}">
                  <a16:creationId xmlns:a16="http://schemas.microsoft.com/office/drawing/2014/main" id="{90995914-B9D0-4856-8DBC-F4D3F3E5D3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0538" y="4927600"/>
              <a:ext cx="0" cy="349441"/>
            </a:xfrm>
            <a:prstGeom prst="line">
              <a:avLst/>
            </a:prstGeom>
            <a:ln w="28575">
              <a:solidFill>
                <a:srgbClr val="FF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CuadroTexto 108">
                  <a:extLst>
                    <a:ext uri="{FF2B5EF4-FFF2-40B4-BE49-F238E27FC236}">
                      <a16:creationId xmlns:a16="http://schemas.microsoft.com/office/drawing/2014/main" id="{7FB643AA-D7D7-4657-8120-9C549F8BB064}"/>
                    </a:ext>
                  </a:extLst>
                </p:cNvPr>
                <p:cNvSpPr txBox="1"/>
                <p:nvPr/>
              </p:nvSpPr>
              <p:spPr>
                <a:xfrm>
                  <a:off x="3052071" y="4742933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CuadroTexto 108">
                  <a:extLst>
                    <a:ext uri="{FF2B5EF4-FFF2-40B4-BE49-F238E27FC236}">
                      <a16:creationId xmlns:a16="http://schemas.microsoft.com/office/drawing/2014/main" id="{7FB643AA-D7D7-4657-8120-9C549F8BB0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2071" y="4742933"/>
                  <a:ext cx="135215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1EBCFB64-47E1-4E18-81A7-DADC93E65DFC}"/>
                    </a:ext>
                  </a:extLst>
                </p:cNvPr>
                <p:cNvSpPr txBox="1"/>
                <p:nvPr/>
              </p:nvSpPr>
              <p:spPr>
                <a:xfrm>
                  <a:off x="7646543" y="4694079"/>
                  <a:ext cx="39439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rgbClr val="FF66FF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1EBCFB64-47E1-4E18-81A7-DADC93E65D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6543" y="4694079"/>
                  <a:ext cx="394392" cy="369332"/>
                </a:xfrm>
                <a:prstGeom prst="rect">
                  <a:avLst/>
                </a:prstGeom>
                <a:blipFill>
                  <a:blip r:embed="rId32"/>
                  <a:stretch>
                    <a:fillRect r="-54688"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Forma libre: forma 110">
              <a:extLst>
                <a:ext uri="{FF2B5EF4-FFF2-40B4-BE49-F238E27FC236}">
                  <a16:creationId xmlns:a16="http://schemas.microsoft.com/office/drawing/2014/main" id="{D28687BC-E1C1-4447-A402-2BD1CEC5511B}"/>
                </a:ext>
              </a:extLst>
            </p:cNvPr>
            <p:cNvSpPr/>
            <p:nvPr/>
          </p:nvSpPr>
          <p:spPr>
            <a:xfrm>
              <a:off x="3835400" y="4451161"/>
              <a:ext cx="3691467" cy="806639"/>
            </a:xfrm>
            <a:custGeom>
              <a:avLst/>
              <a:gdLst>
                <a:gd name="connsiteX0" fmla="*/ 0 w 3564467"/>
                <a:gd name="connsiteY0" fmla="*/ 806639 h 806639"/>
                <a:gd name="connsiteX1" fmla="*/ 279400 w 3564467"/>
                <a:gd name="connsiteY1" fmla="*/ 10772 h 806639"/>
                <a:gd name="connsiteX2" fmla="*/ 423333 w 3564467"/>
                <a:gd name="connsiteY2" fmla="*/ 332506 h 806639"/>
                <a:gd name="connsiteX3" fmla="*/ 567267 w 3564467"/>
                <a:gd name="connsiteY3" fmla="*/ 129306 h 806639"/>
                <a:gd name="connsiteX4" fmla="*/ 660400 w 3564467"/>
                <a:gd name="connsiteY4" fmla="*/ 290172 h 806639"/>
                <a:gd name="connsiteX5" fmla="*/ 778933 w 3564467"/>
                <a:gd name="connsiteY5" fmla="*/ 154706 h 806639"/>
                <a:gd name="connsiteX6" fmla="*/ 855133 w 3564467"/>
                <a:gd name="connsiteY6" fmla="*/ 273239 h 806639"/>
                <a:gd name="connsiteX7" fmla="*/ 1041400 w 3564467"/>
                <a:gd name="connsiteY7" fmla="*/ 205506 h 806639"/>
                <a:gd name="connsiteX8" fmla="*/ 1346200 w 3564467"/>
                <a:gd name="connsiteY8" fmla="*/ 247839 h 806639"/>
                <a:gd name="connsiteX9" fmla="*/ 1938867 w 3564467"/>
                <a:gd name="connsiteY9" fmla="*/ 230906 h 806639"/>
                <a:gd name="connsiteX10" fmla="*/ 2861733 w 3564467"/>
                <a:gd name="connsiteY10" fmla="*/ 230906 h 806639"/>
                <a:gd name="connsiteX11" fmla="*/ 2895600 w 3564467"/>
                <a:gd name="connsiteY11" fmla="*/ 230906 h 806639"/>
                <a:gd name="connsiteX12" fmla="*/ 3564467 w 3564467"/>
                <a:gd name="connsiteY12" fmla="*/ 239372 h 806639"/>
                <a:gd name="connsiteX0" fmla="*/ 0 w 3564467"/>
                <a:gd name="connsiteY0" fmla="*/ 806639 h 806639"/>
                <a:gd name="connsiteX1" fmla="*/ 279400 w 3564467"/>
                <a:gd name="connsiteY1" fmla="*/ 10772 h 806639"/>
                <a:gd name="connsiteX2" fmla="*/ 423333 w 3564467"/>
                <a:gd name="connsiteY2" fmla="*/ 332506 h 806639"/>
                <a:gd name="connsiteX3" fmla="*/ 567267 w 3564467"/>
                <a:gd name="connsiteY3" fmla="*/ 129306 h 806639"/>
                <a:gd name="connsiteX4" fmla="*/ 677334 w 3564467"/>
                <a:gd name="connsiteY4" fmla="*/ 264772 h 806639"/>
                <a:gd name="connsiteX5" fmla="*/ 778933 w 3564467"/>
                <a:gd name="connsiteY5" fmla="*/ 154706 h 806639"/>
                <a:gd name="connsiteX6" fmla="*/ 855133 w 3564467"/>
                <a:gd name="connsiteY6" fmla="*/ 273239 h 806639"/>
                <a:gd name="connsiteX7" fmla="*/ 1041400 w 3564467"/>
                <a:gd name="connsiteY7" fmla="*/ 205506 h 806639"/>
                <a:gd name="connsiteX8" fmla="*/ 1346200 w 3564467"/>
                <a:gd name="connsiteY8" fmla="*/ 247839 h 806639"/>
                <a:gd name="connsiteX9" fmla="*/ 1938867 w 3564467"/>
                <a:gd name="connsiteY9" fmla="*/ 230906 h 806639"/>
                <a:gd name="connsiteX10" fmla="*/ 2861733 w 3564467"/>
                <a:gd name="connsiteY10" fmla="*/ 230906 h 806639"/>
                <a:gd name="connsiteX11" fmla="*/ 2895600 w 3564467"/>
                <a:gd name="connsiteY11" fmla="*/ 230906 h 806639"/>
                <a:gd name="connsiteX12" fmla="*/ 3564467 w 3564467"/>
                <a:gd name="connsiteY12" fmla="*/ 239372 h 806639"/>
                <a:gd name="connsiteX0" fmla="*/ 0 w 3564467"/>
                <a:gd name="connsiteY0" fmla="*/ 806639 h 806639"/>
                <a:gd name="connsiteX1" fmla="*/ 279400 w 3564467"/>
                <a:gd name="connsiteY1" fmla="*/ 10772 h 806639"/>
                <a:gd name="connsiteX2" fmla="*/ 423333 w 3564467"/>
                <a:gd name="connsiteY2" fmla="*/ 332506 h 806639"/>
                <a:gd name="connsiteX3" fmla="*/ 567267 w 3564467"/>
                <a:gd name="connsiteY3" fmla="*/ 129306 h 806639"/>
                <a:gd name="connsiteX4" fmla="*/ 677334 w 3564467"/>
                <a:gd name="connsiteY4" fmla="*/ 264772 h 806639"/>
                <a:gd name="connsiteX5" fmla="*/ 778933 w 3564467"/>
                <a:gd name="connsiteY5" fmla="*/ 154706 h 806639"/>
                <a:gd name="connsiteX6" fmla="*/ 897466 w 3564467"/>
                <a:gd name="connsiteY6" fmla="*/ 264773 h 806639"/>
                <a:gd name="connsiteX7" fmla="*/ 1041400 w 3564467"/>
                <a:gd name="connsiteY7" fmla="*/ 205506 h 806639"/>
                <a:gd name="connsiteX8" fmla="*/ 1346200 w 3564467"/>
                <a:gd name="connsiteY8" fmla="*/ 247839 h 806639"/>
                <a:gd name="connsiteX9" fmla="*/ 1938867 w 3564467"/>
                <a:gd name="connsiteY9" fmla="*/ 230906 h 806639"/>
                <a:gd name="connsiteX10" fmla="*/ 2861733 w 3564467"/>
                <a:gd name="connsiteY10" fmla="*/ 230906 h 806639"/>
                <a:gd name="connsiteX11" fmla="*/ 2895600 w 3564467"/>
                <a:gd name="connsiteY11" fmla="*/ 230906 h 806639"/>
                <a:gd name="connsiteX12" fmla="*/ 3564467 w 3564467"/>
                <a:gd name="connsiteY12" fmla="*/ 239372 h 806639"/>
                <a:gd name="connsiteX0" fmla="*/ 0 w 3564467"/>
                <a:gd name="connsiteY0" fmla="*/ 806639 h 806639"/>
                <a:gd name="connsiteX1" fmla="*/ 279400 w 3564467"/>
                <a:gd name="connsiteY1" fmla="*/ 10772 h 806639"/>
                <a:gd name="connsiteX2" fmla="*/ 423333 w 3564467"/>
                <a:gd name="connsiteY2" fmla="*/ 332506 h 806639"/>
                <a:gd name="connsiteX3" fmla="*/ 567267 w 3564467"/>
                <a:gd name="connsiteY3" fmla="*/ 129306 h 806639"/>
                <a:gd name="connsiteX4" fmla="*/ 677334 w 3564467"/>
                <a:gd name="connsiteY4" fmla="*/ 264772 h 806639"/>
                <a:gd name="connsiteX5" fmla="*/ 778933 w 3564467"/>
                <a:gd name="connsiteY5" fmla="*/ 154706 h 806639"/>
                <a:gd name="connsiteX6" fmla="*/ 897466 w 3564467"/>
                <a:gd name="connsiteY6" fmla="*/ 264773 h 806639"/>
                <a:gd name="connsiteX7" fmla="*/ 1092200 w 3564467"/>
                <a:gd name="connsiteY7" fmla="*/ 197039 h 806639"/>
                <a:gd name="connsiteX8" fmla="*/ 1346200 w 3564467"/>
                <a:gd name="connsiteY8" fmla="*/ 247839 h 806639"/>
                <a:gd name="connsiteX9" fmla="*/ 1938867 w 3564467"/>
                <a:gd name="connsiteY9" fmla="*/ 230906 h 806639"/>
                <a:gd name="connsiteX10" fmla="*/ 2861733 w 3564467"/>
                <a:gd name="connsiteY10" fmla="*/ 230906 h 806639"/>
                <a:gd name="connsiteX11" fmla="*/ 2895600 w 3564467"/>
                <a:gd name="connsiteY11" fmla="*/ 230906 h 806639"/>
                <a:gd name="connsiteX12" fmla="*/ 3564467 w 3564467"/>
                <a:gd name="connsiteY12" fmla="*/ 239372 h 806639"/>
                <a:gd name="connsiteX0" fmla="*/ 0 w 3564467"/>
                <a:gd name="connsiteY0" fmla="*/ 806639 h 806639"/>
                <a:gd name="connsiteX1" fmla="*/ 279400 w 3564467"/>
                <a:gd name="connsiteY1" fmla="*/ 10772 h 806639"/>
                <a:gd name="connsiteX2" fmla="*/ 423333 w 3564467"/>
                <a:gd name="connsiteY2" fmla="*/ 332506 h 806639"/>
                <a:gd name="connsiteX3" fmla="*/ 567267 w 3564467"/>
                <a:gd name="connsiteY3" fmla="*/ 129306 h 806639"/>
                <a:gd name="connsiteX4" fmla="*/ 677334 w 3564467"/>
                <a:gd name="connsiteY4" fmla="*/ 264772 h 806639"/>
                <a:gd name="connsiteX5" fmla="*/ 778933 w 3564467"/>
                <a:gd name="connsiteY5" fmla="*/ 154706 h 806639"/>
                <a:gd name="connsiteX6" fmla="*/ 897466 w 3564467"/>
                <a:gd name="connsiteY6" fmla="*/ 264773 h 806639"/>
                <a:gd name="connsiteX7" fmla="*/ 1092200 w 3564467"/>
                <a:gd name="connsiteY7" fmla="*/ 197039 h 806639"/>
                <a:gd name="connsiteX8" fmla="*/ 1464733 w 3564467"/>
                <a:gd name="connsiteY8" fmla="*/ 247839 h 806639"/>
                <a:gd name="connsiteX9" fmla="*/ 1938867 w 3564467"/>
                <a:gd name="connsiteY9" fmla="*/ 230906 h 806639"/>
                <a:gd name="connsiteX10" fmla="*/ 2861733 w 3564467"/>
                <a:gd name="connsiteY10" fmla="*/ 230906 h 806639"/>
                <a:gd name="connsiteX11" fmla="*/ 2895600 w 3564467"/>
                <a:gd name="connsiteY11" fmla="*/ 230906 h 806639"/>
                <a:gd name="connsiteX12" fmla="*/ 3564467 w 3564467"/>
                <a:gd name="connsiteY12" fmla="*/ 239372 h 806639"/>
                <a:gd name="connsiteX0" fmla="*/ 0 w 3564467"/>
                <a:gd name="connsiteY0" fmla="*/ 806639 h 806639"/>
                <a:gd name="connsiteX1" fmla="*/ 279400 w 3564467"/>
                <a:gd name="connsiteY1" fmla="*/ 10772 h 806639"/>
                <a:gd name="connsiteX2" fmla="*/ 423333 w 3564467"/>
                <a:gd name="connsiteY2" fmla="*/ 332506 h 806639"/>
                <a:gd name="connsiteX3" fmla="*/ 567267 w 3564467"/>
                <a:gd name="connsiteY3" fmla="*/ 129306 h 806639"/>
                <a:gd name="connsiteX4" fmla="*/ 677334 w 3564467"/>
                <a:gd name="connsiteY4" fmla="*/ 264772 h 806639"/>
                <a:gd name="connsiteX5" fmla="*/ 778933 w 3564467"/>
                <a:gd name="connsiteY5" fmla="*/ 154706 h 806639"/>
                <a:gd name="connsiteX6" fmla="*/ 897466 w 3564467"/>
                <a:gd name="connsiteY6" fmla="*/ 264773 h 806639"/>
                <a:gd name="connsiteX7" fmla="*/ 1092200 w 3564467"/>
                <a:gd name="connsiteY7" fmla="*/ 197039 h 806639"/>
                <a:gd name="connsiteX8" fmla="*/ 1464733 w 3564467"/>
                <a:gd name="connsiteY8" fmla="*/ 247839 h 806639"/>
                <a:gd name="connsiteX9" fmla="*/ 2006600 w 3564467"/>
                <a:gd name="connsiteY9" fmla="*/ 230906 h 806639"/>
                <a:gd name="connsiteX10" fmla="*/ 2861733 w 3564467"/>
                <a:gd name="connsiteY10" fmla="*/ 230906 h 806639"/>
                <a:gd name="connsiteX11" fmla="*/ 2895600 w 3564467"/>
                <a:gd name="connsiteY11" fmla="*/ 230906 h 806639"/>
                <a:gd name="connsiteX12" fmla="*/ 3564467 w 3564467"/>
                <a:gd name="connsiteY12" fmla="*/ 239372 h 806639"/>
                <a:gd name="connsiteX0" fmla="*/ 0 w 3564467"/>
                <a:gd name="connsiteY0" fmla="*/ 806639 h 806639"/>
                <a:gd name="connsiteX1" fmla="*/ 279400 w 3564467"/>
                <a:gd name="connsiteY1" fmla="*/ 10772 h 806639"/>
                <a:gd name="connsiteX2" fmla="*/ 423333 w 3564467"/>
                <a:gd name="connsiteY2" fmla="*/ 332506 h 806639"/>
                <a:gd name="connsiteX3" fmla="*/ 567267 w 3564467"/>
                <a:gd name="connsiteY3" fmla="*/ 129306 h 806639"/>
                <a:gd name="connsiteX4" fmla="*/ 677334 w 3564467"/>
                <a:gd name="connsiteY4" fmla="*/ 264772 h 806639"/>
                <a:gd name="connsiteX5" fmla="*/ 778933 w 3564467"/>
                <a:gd name="connsiteY5" fmla="*/ 154706 h 806639"/>
                <a:gd name="connsiteX6" fmla="*/ 897466 w 3564467"/>
                <a:gd name="connsiteY6" fmla="*/ 264773 h 806639"/>
                <a:gd name="connsiteX7" fmla="*/ 1092200 w 3564467"/>
                <a:gd name="connsiteY7" fmla="*/ 197039 h 806639"/>
                <a:gd name="connsiteX8" fmla="*/ 1464733 w 3564467"/>
                <a:gd name="connsiteY8" fmla="*/ 247839 h 806639"/>
                <a:gd name="connsiteX9" fmla="*/ 2006600 w 3564467"/>
                <a:gd name="connsiteY9" fmla="*/ 230906 h 806639"/>
                <a:gd name="connsiteX10" fmla="*/ 2861733 w 3564467"/>
                <a:gd name="connsiteY10" fmla="*/ 230906 h 806639"/>
                <a:gd name="connsiteX11" fmla="*/ 2802466 w 3564467"/>
                <a:gd name="connsiteY11" fmla="*/ 230906 h 806639"/>
                <a:gd name="connsiteX12" fmla="*/ 3564467 w 3564467"/>
                <a:gd name="connsiteY12" fmla="*/ 239372 h 806639"/>
                <a:gd name="connsiteX0" fmla="*/ 0 w 3691467"/>
                <a:gd name="connsiteY0" fmla="*/ 806639 h 806639"/>
                <a:gd name="connsiteX1" fmla="*/ 279400 w 3691467"/>
                <a:gd name="connsiteY1" fmla="*/ 10772 h 806639"/>
                <a:gd name="connsiteX2" fmla="*/ 423333 w 3691467"/>
                <a:gd name="connsiteY2" fmla="*/ 332506 h 806639"/>
                <a:gd name="connsiteX3" fmla="*/ 567267 w 3691467"/>
                <a:gd name="connsiteY3" fmla="*/ 129306 h 806639"/>
                <a:gd name="connsiteX4" fmla="*/ 677334 w 3691467"/>
                <a:gd name="connsiteY4" fmla="*/ 264772 h 806639"/>
                <a:gd name="connsiteX5" fmla="*/ 778933 w 3691467"/>
                <a:gd name="connsiteY5" fmla="*/ 154706 h 806639"/>
                <a:gd name="connsiteX6" fmla="*/ 897466 w 3691467"/>
                <a:gd name="connsiteY6" fmla="*/ 264773 h 806639"/>
                <a:gd name="connsiteX7" fmla="*/ 1092200 w 3691467"/>
                <a:gd name="connsiteY7" fmla="*/ 197039 h 806639"/>
                <a:gd name="connsiteX8" fmla="*/ 1464733 w 3691467"/>
                <a:gd name="connsiteY8" fmla="*/ 247839 h 806639"/>
                <a:gd name="connsiteX9" fmla="*/ 2006600 w 3691467"/>
                <a:gd name="connsiteY9" fmla="*/ 230906 h 806639"/>
                <a:gd name="connsiteX10" fmla="*/ 2861733 w 3691467"/>
                <a:gd name="connsiteY10" fmla="*/ 230906 h 806639"/>
                <a:gd name="connsiteX11" fmla="*/ 2802466 w 3691467"/>
                <a:gd name="connsiteY11" fmla="*/ 230906 h 806639"/>
                <a:gd name="connsiteX12" fmla="*/ 3691467 w 3691467"/>
                <a:gd name="connsiteY12" fmla="*/ 230906 h 806639"/>
                <a:gd name="connsiteX0" fmla="*/ 0 w 3691467"/>
                <a:gd name="connsiteY0" fmla="*/ 806639 h 806639"/>
                <a:gd name="connsiteX1" fmla="*/ 279400 w 3691467"/>
                <a:gd name="connsiteY1" fmla="*/ 10772 h 806639"/>
                <a:gd name="connsiteX2" fmla="*/ 423333 w 3691467"/>
                <a:gd name="connsiteY2" fmla="*/ 332506 h 806639"/>
                <a:gd name="connsiteX3" fmla="*/ 567267 w 3691467"/>
                <a:gd name="connsiteY3" fmla="*/ 129306 h 806639"/>
                <a:gd name="connsiteX4" fmla="*/ 677334 w 3691467"/>
                <a:gd name="connsiteY4" fmla="*/ 264772 h 806639"/>
                <a:gd name="connsiteX5" fmla="*/ 778933 w 3691467"/>
                <a:gd name="connsiteY5" fmla="*/ 154706 h 806639"/>
                <a:gd name="connsiteX6" fmla="*/ 897466 w 3691467"/>
                <a:gd name="connsiteY6" fmla="*/ 264773 h 806639"/>
                <a:gd name="connsiteX7" fmla="*/ 1092200 w 3691467"/>
                <a:gd name="connsiteY7" fmla="*/ 197039 h 806639"/>
                <a:gd name="connsiteX8" fmla="*/ 1464733 w 3691467"/>
                <a:gd name="connsiteY8" fmla="*/ 247839 h 806639"/>
                <a:gd name="connsiteX9" fmla="*/ 2006600 w 3691467"/>
                <a:gd name="connsiteY9" fmla="*/ 230906 h 806639"/>
                <a:gd name="connsiteX10" fmla="*/ 2861733 w 3691467"/>
                <a:gd name="connsiteY10" fmla="*/ 230906 h 806639"/>
                <a:gd name="connsiteX11" fmla="*/ 2802466 w 3691467"/>
                <a:gd name="connsiteY11" fmla="*/ 230906 h 806639"/>
                <a:gd name="connsiteX12" fmla="*/ 3310467 w 3691467"/>
                <a:gd name="connsiteY12" fmla="*/ 256306 h 806639"/>
                <a:gd name="connsiteX13" fmla="*/ 3691467 w 3691467"/>
                <a:gd name="connsiteY13" fmla="*/ 230906 h 806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691467" h="806639">
                  <a:moveTo>
                    <a:pt x="0" y="806639"/>
                  </a:moveTo>
                  <a:cubicBezTo>
                    <a:pt x="104422" y="448216"/>
                    <a:pt x="208845" y="89794"/>
                    <a:pt x="279400" y="10772"/>
                  </a:cubicBezTo>
                  <a:cubicBezTo>
                    <a:pt x="349956" y="-68250"/>
                    <a:pt x="375355" y="312750"/>
                    <a:pt x="423333" y="332506"/>
                  </a:cubicBezTo>
                  <a:cubicBezTo>
                    <a:pt x="471311" y="352262"/>
                    <a:pt x="524934" y="140595"/>
                    <a:pt x="567267" y="129306"/>
                  </a:cubicBezTo>
                  <a:cubicBezTo>
                    <a:pt x="609600" y="118017"/>
                    <a:pt x="642056" y="260539"/>
                    <a:pt x="677334" y="264772"/>
                  </a:cubicBezTo>
                  <a:cubicBezTo>
                    <a:pt x="712612" y="269005"/>
                    <a:pt x="742244" y="154706"/>
                    <a:pt x="778933" y="154706"/>
                  </a:cubicBezTo>
                  <a:cubicBezTo>
                    <a:pt x="815622" y="154706"/>
                    <a:pt x="845255" y="257718"/>
                    <a:pt x="897466" y="264773"/>
                  </a:cubicBezTo>
                  <a:cubicBezTo>
                    <a:pt x="949677" y="271828"/>
                    <a:pt x="997656" y="199861"/>
                    <a:pt x="1092200" y="197039"/>
                  </a:cubicBezTo>
                  <a:cubicBezTo>
                    <a:pt x="1186744" y="194217"/>
                    <a:pt x="1312333" y="242195"/>
                    <a:pt x="1464733" y="247839"/>
                  </a:cubicBezTo>
                  <a:cubicBezTo>
                    <a:pt x="1617133" y="253483"/>
                    <a:pt x="1773767" y="233728"/>
                    <a:pt x="2006600" y="230906"/>
                  </a:cubicBezTo>
                  <a:cubicBezTo>
                    <a:pt x="2239433" y="228084"/>
                    <a:pt x="2861733" y="230906"/>
                    <a:pt x="2861733" y="230906"/>
                  </a:cubicBezTo>
                  <a:lnTo>
                    <a:pt x="2802466" y="230906"/>
                  </a:lnTo>
                  <a:cubicBezTo>
                    <a:pt x="2877255" y="235139"/>
                    <a:pt x="3162300" y="256306"/>
                    <a:pt x="3310467" y="256306"/>
                  </a:cubicBezTo>
                  <a:cubicBezTo>
                    <a:pt x="3458634" y="256306"/>
                    <a:pt x="3627967" y="235139"/>
                    <a:pt x="3691467" y="230906"/>
                  </a:cubicBezTo>
                </a:path>
              </a:pathLst>
            </a:cu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CuadroTexto 111">
                  <a:extLst>
                    <a:ext uri="{FF2B5EF4-FFF2-40B4-BE49-F238E27FC236}">
                      <a16:creationId xmlns:a16="http://schemas.microsoft.com/office/drawing/2014/main" id="{CCE48010-2D30-4C82-AEC6-8AB55E673065}"/>
                    </a:ext>
                  </a:extLst>
                </p:cNvPr>
                <p:cNvSpPr txBox="1"/>
                <p:nvPr/>
              </p:nvSpPr>
              <p:spPr>
                <a:xfrm>
                  <a:off x="7489732" y="4431937"/>
                  <a:ext cx="936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≠1</m:t>
                        </m:r>
                      </m:oMath>
                    </m:oMathPara>
                  </a14:m>
                  <a:endParaRPr lang="es-CL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CuadroTexto 111">
                  <a:extLst>
                    <a:ext uri="{FF2B5EF4-FFF2-40B4-BE49-F238E27FC236}">
                      <a16:creationId xmlns:a16="http://schemas.microsoft.com/office/drawing/2014/main" id="{CCE48010-2D30-4C82-AEC6-8AB55E673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9732" y="4431937"/>
                  <a:ext cx="936043" cy="369332"/>
                </a:xfrm>
                <a:prstGeom prst="rect">
                  <a:avLst/>
                </a:prstGeom>
                <a:blipFill>
                  <a:blip r:embed="rId3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03465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upo 71">
            <a:extLst>
              <a:ext uri="{FF2B5EF4-FFF2-40B4-BE49-F238E27FC236}">
                <a16:creationId xmlns:a16="http://schemas.microsoft.com/office/drawing/2014/main" id="{E68D8040-6785-4069-865B-A5E33129FD7F}"/>
              </a:ext>
            </a:extLst>
          </p:cNvPr>
          <p:cNvGrpSpPr/>
          <p:nvPr/>
        </p:nvGrpSpPr>
        <p:grpSpPr>
          <a:xfrm>
            <a:off x="1710961" y="343501"/>
            <a:ext cx="4749009" cy="3413160"/>
            <a:chOff x="1710961" y="343501"/>
            <a:chExt cx="4749009" cy="34131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B203FAAB-2863-4A16-8051-A2F57F1AC4DD}"/>
                    </a:ext>
                  </a:extLst>
                </p:cNvPr>
                <p:cNvSpPr txBox="1"/>
                <p:nvPr/>
              </p:nvSpPr>
              <p:spPr>
                <a:xfrm>
                  <a:off x="3855543" y="2085575"/>
                  <a:ext cx="9496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s-CL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B203FAAB-2863-4A16-8051-A2F57F1AC4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5543" y="2085575"/>
                  <a:ext cx="949676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F4454BB5-8FCA-4DD6-8ED8-D8FFDF2BC5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9689" y="1487159"/>
              <a:ext cx="0" cy="15661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DBF702A8-ACE6-481B-B667-035CEABD3D53}"/>
                </a:ext>
              </a:extLst>
            </p:cNvPr>
            <p:cNvSpPr/>
            <p:nvPr/>
          </p:nvSpPr>
          <p:spPr>
            <a:xfrm>
              <a:off x="3269689" y="1276488"/>
              <a:ext cx="2110111" cy="210671"/>
            </a:xfrm>
            <a:prstGeom prst="rect">
              <a:avLst/>
            </a:prstGeom>
            <a:solidFill>
              <a:schemeClr val="tx1">
                <a:alpha val="23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196DC782-4824-480B-97FE-7FB79B0181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0482" y="1487159"/>
              <a:ext cx="0" cy="156616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9B088188-2F0F-4427-873E-484D2C9D5E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20238" y="3053323"/>
              <a:ext cx="262294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02023F4B-79F2-481F-973F-C7E2D21E9D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7243" y="3053323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223D47AD-C266-46CD-8859-6620EEA98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1157" y="3053323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0B83289B-E784-494F-AAE9-2F254D7240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33604" y="3053323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24756180-9A98-4855-B5C1-21B7042CFB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76051" y="3053323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29E668EA-4FCB-4865-8980-E7B2CC3DA1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8497" y="3053323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534525D4-707B-477A-86E3-AD993456C8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2412" y="3053323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E77E26D3-B4C0-4E29-A3A7-CDA1B12D77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4858" y="3053323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2FF4B61E-2797-41D0-A540-0AC7DEAE4D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7305" y="3053323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F7C0849C-1E7B-41C5-BBDD-65CB6C0238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2135" y="3053323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0FD20621-ECEC-49E5-9372-E0AC2CAA52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6050" y="3053323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BFB441DD-1D70-4BBC-9334-C96CB757C4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18497" y="3053323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62B57ACF-387B-4B04-8252-37642D595C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0943" y="3053323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EA691047-C45A-417F-B02C-BDFB9BB72A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99300" y="3053323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F84620A2-646B-4E9A-8644-10937E3D29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3215" y="3053323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9378D729-F5F7-4938-BBD8-893F0B8803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05662" y="3053323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C27EC2A0-EC2D-45E4-BABB-ADB27763C2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8108" y="3053323"/>
              <a:ext cx="113821" cy="1140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B30D83AE-34FF-421A-A3D1-4907B976CB28}"/>
                    </a:ext>
                  </a:extLst>
                </p:cNvPr>
                <p:cNvSpPr txBox="1"/>
                <p:nvPr/>
              </p:nvSpPr>
              <p:spPr>
                <a:xfrm>
                  <a:off x="4067921" y="1381802"/>
                  <a:ext cx="479818" cy="2763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B30D83AE-34FF-421A-A3D1-4907B976CB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7921" y="1381802"/>
                  <a:ext cx="479818" cy="276348"/>
                </a:xfrm>
                <a:prstGeom prst="rect">
                  <a:avLst/>
                </a:prstGeom>
                <a:blipFill>
                  <a:blip r:embed="rId3"/>
                  <a:stretch>
                    <a:fillRect b="-15556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Conector: curvado 30">
              <a:extLst>
                <a:ext uri="{FF2B5EF4-FFF2-40B4-BE49-F238E27FC236}">
                  <a16:creationId xmlns:a16="http://schemas.microsoft.com/office/drawing/2014/main" id="{798728DC-1B0F-47B6-9AF0-08C26B440E37}"/>
                </a:ext>
              </a:extLst>
            </p:cNvPr>
            <p:cNvCxnSpPr/>
            <p:nvPr/>
          </p:nvCxnSpPr>
          <p:spPr>
            <a:xfrm>
              <a:off x="3394226" y="1737302"/>
              <a:ext cx="760418" cy="408299"/>
            </a:xfrm>
            <a:prstGeom prst="curvedConnector3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2" name="Conector: curvado 31">
              <a:extLst>
                <a:ext uri="{FF2B5EF4-FFF2-40B4-BE49-F238E27FC236}">
                  <a16:creationId xmlns:a16="http://schemas.microsoft.com/office/drawing/2014/main" id="{3CB42A73-2F66-4E8A-AECD-06CC3309C2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9307" y="1779141"/>
              <a:ext cx="735438" cy="377388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03EE0455-2B56-4FAC-A732-65ED70318CED}"/>
                </a:ext>
              </a:extLst>
            </p:cNvPr>
            <p:cNvSpPr/>
            <p:nvPr/>
          </p:nvSpPr>
          <p:spPr>
            <a:xfrm>
              <a:off x="4138874" y="914533"/>
              <a:ext cx="383013" cy="261338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 sz="1400" dirty="0">
                <a:solidFill>
                  <a:schemeClr val="dk1"/>
                </a:solidFill>
              </a:endParaRPr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A2397E66-80C3-450D-AFCE-48F001D66586}"/>
                </a:ext>
              </a:extLst>
            </p:cNvPr>
            <p:cNvSpPr/>
            <p:nvPr/>
          </p:nvSpPr>
          <p:spPr>
            <a:xfrm>
              <a:off x="4521888" y="1019939"/>
              <a:ext cx="151216" cy="8555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06E1A0B4-CD77-4784-B795-B8CC858C88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5724" y="968364"/>
              <a:ext cx="0" cy="30594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F7DA472A-B38A-427E-9EF6-5751C0F997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17853" y="968364"/>
              <a:ext cx="89368" cy="30169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BF4C92EC-21F2-4B74-96DF-8D3397C6E13D}"/>
                </a:ext>
              </a:extLst>
            </p:cNvPr>
            <p:cNvCxnSpPr>
              <a:cxnSpLocks/>
            </p:cNvCxnSpPr>
            <p:nvPr/>
          </p:nvCxnSpPr>
          <p:spPr>
            <a:xfrm>
              <a:off x="4655042" y="984506"/>
              <a:ext cx="6281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A06EC49D-14A0-4414-B75F-0DB7E9500D13}"/>
                </a:ext>
              </a:extLst>
            </p:cNvPr>
            <p:cNvSpPr txBox="1"/>
            <p:nvPr/>
          </p:nvSpPr>
          <p:spPr>
            <a:xfrm>
              <a:off x="4805219" y="405056"/>
              <a:ext cx="16547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rgbClr val="FF0000"/>
                  </a:solidFill>
                </a:rPr>
                <a:t>Actuador</a:t>
              </a:r>
              <a:r>
                <a:rPr lang="en-US" sz="1400" dirty="0">
                  <a:solidFill>
                    <a:srgbClr val="FF0000"/>
                  </a:solidFill>
                </a:rPr>
                <a:t> lineal</a:t>
              </a:r>
              <a:endParaRPr lang="es-CL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42" name="Conector: curvado 41">
              <a:extLst>
                <a:ext uri="{FF2B5EF4-FFF2-40B4-BE49-F238E27FC236}">
                  <a16:creationId xmlns:a16="http://schemas.microsoft.com/office/drawing/2014/main" id="{30006062-46FE-4F04-B111-C1740A3B61C9}"/>
                </a:ext>
              </a:extLst>
            </p:cNvPr>
            <p:cNvCxnSpPr>
              <a:endCxn id="37" idx="0"/>
            </p:cNvCxnSpPr>
            <p:nvPr/>
          </p:nvCxnSpPr>
          <p:spPr>
            <a:xfrm rot="10800000" flipV="1">
              <a:off x="4597497" y="712833"/>
              <a:ext cx="532669" cy="307106"/>
            </a:xfrm>
            <a:prstGeom prst="curvedConnector2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814EF00B-8F97-4CF3-BB3E-488E30614595}"/>
                </a:ext>
              </a:extLst>
            </p:cNvPr>
            <p:cNvSpPr/>
            <p:nvPr/>
          </p:nvSpPr>
          <p:spPr>
            <a:xfrm>
              <a:off x="4157102" y="1169139"/>
              <a:ext cx="89368" cy="9000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 sz="1400">
                <a:solidFill>
                  <a:schemeClr val="dk1"/>
                </a:solidFill>
              </a:endParaRP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D3703976-F45C-4976-A6B3-F55AB41E2B1B}"/>
                </a:ext>
              </a:extLst>
            </p:cNvPr>
            <p:cNvSpPr/>
            <p:nvPr/>
          </p:nvSpPr>
          <p:spPr>
            <a:xfrm>
              <a:off x="4408824" y="1169139"/>
              <a:ext cx="89368" cy="9000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 sz="1400">
                <a:solidFill>
                  <a:schemeClr val="dk1"/>
                </a:solidFill>
              </a:endParaRPr>
            </a:p>
          </p:txBody>
        </p:sp>
        <p:cxnSp>
          <p:nvCxnSpPr>
            <p:cNvPr id="60" name="Conector: angular 59">
              <a:extLst>
                <a:ext uri="{FF2B5EF4-FFF2-40B4-BE49-F238E27FC236}">
                  <a16:creationId xmlns:a16="http://schemas.microsoft.com/office/drawing/2014/main" id="{9327E2BE-315B-46A7-A12C-6686092CF27F}"/>
                </a:ext>
              </a:extLst>
            </p:cNvPr>
            <p:cNvCxnSpPr/>
            <p:nvPr/>
          </p:nvCxnSpPr>
          <p:spPr>
            <a:xfrm>
              <a:off x="4760943" y="3288207"/>
              <a:ext cx="644075" cy="272503"/>
            </a:xfrm>
            <a:prstGeom prst="bentConnector3">
              <a:avLst>
                <a:gd name="adj1" fmla="val 2050"/>
              </a:avLst>
            </a:prstGeom>
            <a:ln w="28575">
              <a:solidFill>
                <a:srgbClr val="00B0F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CuadroTexto 60">
                  <a:extLst>
                    <a:ext uri="{FF2B5EF4-FFF2-40B4-BE49-F238E27FC236}">
                      <a16:creationId xmlns:a16="http://schemas.microsoft.com/office/drawing/2014/main" id="{F8A16E70-3FF6-440F-B3F4-0E61E584B17F}"/>
                    </a:ext>
                  </a:extLst>
                </p:cNvPr>
                <p:cNvSpPr txBox="1"/>
                <p:nvPr/>
              </p:nvSpPr>
              <p:spPr>
                <a:xfrm>
                  <a:off x="5329280" y="3364759"/>
                  <a:ext cx="454421" cy="3919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̈"/>
                                <m:ctrlPr>
                                  <a:rPr lang="es-CL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CuadroTexto 60">
                  <a:extLst>
                    <a:ext uri="{FF2B5EF4-FFF2-40B4-BE49-F238E27FC236}">
                      <a16:creationId xmlns:a16="http://schemas.microsoft.com/office/drawing/2014/main" id="{F8A16E70-3FF6-440F-B3F4-0E61E584B1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9280" y="3364759"/>
                  <a:ext cx="454421" cy="391902"/>
                </a:xfrm>
                <a:prstGeom prst="rect">
                  <a:avLst/>
                </a:prstGeom>
                <a:blipFill>
                  <a:blip r:embed="rId4"/>
                  <a:stretch>
                    <a:fillRect r="-20000" b="-6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Conector recto de flecha 61">
              <a:extLst>
                <a:ext uri="{FF2B5EF4-FFF2-40B4-BE49-F238E27FC236}">
                  <a16:creationId xmlns:a16="http://schemas.microsoft.com/office/drawing/2014/main" id="{2B574B3D-2013-4FF2-B48F-C231E9016B3A}"/>
                </a:ext>
              </a:extLst>
            </p:cNvPr>
            <p:cNvCxnSpPr>
              <a:cxnSpLocks/>
            </p:cNvCxnSpPr>
            <p:nvPr/>
          </p:nvCxnSpPr>
          <p:spPr>
            <a:xfrm>
              <a:off x="5429766" y="1267613"/>
              <a:ext cx="499634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47076369-124B-4C66-B16B-73FB8EC4DB55}"/>
                    </a:ext>
                  </a:extLst>
                </p:cNvPr>
                <p:cNvSpPr txBox="1"/>
                <p:nvPr/>
              </p:nvSpPr>
              <p:spPr>
                <a:xfrm>
                  <a:off x="5204745" y="905749"/>
                  <a:ext cx="9496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s-CL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47076369-124B-4C66-B16B-73FB8EC4DB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4745" y="905749"/>
                  <a:ext cx="94967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Rectángulo 64">
              <a:extLst>
                <a:ext uri="{FF2B5EF4-FFF2-40B4-BE49-F238E27FC236}">
                  <a16:creationId xmlns:a16="http://schemas.microsoft.com/office/drawing/2014/main" id="{F869C5F6-561A-4A76-A75E-AF8CB71245D8}"/>
                </a:ext>
              </a:extLst>
            </p:cNvPr>
            <p:cNvSpPr/>
            <p:nvPr/>
          </p:nvSpPr>
          <p:spPr>
            <a:xfrm>
              <a:off x="1710961" y="1758916"/>
              <a:ext cx="755725" cy="417838"/>
            </a:xfrm>
            <a:prstGeom prst="rect">
              <a:avLst/>
            </a:prstGeom>
            <a:ln w="28575">
              <a:solidFill>
                <a:srgbClr val="CC00FF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CC00FF"/>
                  </a:solidFill>
                </a:rPr>
                <a:t>Control</a:t>
              </a:r>
              <a:endParaRPr lang="es-CL" sz="1400" dirty="0">
                <a:solidFill>
                  <a:srgbClr val="CC00FF"/>
                </a:solidFill>
              </a:endParaRPr>
            </a:p>
          </p:txBody>
        </p:sp>
        <p:sp>
          <p:nvSpPr>
            <p:cNvPr id="66" name="Forma libre: forma 65">
              <a:extLst>
                <a:ext uri="{FF2B5EF4-FFF2-40B4-BE49-F238E27FC236}">
                  <a16:creationId xmlns:a16="http://schemas.microsoft.com/office/drawing/2014/main" id="{D8FF7111-7B20-470F-910C-0C5D425C9E44}"/>
                </a:ext>
              </a:extLst>
            </p:cNvPr>
            <p:cNvSpPr/>
            <p:nvPr/>
          </p:nvSpPr>
          <p:spPr>
            <a:xfrm>
              <a:off x="2101303" y="396017"/>
              <a:ext cx="2488864" cy="1362898"/>
            </a:xfrm>
            <a:custGeom>
              <a:avLst/>
              <a:gdLst>
                <a:gd name="connsiteX0" fmla="*/ 0 w 2476753"/>
                <a:gd name="connsiteY0" fmla="*/ 1059956 h 1059956"/>
                <a:gd name="connsiteX1" fmla="*/ 647953 w 2476753"/>
                <a:gd name="connsiteY1" fmla="*/ 24443 h 1059956"/>
                <a:gd name="connsiteX2" fmla="*/ 2476753 w 2476753"/>
                <a:gd name="connsiteY2" fmla="*/ 290891 h 1059956"/>
                <a:gd name="connsiteX0" fmla="*/ 0 w 2476753"/>
                <a:gd name="connsiteY0" fmla="*/ 1335748 h 1335748"/>
                <a:gd name="connsiteX1" fmla="*/ 805399 w 2476753"/>
                <a:gd name="connsiteY1" fmla="*/ 15621 h 1335748"/>
                <a:gd name="connsiteX2" fmla="*/ 2476753 w 2476753"/>
                <a:gd name="connsiteY2" fmla="*/ 566683 h 1335748"/>
                <a:gd name="connsiteX0" fmla="*/ 0 w 2507031"/>
                <a:gd name="connsiteY0" fmla="*/ 1337629 h 1337629"/>
                <a:gd name="connsiteX1" fmla="*/ 805399 w 2507031"/>
                <a:gd name="connsiteY1" fmla="*/ 17502 h 1337629"/>
                <a:gd name="connsiteX2" fmla="*/ 2507031 w 2507031"/>
                <a:gd name="connsiteY2" fmla="*/ 483786 h 1337629"/>
                <a:gd name="connsiteX0" fmla="*/ 0 w 2488864"/>
                <a:gd name="connsiteY0" fmla="*/ 1334845 h 1334845"/>
                <a:gd name="connsiteX1" fmla="*/ 805399 w 2488864"/>
                <a:gd name="connsiteY1" fmla="*/ 14718 h 1334845"/>
                <a:gd name="connsiteX2" fmla="*/ 2488864 w 2488864"/>
                <a:gd name="connsiteY2" fmla="*/ 614226 h 1334845"/>
                <a:gd name="connsiteX0" fmla="*/ 0 w 2488864"/>
                <a:gd name="connsiteY0" fmla="*/ 1341948 h 1341948"/>
                <a:gd name="connsiteX1" fmla="*/ 805399 w 2488864"/>
                <a:gd name="connsiteY1" fmla="*/ 21821 h 1341948"/>
                <a:gd name="connsiteX2" fmla="*/ 2488864 w 2488864"/>
                <a:gd name="connsiteY2" fmla="*/ 621329 h 1341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88864" h="1341948">
                  <a:moveTo>
                    <a:pt x="0" y="1341948"/>
                  </a:moveTo>
                  <a:cubicBezTo>
                    <a:pt x="117580" y="888280"/>
                    <a:pt x="392607" y="149998"/>
                    <a:pt x="805399" y="21821"/>
                  </a:cubicBezTo>
                  <a:cubicBezTo>
                    <a:pt x="1218191" y="-106356"/>
                    <a:pt x="2295084" y="360936"/>
                    <a:pt x="2488864" y="621329"/>
                  </a:cubicBezTo>
                </a:path>
              </a:pathLst>
            </a:custGeom>
            <a:ln w="28575">
              <a:solidFill>
                <a:srgbClr val="CC00FF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7" name="Forma libre: forma 66">
              <a:extLst>
                <a:ext uri="{FF2B5EF4-FFF2-40B4-BE49-F238E27FC236}">
                  <a16:creationId xmlns:a16="http://schemas.microsoft.com/office/drawing/2014/main" id="{8438D598-11F3-4285-9FE1-B03601A3D10A}"/>
                </a:ext>
              </a:extLst>
            </p:cNvPr>
            <p:cNvSpPr/>
            <p:nvPr/>
          </p:nvSpPr>
          <p:spPr>
            <a:xfrm>
              <a:off x="2068913" y="1410961"/>
              <a:ext cx="1086070" cy="1155039"/>
            </a:xfrm>
            <a:custGeom>
              <a:avLst/>
              <a:gdLst>
                <a:gd name="connsiteX0" fmla="*/ 1084556 w 1084556"/>
                <a:gd name="connsiteY0" fmla="*/ 0 h 1742954"/>
                <a:gd name="connsiteX1" fmla="*/ 612217 w 1084556"/>
                <a:gd name="connsiteY1" fmla="*/ 1459406 h 1742954"/>
                <a:gd name="connsiteX2" fmla="*/ 485048 w 1084556"/>
                <a:gd name="connsiteY2" fmla="*/ 1689520 h 1742954"/>
                <a:gd name="connsiteX3" fmla="*/ 598 w 1084556"/>
                <a:gd name="connsiteY3" fmla="*/ 781176 h 1742954"/>
                <a:gd name="connsiteX0" fmla="*/ 1085080 w 1085080"/>
                <a:gd name="connsiteY0" fmla="*/ 0 h 1570620"/>
                <a:gd name="connsiteX1" fmla="*/ 612741 w 1085080"/>
                <a:gd name="connsiteY1" fmla="*/ 1459406 h 1570620"/>
                <a:gd name="connsiteX2" fmla="*/ 291792 w 1085080"/>
                <a:gd name="connsiteY2" fmla="*/ 1392795 h 1570620"/>
                <a:gd name="connsiteX3" fmla="*/ 1122 w 1085080"/>
                <a:gd name="connsiteY3" fmla="*/ 781176 h 1570620"/>
                <a:gd name="connsiteX0" fmla="*/ 1085080 w 1085080"/>
                <a:gd name="connsiteY0" fmla="*/ 0 h 1579418"/>
                <a:gd name="connsiteX1" fmla="*/ 673297 w 1085080"/>
                <a:gd name="connsiteY1" fmla="*/ 1471518 h 1579418"/>
                <a:gd name="connsiteX2" fmla="*/ 291792 w 1085080"/>
                <a:gd name="connsiteY2" fmla="*/ 1392795 h 1579418"/>
                <a:gd name="connsiteX3" fmla="*/ 1122 w 1085080"/>
                <a:gd name="connsiteY3" fmla="*/ 781176 h 1579418"/>
                <a:gd name="connsiteX0" fmla="*/ 1085080 w 1085080"/>
                <a:gd name="connsiteY0" fmla="*/ 0 h 1421612"/>
                <a:gd name="connsiteX1" fmla="*/ 635197 w 1085080"/>
                <a:gd name="connsiteY1" fmla="*/ 1033368 h 1421612"/>
                <a:gd name="connsiteX2" fmla="*/ 291792 w 1085080"/>
                <a:gd name="connsiteY2" fmla="*/ 1392795 h 1421612"/>
                <a:gd name="connsiteX3" fmla="*/ 1122 w 1085080"/>
                <a:gd name="connsiteY3" fmla="*/ 781176 h 1421612"/>
                <a:gd name="connsiteX0" fmla="*/ 1086070 w 1086070"/>
                <a:gd name="connsiteY0" fmla="*/ 0 h 1155039"/>
                <a:gd name="connsiteX1" fmla="*/ 636187 w 1086070"/>
                <a:gd name="connsiteY1" fmla="*/ 1033368 h 1155039"/>
                <a:gd name="connsiteX2" fmla="*/ 188007 w 1086070"/>
                <a:gd name="connsiteY2" fmla="*/ 1059420 h 1155039"/>
                <a:gd name="connsiteX3" fmla="*/ 2112 w 1086070"/>
                <a:gd name="connsiteY3" fmla="*/ 781176 h 1155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6070" h="1155039">
                  <a:moveTo>
                    <a:pt x="1086070" y="0"/>
                  </a:moveTo>
                  <a:cubicBezTo>
                    <a:pt x="899859" y="588909"/>
                    <a:pt x="785864" y="856798"/>
                    <a:pt x="636187" y="1033368"/>
                  </a:cubicBezTo>
                  <a:cubicBezTo>
                    <a:pt x="486510" y="1209938"/>
                    <a:pt x="289943" y="1172458"/>
                    <a:pt x="188007" y="1059420"/>
                  </a:cubicBezTo>
                  <a:cubicBezTo>
                    <a:pt x="86071" y="946382"/>
                    <a:pt x="-16055" y="877057"/>
                    <a:pt x="2112" y="781176"/>
                  </a:cubicBezTo>
                </a:path>
              </a:pathLst>
            </a:custGeom>
            <a:ln w="28575">
              <a:solidFill>
                <a:srgbClr val="CC00FF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38107D5C-1F17-472C-ACEA-B3EFC27134EF}"/>
                </a:ext>
              </a:extLst>
            </p:cNvPr>
            <p:cNvSpPr/>
            <p:nvPr/>
          </p:nvSpPr>
          <p:spPr>
            <a:xfrm>
              <a:off x="3154983" y="1274305"/>
              <a:ext cx="98519" cy="228020"/>
            </a:xfrm>
            <a:prstGeom prst="rect">
              <a:avLst/>
            </a:prstGeom>
            <a:ln w="28575">
              <a:solidFill>
                <a:srgbClr val="CC00FF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 sz="1400" dirty="0">
                <a:solidFill>
                  <a:schemeClr val="dk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3104A768-1687-4EB6-8495-34C5DFC8A7D9}"/>
                    </a:ext>
                  </a:extLst>
                </p:cNvPr>
                <p:cNvSpPr txBox="1"/>
                <p:nvPr/>
              </p:nvSpPr>
              <p:spPr>
                <a:xfrm>
                  <a:off x="2365598" y="2454907"/>
                  <a:ext cx="3544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s-CL" dirty="0">
                    <a:solidFill>
                      <a:srgbClr val="CC00FF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3104A768-1687-4EB6-8495-34C5DFC8A7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5598" y="2454907"/>
                  <a:ext cx="354413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BEF6CE85-D2AB-410F-B631-495DB4E6C237}"/>
                    </a:ext>
                  </a:extLst>
                </p:cNvPr>
                <p:cNvSpPr txBox="1"/>
                <p:nvPr/>
              </p:nvSpPr>
              <p:spPr>
                <a:xfrm>
                  <a:off x="2796003" y="343501"/>
                  <a:ext cx="3544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s-CL" dirty="0">
                    <a:solidFill>
                      <a:srgbClr val="CC00FF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BEF6CE85-D2AB-410F-B631-495DB4E6C2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6003" y="343501"/>
                  <a:ext cx="35441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41575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>
            <a:extLst>
              <a:ext uri="{FF2B5EF4-FFF2-40B4-BE49-F238E27FC236}">
                <a16:creationId xmlns:a16="http://schemas.microsoft.com/office/drawing/2014/main" id="{7FC21526-6718-4A7B-A19B-FD458CC1FE18}"/>
              </a:ext>
            </a:extLst>
          </p:cNvPr>
          <p:cNvGrpSpPr/>
          <p:nvPr/>
        </p:nvGrpSpPr>
        <p:grpSpPr>
          <a:xfrm>
            <a:off x="255770" y="387539"/>
            <a:ext cx="6579316" cy="2334401"/>
            <a:chOff x="1431208" y="638888"/>
            <a:chExt cx="6579316" cy="23344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ángulo 16">
                  <a:extLst>
                    <a:ext uri="{FF2B5EF4-FFF2-40B4-BE49-F238E27FC236}">
                      <a16:creationId xmlns:a16="http://schemas.microsoft.com/office/drawing/2014/main" id="{F7B3985B-507A-48A2-9F3E-77E46336C1DA}"/>
                    </a:ext>
                  </a:extLst>
                </p:cNvPr>
                <p:cNvSpPr/>
                <p:nvPr/>
              </p:nvSpPr>
              <p:spPr>
                <a:xfrm>
                  <a:off x="1431208" y="638888"/>
                  <a:ext cx="4670751" cy="1692318"/>
                </a:xfrm>
                <a:prstGeom prst="rect">
                  <a:avLst/>
                </a:prstGeom>
                <a:noFill/>
                <a:ln w="381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2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𝐶𝐿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s-CL" dirty="0">
                    <a:solidFill>
                      <a:srgbClr val="FF0000"/>
                    </a:solidFill>
                  </a:endParaRPr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  <a:p>
                  <a:pPr algn="ctr"/>
                  <a:endParaRPr lang="es-CL" dirty="0"/>
                </a:p>
              </p:txBody>
            </p:sp>
          </mc:Choice>
          <mc:Fallback xmlns="">
            <p:sp>
              <p:nvSpPr>
                <p:cNvPr id="17" name="Rectángulo 16">
                  <a:extLst>
                    <a:ext uri="{FF2B5EF4-FFF2-40B4-BE49-F238E27FC236}">
                      <a16:creationId xmlns:a16="http://schemas.microsoft.com/office/drawing/2014/main" id="{F7B3985B-507A-48A2-9F3E-77E46336C1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1208" y="638888"/>
                  <a:ext cx="4670751" cy="1692318"/>
                </a:xfrm>
                <a:prstGeom prst="rect">
                  <a:avLst/>
                </a:prstGeom>
                <a:blipFill>
                  <a:blip r:embed="rId2"/>
                  <a:stretch>
                    <a:fillRect t="-20848"/>
                  </a:stretch>
                </a:blipFill>
                <a:ln w="381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5BE88E32-84B2-4868-A674-0EE4F31446C0}"/>
                    </a:ext>
                  </a:extLst>
                </p:cNvPr>
                <p:cNvSpPr txBox="1"/>
                <p:nvPr/>
              </p:nvSpPr>
              <p:spPr>
                <a:xfrm>
                  <a:off x="5119208" y="1142786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5BE88E32-84B2-4868-A674-0EE4F31446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9208" y="1142786"/>
                  <a:ext cx="1648408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ángulo: esquinas redondeadas 5">
                  <a:extLst>
                    <a:ext uri="{FF2B5EF4-FFF2-40B4-BE49-F238E27FC236}">
                      <a16:creationId xmlns:a16="http://schemas.microsoft.com/office/drawing/2014/main" id="{BB5D7B9C-6F48-4DFD-8B85-2C927464D520}"/>
                    </a:ext>
                  </a:extLst>
                </p:cNvPr>
                <p:cNvSpPr/>
                <p:nvPr/>
              </p:nvSpPr>
              <p:spPr>
                <a:xfrm>
                  <a:off x="2805026" y="1083372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ángulo: esquinas redondeadas 5">
                  <a:extLst>
                    <a:ext uri="{FF2B5EF4-FFF2-40B4-BE49-F238E27FC236}">
                      <a16:creationId xmlns:a16="http://schemas.microsoft.com/office/drawing/2014/main" id="{BB5D7B9C-6F48-4DFD-8B85-2C927464D5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5026" y="1083372"/>
                  <a:ext cx="1005004" cy="685710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ángulo: esquinas redondeadas 7">
                  <a:extLst>
                    <a:ext uri="{FF2B5EF4-FFF2-40B4-BE49-F238E27FC236}">
                      <a16:creationId xmlns:a16="http://schemas.microsoft.com/office/drawing/2014/main" id="{3BD7BF77-034D-4897-BAF1-BDDDAD59DFCD}"/>
                    </a:ext>
                  </a:extLst>
                </p:cNvPr>
                <p:cNvSpPr/>
                <p:nvPr/>
              </p:nvSpPr>
              <p:spPr>
                <a:xfrm>
                  <a:off x="4516526" y="1099849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𝑦𝑢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ángulo: esquinas redondeadas 7">
                  <a:extLst>
                    <a:ext uri="{FF2B5EF4-FFF2-40B4-BE49-F238E27FC236}">
                      <a16:creationId xmlns:a16="http://schemas.microsoft.com/office/drawing/2014/main" id="{3BD7BF77-034D-4897-BAF1-BDDDAD59DF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6526" y="1099849"/>
                  <a:ext cx="1005004" cy="685710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9515367B-A634-4DA4-A08E-5547C12E045F}"/>
                </a:ext>
              </a:extLst>
            </p:cNvPr>
            <p:cNvCxnSpPr>
              <a:cxnSpLocks/>
            </p:cNvCxnSpPr>
            <p:nvPr/>
          </p:nvCxnSpPr>
          <p:spPr>
            <a:xfrm>
              <a:off x="3828926" y="1423016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DC4FB5E7-D1F0-4314-AA5C-5E776F3DB747}"/>
                </a:ext>
              </a:extLst>
            </p:cNvPr>
            <p:cNvCxnSpPr>
              <a:cxnSpLocks/>
            </p:cNvCxnSpPr>
            <p:nvPr/>
          </p:nvCxnSpPr>
          <p:spPr>
            <a:xfrm>
              <a:off x="5521530" y="1442704"/>
              <a:ext cx="10044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3A50279C-284F-4921-9CFC-55D9C3A7755C}"/>
                    </a:ext>
                  </a:extLst>
                </p:cNvPr>
                <p:cNvSpPr txBox="1"/>
                <p:nvPr/>
              </p:nvSpPr>
              <p:spPr>
                <a:xfrm>
                  <a:off x="3722243" y="1145204"/>
                  <a:ext cx="88207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3A50279C-284F-4921-9CFC-55D9C3A775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2243" y="1145204"/>
                  <a:ext cx="882070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Conector: angular 12">
              <a:extLst>
                <a:ext uri="{FF2B5EF4-FFF2-40B4-BE49-F238E27FC236}">
                  <a16:creationId xmlns:a16="http://schemas.microsoft.com/office/drawing/2014/main" id="{9943FA21-2001-4924-A196-76250BB84EEB}"/>
                </a:ext>
              </a:extLst>
            </p:cNvPr>
            <p:cNvCxnSpPr>
              <a:cxnSpLocks/>
              <a:stCxn id="5" idx="2"/>
              <a:endCxn id="14" idx="4"/>
            </p:cNvCxnSpPr>
            <p:nvPr/>
          </p:nvCxnSpPr>
          <p:spPr>
            <a:xfrm rot="5400000">
              <a:off x="3807744" y="-455899"/>
              <a:ext cx="229207" cy="4042131"/>
            </a:xfrm>
            <a:prstGeom prst="bentConnector3">
              <a:avLst>
                <a:gd name="adj1" fmla="val 273010"/>
              </a:avLst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Elipse 13">
                  <a:extLst>
                    <a:ext uri="{FF2B5EF4-FFF2-40B4-BE49-F238E27FC236}">
                      <a16:creationId xmlns:a16="http://schemas.microsoft.com/office/drawing/2014/main" id="{902A41B9-AC2B-4317-9A19-E7A36E69A7C1}"/>
                    </a:ext>
                  </a:extLst>
                </p:cNvPr>
                <p:cNvSpPr/>
                <p:nvPr/>
              </p:nvSpPr>
              <p:spPr>
                <a:xfrm>
                  <a:off x="1663681" y="1205637"/>
                  <a:ext cx="475200" cy="474133"/>
                </a:xfrm>
                <a:prstGeom prst="ellips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:endParaRPr lang="en-US" sz="11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  </m:t>
                        </m:r>
                      </m:oMath>
                    </m:oMathPara>
                  </a14:m>
                  <a:endParaRPr lang="en-US" sz="11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100" b="0" dirty="0">
                      <a:solidFill>
                        <a:schemeClr val="tx1"/>
                      </a:solidFill>
                    </a:rPr>
                    <a:t>   -</a:t>
                  </a:r>
                  <a14:m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" name="Elipse 13">
                  <a:extLst>
                    <a:ext uri="{FF2B5EF4-FFF2-40B4-BE49-F238E27FC236}">
                      <a16:creationId xmlns:a16="http://schemas.microsoft.com/office/drawing/2014/main" id="{902A41B9-AC2B-4317-9A19-E7A36E69A7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3681" y="1205637"/>
                  <a:ext cx="475200" cy="474133"/>
                </a:xfrm>
                <a:prstGeom prst="ellipse">
                  <a:avLst/>
                </a:prstGeom>
                <a:blipFill>
                  <a:blip r:embed="rId7"/>
                  <a:stretch>
                    <a:fillRect b="-60241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98DD88FC-9875-4AF1-A0FA-5F02D5762B98}"/>
                </a:ext>
              </a:extLst>
            </p:cNvPr>
            <p:cNvCxnSpPr>
              <a:cxnSpLocks/>
            </p:cNvCxnSpPr>
            <p:nvPr/>
          </p:nvCxnSpPr>
          <p:spPr>
            <a:xfrm>
              <a:off x="2117426" y="1444908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947EBAC8-1F08-42E4-82E4-3C759B6EE325}"/>
                    </a:ext>
                  </a:extLst>
                </p:cNvPr>
                <p:cNvSpPr txBox="1"/>
                <p:nvPr/>
              </p:nvSpPr>
              <p:spPr>
                <a:xfrm>
                  <a:off x="1901280" y="1164222"/>
                  <a:ext cx="11380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947EBAC8-1F08-42E4-82E4-3C759B6EE3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1280" y="1164222"/>
                  <a:ext cx="1138062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88670743-2D6E-4AB7-88AE-FAE6F950E4C7}"/>
                </a:ext>
              </a:extLst>
            </p:cNvPr>
            <p:cNvSpPr/>
            <p:nvPr/>
          </p:nvSpPr>
          <p:spPr>
            <a:xfrm>
              <a:off x="4029075" y="1966079"/>
              <a:ext cx="238125" cy="22920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21" name="Conector: angular 20">
              <a:extLst>
                <a:ext uri="{FF2B5EF4-FFF2-40B4-BE49-F238E27FC236}">
                  <a16:creationId xmlns:a16="http://schemas.microsoft.com/office/drawing/2014/main" id="{D352D477-61C5-4472-AAEB-AC7355C35599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 rot="16200000" flipH="1">
              <a:off x="4252799" y="2090625"/>
              <a:ext cx="624114" cy="833436"/>
            </a:xfrm>
            <a:prstGeom prst="bentConnector2">
              <a:avLst/>
            </a:prstGeom>
            <a:ln w="12700">
              <a:solidFill>
                <a:schemeClr val="accent6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DAE8084B-2F2E-4760-947E-EE731B9F6148}"/>
                    </a:ext>
                  </a:extLst>
                </p:cNvPr>
                <p:cNvSpPr txBox="1"/>
                <p:nvPr/>
              </p:nvSpPr>
              <p:spPr>
                <a:xfrm>
                  <a:off x="4981573" y="2665512"/>
                  <a:ext cx="30289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accent6"/>
                      </a:solidFill>
                    </a:rPr>
                    <a:t>Constate que </a:t>
                  </a:r>
                  <a:r>
                    <a:rPr lang="en-US" sz="1400" dirty="0" err="1">
                      <a:solidFill>
                        <a:schemeClr val="accent6"/>
                      </a:solidFill>
                    </a:rPr>
                    <a:t>varía</a:t>
                  </a:r>
                  <a:r>
                    <a:rPr lang="en-US" sz="1400" dirty="0">
                      <a:solidFill>
                        <a:schemeClr val="accent6"/>
                      </a:solidFill>
                    </a:rPr>
                    <a:t> de 1 hasta </a:t>
                  </a:r>
                  <a14:m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a14:m>
                  <a:endParaRPr lang="es-CL" sz="14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DAE8084B-2F2E-4760-947E-EE731B9F61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1573" y="2665512"/>
                  <a:ext cx="3028951" cy="307777"/>
                </a:xfrm>
                <a:prstGeom prst="rect">
                  <a:avLst/>
                </a:prstGeom>
                <a:blipFill>
                  <a:blip r:embed="rId9"/>
                  <a:stretch>
                    <a:fillRect l="-604" t="-1961" b="-19608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EBA5E9EA-7A9E-452D-BE7B-2AA9D04F3463}"/>
              </a:ext>
            </a:extLst>
          </p:cNvPr>
          <p:cNvGrpSpPr/>
          <p:nvPr/>
        </p:nvGrpSpPr>
        <p:grpSpPr>
          <a:xfrm>
            <a:off x="171418" y="3427215"/>
            <a:ext cx="3719004" cy="3023082"/>
            <a:chOff x="124586" y="3429000"/>
            <a:chExt cx="3719004" cy="30230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2D076555-CE65-44F0-B897-73239D6F177C}"/>
                    </a:ext>
                  </a:extLst>
                </p:cNvPr>
                <p:cNvSpPr txBox="1"/>
                <p:nvPr/>
              </p:nvSpPr>
              <p:spPr>
                <a:xfrm>
                  <a:off x="2951987" y="4665107"/>
                  <a:ext cx="891603" cy="3742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2D076555-CE65-44F0-B897-73239D6F17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1987" y="4665107"/>
                  <a:ext cx="891603" cy="374257"/>
                </a:xfrm>
                <a:prstGeom prst="rect">
                  <a:avLst/>
                </a:prstGeom>
                <a:blipFill>
                  <a:blip r:embed="rId10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39C5BE38-9ED3-49D6-9F64-FC63255416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48774" y="3743000"/>
              <a:ext cx="16905" cy="216000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8F07C4A4-AA9A-467C-9FA2-0E7DE33F7F3C}"/>
                </a:ext>
              </a:extLst>
            </p:cNvPr>
            <p:cNvCxnSpPr>
              <a:cxnSpLocks/>
            </p:cNvCxnSpPr>
            <p:nvPr/>
          </p:nvCxnSpPr>
          <p:spPr>
            <a:xfrm>
              <a:off x="885679" y="4852236"/>
              <a:ext cx="216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uadroTexto 27">
                  <a:extLst>
                    <a:ext uri="{FF2B5EF4-FFF2-40B4-BE49-F238E27FC236}">
                      <a16:creationId xmlns:a16="http://schemas.microsoft.com/office/drawing/2014/main" id="{10E92D3A-3C5F-431A-88CF-292DFC059A35}"/>
                    </a:ext>
                  </a:extLst>
                </p:cNvPr>
                <p:cNvSpPr txBox="1"/>
                <p:nvPr/>
              </p:nvSpPr>
              <p:spPr>
                <a:xfrm>
                  <a:off x="1519878" y="3429000"/>
                  <a:ext cx="891603" cy="3742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𝐼𝑚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28" name="CuadroTexto 27">
                  <a:extLst>
                    <a:ext uri="{FF2B5EF4-FFF2-40B4-BE49-F238E27FC236}">
                      <a16:creationId xmlns:a16="http://schemas.microsoft.com/office/drawing/2014/main" id="{10E92D3A-3C5F-431A-88CF-292DFC059A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19878" y="3429000"/>
                  <a:ext cx="891603" cy="374257"/>
                </a:xfrm>
                <a:prstGeom prst="rect">
                  <a:avLst/>
                </a:prstGeom>
                <a:blipFill>
                  <a:blip r:embed="rId11"/>
                  <a:stretch>
                    <a:fillRect b="-1129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2A597937-123D-4B79-A675-98003FA821BF}"/>
                </a:ext>
              </a:extLst>
            </p:cNvPr>
            <p:cNvGrpSpPr/>
            <p:nvPr/>
          </p:nvGrpSpPr>
          <p:grpSpPr>
            <a:xfrm>
              <a:off x="1223325" y="4339445"/>
              <a:ext cx="187365" cy="190254"/>
              <a:chOff x="4601724" y="4867880"/>
              <a:chExt cx="187365" cy="190254"/>
            </a:xfrm>
          </p:grpSpPr>
          <p:cxnSp>
            <p:nvCxnSpPr>
              <p:cNvPr id="61" name="Conector recto 60">
                <a:extLst>
                  <a:ext uri="{FF2B5EF4-FFF2-40B4-BE49-F238E27FC236}">
                    <a16:creationId xmlns:a16="http://schemas.microsoft.com/office/drawing/2014/main" id="{2831C3A1-83C7-4CA0-B34F-B9647B26DDC2}"/>
                  </a:ext>
                </a:extLst>
              </p:cNvPr>
              <p:cNvCxnSpPr/>
              <p:nvPr/>
            </p:nvCxnSpPr>
            <p:spPr>
              <a:xfrm>
                <a:off x="4604992" y="4871220"/>
                <a:ext cx="184097" cy="18691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ector recto 61">
                <a:extLst>
                  <a:ext uri="{FF2B5EF4-FFF2-40B4-BE49-F238E27FC236}">
                    <a16:creationId xmlns:a16="http://schemas.microsoft.com/office/drawing/2014/main" id="{E240F342-D072-49C5-96E5-CBAA43CB63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01724" y="4867880"/>
                <a:ext cx="184097" cy="18620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upo 62">
              <a:extLst>
                <a:ext uri="{FF2B5EF4-FFF2-40B4-BE49-F238E27FC236}">
                  <a16:creationId xmlns:a16="http://schemas.microsoft.com/office/drawing/2014/main" id="{2046E76B-518E-484E-83FA-1F9067877021}"/>
                </a:ext>
              </a:extLst>
            </p:cNvPr>
            <p:cNvGrpSpPr/>
            <p:nvPr/>
          </p:nvGrpSpPr>
          <p:grpSpPr>
            <a:xfrm>
              <a:off x="1231253" y="5174774"/>
              <a:ext cx="187365" cy="190254"/>
              <a:chOff x="4601724" y="4867880"/>
              <a:chExt cx="187365" cy="190254"/>
            </a:xfrm>
          </p:grpSpPr>
          <p:cxnSp>
            <p:nvCxnSpPr>
              <p:cNvPr id="64" name="Conector recto 63">
                <a:extLst>
                  <a:ext uri="{FF2B5EF4-FFF2-40B4-BE49-F238E27FC236}">
                    <a16:creationId xmlns:a16="http://schemas.microsoft.com/office/drawing/2014/main" id="{FD64E56A-F556-4718-B9D5-C93D61F303B0}"/>
                  </a:ext>
                </a:extLst>
              </p:cNvPr>
              <p:cNvCxnSpPr/>
              <p:nvPr/>
            </p:nvCxnSpPr>
            <p:spPr>
              <a:xfrm>
                <a:off x="4604992" y="4871220"/>
                <a:ext cx="184097" cy="186914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ector recto 64">
                <a:extLst>
                  <a:ext uri="{FF2B5EF4-FFF2-40B4-BE49-F238E27FC236}">
                    <a16:creationId xmlns:a16="http://schemas.microsoft.com/office/drawing/2014/main" id="{F0BF3922-0DDB-4103-88C8-5EADB219DF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01724" y="4867880"/>
                <a:ext cx="184097" cy="18620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6" name="Conector recto de flecha 65">
              <a:extLst>
                <a:ext uri="{FF2B5EF4-FFF2-40B4-BE49-F238E27FC236}">
                  <a16:creationId xmlns:a16="http://schemas.microsoft.com/office/drawing/2014/main" id="{99D2B317-7A89-45A5-97D4-E615977E50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8641" y="3686296"/>
              <a:ext cx="0" cy="74625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Conector recto de flecha 67">
              <a:extLst>
                <a:ext uri="{FF2B5EF4-FFF2-40B4-BE49-F238E27FC236}">
                  <a16:creationId xmlns:a16="http://schemas.microsoft.com/office/drawing/2014/main" id="{C580C97B-8A2B-4F36-9B9B-E1FEC28C2854}"/>
                </a:ext>
              </a:extLst>
            </p:cNvPr>
            <p:cNvCxnSpPr>
              <a:cxnSpLocks/>
            </p:cNvCxnSpPr>
            <p:nvPr/>
          </p:nvCxnSpPr>
          <p:spPr>
            <a:xfrm>
              <a:off x="1323301" y="5267875"/>
              <a:ext cx="0" cy="72000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E4E4D2BD-4166-447C-B188-A1FE25222CAD}"/>
                    </a:ext>
                  </a:extLst>
                </p:cNvPr>
                <p:cNvSpPr txBox="1"/>
                <p:nvPr/>
              </p:nvSpPr>
              <p:spPr>
                <a:xfrm>
                  <a:off x="124586" y="4118141"/>
                  <a:ext cx="1443840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es-CL" sz="1400" dirty="0">
                      <a:solidFill>
                        <a:srgbClr val="FF0000"/>
                      </a:solidFill>
                    </a:rPr>
                    <a:t> aumenta</a:t>
                  </a:r>
                </a:p>
              </p:txBody>
            </p:sp>
          </mc:Choice>
          <mc:Fallback xmlns="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E4E4D2BD-4166-447C-B188-A1FE25222C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586" y="4118141"/>
                  <a:ext cx="1443840" cy="324384"/>
                </a:xfrm>
                <a:prstGeom prst="rect">
                  <a:avLst/>
                </a:prstGeom>
                <a:blipFill>
                  <a:blip r:embed="rId12"/>
                  <a:stretch>
                    <a:fillRect b="-16981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4ABDE0B4-7E01-40D8-8401-C3D3BCD37BC2}"/>
                </a:ext>
              </a:extLst>
            </p:cNvPr>
            <p:cNvSpPr txBox="1"/>
            <p:nvPr/>
          </p:nvSpPr>
          <p:spPr>
            <a:xfrm>
              <a:off x="1455122" y="6082750"/>
              <a:ext cx="1261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Control P</a:t>
              </a:r>
              <a:endParaRPr lang="es-CL" dirty="0"/>
            </a:p>
          </p:txBody>
        </p:sp>
      </p:grp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699AE2D8-575D-4E88-AAB5-6840548E1F14}"/>
              </a:ext>
            </a:extLst>
          </p:cNvPr>
          <p:cNvGrpSpPr/>
          <p:nvPr/>
        </p:nvGrpSpPr>
        <p:grpSpPr>
          <a:xfrm>
            <a:off x="3924623" y="3427215"/>
            <a:ext cx="2957911" cy="3023082"/>
            <a:chOff x="4512177" y="3429000"/>
            <a:chExt cx="2957911" cy="30230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0277DA0E-09E2-4B27-91EA-42E4AC7ECC9A}"/>
                    </a:ext>
                  </a:extLst>
                </p:cNvPr>
                <p:cNvSpPr txBox="1"/>
                <p:nvPr/>
              </p:nvSpPr>
              <p:spPr>
                <a:xfrm>
                  <a:off x="6578485" y="4665107"/>
                  <a:ext cx="891603" cy="3742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0277DA0E-09E2-4B27-91EA-42E4AC7ECC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8485" y="4665107"/>
                  <a:ext cx="891603" cy="374257"/>
                </a:xfrm>
                <a:prstGeom prst="rect">
                  <a:avLst/>
                </a:prstGeom>
                <a:blipFill>
                  <a:blip r:embed="rId13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96B381BF-0B3C-444B-8E76-3DB091335B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75272" y="3743000"/>
              <a:ext cx="16905" cy="216000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BD898EF7-091F-42D9-AA00-5D52F2BED074}"/>
                </a:ext>
              </a:extLst>
            </p:cNvPr>
            <p:cNvCxnSpPr>
              <a:cxnSpLocks/>
            </p:cNvCxnSpPr>
            <p:nvPr/>
          </p:nvCxnSpPr>
          <p:spPr>
            <a:xfrm>
              <a:off x="4512177" y="4852236"/>
              <a:ext cx="216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35FD7977-A282-49A1-BDBB-41AF8488F7EC}"/>
                    </a:ext>
                  </a:extLst>
                </p:cNvPr>
                <p:cNvSpPr txBox="1"/>
                <p:nvPr/>
              </p:nvSpPr>
              <p:spPr>
                <a:xfrm>
                  <a:off x="5146376" y="3429000"/>
                  <a:ext cx="891603" cy="3742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𝐼𝑚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35FD7977-A282-49A1-BDBB-41AF8488F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6376" y="3429000"/>
                  <a:ext cx="891603" cy="374257"/>
                </a:xfrm>
                <a:prstGeom prst="rect">
                  <a:avLst/>
                </a:prstGeom>
                <a:blipFill>
                  <a:blip r:embed="rId14"/>
                  <a:stretch>
                    <a:fillRect b="-1129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5E56A86F-ACC2-4C3B-BF65-B1EE86FEA84F}"/>
                </a:ext>
              </a:extLst>
            </p:cNvPr>
            <p:cNvGrpSpPr/>
            <p:nvPr/>
          </p:nvGrpSpPr>
          <p:grpSpPr>
            <a:xfrm>
              <a:off x="4849823" y="4339445"/>
              <a:ext cx="187365" cy="190254"/>
              <a:chOff x="4601724" y="4867880"/>
              <a:chExt cx="187365" cy="190254"/>
            </a:xfrm>
          </p:grpSpPr>
          <p:cxnSp>
            <p:nvCxnSpPr>
              <p:cNvPr id="79" name="Conector recto 78">
                <a:extLst>
                  <a:ext uri="{FF2B5EF4-FFF2-40B4-BE49-F238E27FC236}">
                    <a16:creationId xmlns:a16="http://schemas.microsoft.com/office/drawing/2014/main" id="{E20F62B9-927C-4097-B152-4665FB0DA95F}"/>
                  </a:ext>
                </a:extLst>
              </p:cNvPr>
              <p:cNvCxnSpPr/>
              <p:nvPr/>
            </p:nvCxnSpPr>
            <p:spPr>
              <a:xfrm>
                <a:off x="4604992" y="4871220"/>
                <a:ext cx="184097" cy="186914"/>
              </a:xfrm>
              <a:prstGeom prst="line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ector recto 79">
                <a:extLst>
                  <a:ext uri="{FF2B5EF4-FFF2-40B4-BE49-F238E27FC236}">
                    <a16:creationId xmlns:a16="http://schemas.microsoft.com/office/drawing/2014/main" id="{4329A2FC-392E-4CA5-9817-B5C32CF3CE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01724" y="4867880"/>
                <a:ext cx="184097" cy="186202"/>
              </a:xfrm>
              <a:prstGeom prst="line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Grupo 80">
              <a:extLst>
                <a:ext uri="{FF2B5EF4-FFF2-40B4-BE49-F238E27FC236}">
                  <a16:creationId xmlns:a16="http://schemas.microsoft.com/office/drawing/2014/main" id="{8D25DF01-5D0B-403F-8134-54FBF55420F0}"/>
                </a:ext>
              </a:extLst>
            </p:cNvPr>
            <p:cNvGrpSpPr/>
            <p:nvPr/>
          </p:nvGrpSpPr>
          <p:grpSpPr>
            <a:xfrm>
              <a:off x="4857751" y="5174774"/>
              <a:ext cx="187365" cy="190254"/>
              <a:chOff x="4601724" y="4867880"/>
              <a:chExt cx="187365" cy="190254"/>
            </a:xfrm>
          </p:grpSpPr>
          <p:cxnSp>
            <p:nvCxnSpPr>
              <p:cNvPr id="82" name="Conector recto 81">
                <a:extLst>
                  <a:ext uri="{FF2B5EF4-FFF2-40B4-BE49-F238E27FC236}">
                    <a16:creationId xmlns:a16="http://schemas.microsoft.com/office/drawing/2014/main" id="{7E0C9227-E83A-43C6-B75F-A42AFEDCBDC3}"/>
                  </a:ext>
                </a:extLst>
              </p:cNvPr>
              <p:cNvCxnSpPr/>
              <p:nvPr/>
            </p:nvCxnSpPr>
            <p:spPr>
              <a:xfrm>
                <a:off x="4604992" y="4871220"/>
                <a:ext cx="184097" cy="186914"/>
              </a:xfrm>
              <a:prstGeom prst="line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Conector recto 82">
                <a:extLst>
                  <a:ext uri="{FF2B5EF4-FFF2-40B4-BE49-F238E27FC236}">
                    <a16:creationId xmlns:a16="http://schemas.microsoft.com/office/drawing/2014/main" id="{DD6B3879-C79B-4682-8636-CE3990BE4A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01724" y="4867880"/>
                <a:ext cx="184097" cy="186202"/>
              </a:xfrm>
              <a:prstGeom prst="line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CuadroTexto 85">
                  <a:extLst>
                    <a:ext uri="{FF2B5EF4-FFF2-40B4-BE49-F238E27FC236}">
                      <a16:creationId xmlns:a16="http://schemas.microsoft.com/office/drawing/2014/main" id="{BDC75767-7334-4088-9429-A21B62EA9E82}"/>
                    </a:ext>
                  </a:extLst>
                </p:cNvPr>
                <p:cNvSpPr txBox="1"/>
                <p:nvPr/>
              </p:nvSpPr>
              <p:spPr>
                <a:xfrm>
                  <a:off x="6046835" y="3649085"/>
                  <a:ext cx="1105979" cy="539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es-CL" sz="1400" dirty="0">
                      <a:solidFill>
                        <a:schemeClr val="accent6"/>
                      </a:solidFill>
                    </a:rPr>
                    <a:t> aumenta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a14:m>
                  <a:r>
                    <a:rPr lang="es-CL" sz="1400" dirty="0">
                      <a:solidFill>
                        <a:schemeClr val="accent6"/>
                      </a:solidFill>
                    </a:rPr>
                    <a:t> fijo</a:t>
                  </a:r>
                </a:p>
              </p:txBody>
            </p:sp>
          </mc:Choice>
          <mc:Fallback xmlns="">
            <p:sp>
              <p:nvSpPr>
                <p:cNvPr id="86" name="CuadroTexto 85">
                  <a:extLst>
                    <a:ext uri="{FF2B5EF4-FFF2-40B4-BE49-F238E27FC236}">
                      <a16:creationId xmlns:a16="http://schemas.microsoft.com/office/drawing/2014/main" id="{BDC75767-7334-4088-9429-A21B62EA9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6835" y="3649085"/>
                  <a:ext cx="1105979" cy="539828"/>
                </a:xfrm>
                <a:prstGeom prst="rect">
                  <a:avLst/>
                </a:prstGeom>
                <a:blipFill>
                  <a:blip r:embed="rId15"/>
                  <a:stretch>
                    <a:fillRect b="-11236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CuadroTexto 86">
              <a:extLst>
                <a:ext uri="{FF2B5EF4-FFF2-40B4-BE49-F238E27FC236}">
                  <a16:creationId xmlns:a16="http://schemas.microsoft.com/office/drawing/2014/main" id="{45DA51F5-5D2D-46F6-BF37-DC53BEE056AD}"/>
                </a:ext>
              </a:extLst>
            </p:cNvPr>
            <p:cNvSpPr txBox="1"/>
            <p:nvPr/>
          </p:nvSpPr>
          <p:spPr>
            <a:xfrm>
              <a:off x="4945139" y="6082750"/>
              <a:ext cx="1381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Control PI</a:t>
              </a:r>
              <a:endParaRPr lang="es-CL" dirty="0"/>
            </a:p>
          </p:txBody>
        </p:sp>
        <p:sp>
          <p:nvSpPr>
            <p:cNvPr id="89" name="Forma libre: forma 88">
              <a:extLst>
                <a:ext uri="{FF2B5EF4-FFF2-40B4-BE49-F238E27FC236}">
                  <a16:creationId xmlns:a16="http://schemas.microsoft.com/office/drawing/2014/main" id="{737946F9-D99C-4673-9B89-A72B2092C3AC}"/>
                </a:ext>
              </a:extLst>
            </p:cNvPr>
            <p:cNvSpPr/>
            <p:nvPr/>
          </p:nvSpPr>
          <p:spPr>
            <a:xfrm>
              <a:off x="4926520" y="3801472"/>
              <a:ext cx="1103409" cy="641053"/>
            </a:xfrm>
            <a:custGeom>
              <a:avLst/>
              <a:gdLst>
                <a:gd name="connsiteX0" fmla="*/ 0 w 1045029"/>
                <a:gd name="connsiteY0" fmla="*/ 895738 h 895738"/>
                <a:gd name="connsiteX1" fmla="*/ 709126 w 1045029"/>
                <a:gd name="connsiteY1" fmla="*/ 699796 h 895738"/>
                <a:gd name="connsiteX2" fmla="*/ 1045029 w 1045029"/>
                <a:gd name="connsiteY2" fmla="*/ 0 h 895738"/>
                <a:gd name="connsiteX0" fmla="*/ 0 w 1063690"/>
                <a:gd name="connsiteY0" fmla="*/ 961052 h 961052"/>
                <a:gd name="connsiteX1" fmla="*/ 709126 w 1063690"/>
                <a:gd name="connsiteY1" fmla="*/ 765110 h 961052"/>
                <a:gd name="connsiteX2" fmla="*/ 1063690 w 1063690"/>
                <a:gd name="connsiteY2" fmla="*/ 0 h 961052"/>
                <a:gd name="connsiteX0" fmla="*/ 0 w 1063690"/>
                <a:gd name="connsiteY0" fmla="*/ 961052 h 961052"/>
                <a:gd name="connsiteX1" fmla="*/ 709126 w 1063690"/>
                <a:gd name="connsiteY1" fmla="*/ 765110 h 961052"/>
                <a:gd name="connsiteX2" fmla="*/ 1063690 w 1063690"/>
                <a:gd name="connsiteY2" fmla="*/ 0 h 961052"/>
                <a:gd name="connsiteX0" fmla="*/ 0 w 1063690"/>
                <a:gd name="connsiteY0" fmla="*/ 961052 h 961052"/>
                <a:gd name="connsiteX1" fmla="*/ 643812 w 1063690"/>
                <a:gd name="connsiteY1" fmla="*/ 727788 h 961052"/>
                <a:gd name="connsiteX2" fmla="*/ 1063690 w 1063690"/>
                <a:gd name="connsiteY2" fmla="*/ 0 h 96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63690" h="961052">
                  <a:moveTo>
                    <a:pt x="0" y="961052"/>
                  </a:moveTo>
                  <a:cubicBezTo>
                    <a:pt x="267477" y="937726"/>
                    <a:pt x="469641" y="877078"/>
                    <a:pt x="643812" y="727788"/>
                  </a:cubicBezTo>
                  <a:cubicBezTo>
                    <a:pt x="817984" y="578498"/>
                    <a:pt x="1006150" y="195942"/>
                    <a:pt x="1063690" y="0"/>
                  </a:cubicBezTo>
                </a:path>
              </a:pathLst>
            </a:custGeom>
            <a:ln w="28575">
              <a:solidFill>
                <a:schemeClr val="accent6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0" name="Forma libre: forma 89">
              <a:extLst>
                <a:ext uri="{FF2B5EF4-FFF2-40B4-BE49-F238E27FC236}">
                  <a16:creationId xmlns:a16="http://schemas.microsoft.com/office/drawing/2014/main" id="{64281BFD-3510-4EB1-8DD9-F2D1EDD1E9FA}"/>
                </a:ext>
              </a:extLst>
            </p:cNvPr>
            <p:cNvSpPr/>
            <p:nvPr/>
          </p:nvSpPr>
          <p:spPr>
            <a:xfrm flipV="1">
              <a:off x="4949799" y="5261948"/>
              <a:ext cx="1103409" cy="640800"/>
            </a:xfrm>
            <a:custGeom>
              <a:avLst/>
              <a:gdLst>
                <a:gd name="connsiteX0" fmla="*/ 0 w 1045029"/>
                <a:gd name="connsiteY0" fmla="*/ 895738 h 895738"/>
                <a:gd name="connsiteX1" fmla="*/ 709126 w 1045029"/>
                <a:gd name="connsiteY1" fmla="*/ 699796 h 895738"/>
                <a:gd name="connsiteX2" fmla="*/ 1045029 w 1045029"/>
                <a:gd name="connsiteY2" fmla="*/ 0 h 895738"/>
                <a:gd name="connsiteX0" fmla="*/ 0 w 1063690"/>
                <a:gd name="connsiteY0" fmla="*/ 961052 h 961052"/>
                <a:gd name="connsiteX1" fmla="*/ 709126 w 1063690"/>
                <a:gd name="connsiteY1" fmla="*/ 765110 h 961052"/>
                <a:gd name="connsiteX2" fmla="*/ 1063690 w 1063690"/>
                <a:gd name="connsiteY2" fmla="*/ 0 h 961052"/>
                <a:gd name="connsiteX0" fmla="*/ 0 w 1063690"/>
                <a:gd name="connsiteY0" fmla="*/ 961052 h 961052"/>
                <a:gd name="connsiteX1" fmla="*/ 709126 w 1063690"/>
                <a:gd name="connsiteY1" fmla="*/ 765110 h 961052"/>
                <a:gd name="connsiteX2" fmla="*/ 1063690 w 1063690"/>
                <a:gd name="connsiteY2" fmla="*/ 0 h 961052"/>
                <a:gd name="connsiteX0" fmla="*/ 0 w 1063690"/>
                <a:gd name="connsiteY0" fmla="*/ 961052 h 961052"/>
                <a:gd name="connsiteX1" fmla="*/ 643812 w 1063690"/>
                <a:gd name="connsiteY1" fmla="*/ 727788 h 961052"/>
                <a:gd name="connsiteX2" fmla="*/ 1063690 w 1063690"/>
                <a:gd name="connsiteY2" fmla="*/ 0 h 96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63690" h="961052">
                  <a:moveTo>
                    <a:pt x="0" y="961052"/>
                  </a:moveTo>
                  <a:cubicBezTo>
                    <a:pt x="267477" y="937726"/>
                    <a:pt x="469641" y="877078"/>
                    <a:pt x="643812" y="727788"/>
                  </a:cubicBezTo>
                  <a:cubicBezTo>
                    <a:pt x="817984" y="578498"/>
                    <a:pt x="1006150" y="195942"/>
                    <a:pt x="1063690" y="0"/>
                  </a:cubicBezTo>
                </a:path>
              </a:pathLst>
            </a:custGeom>
            <a:ln w="28575">
              <a:solidFill>
                <a:schemeClr val="accent6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grpSp>
          <p:nvGrpSpPr>
            <p:cNvPr id="91" name="Grupo 90">
              <a:extLst>
                <a:ext uri="{FF2B5EF4-FFF2-40B4-BE49-F238E27FC236}">
                  <a16:creationId xmlns:a16="http://schemas.microsoft.com/office/drawing/2014/main" id="{77EE608E-D3DF-486B-A1CE-CED494EAEC85}"/>
                </a:ext>
              </a:extLst>
            </p:cNvPr>
            <p:cNvGrpSpPr/>
            <p:nvPr/>
          </p:nvGrpSpPr>
          <p:grpSpPr>
            <a:xfrm>
              <a:off x="5226927" y="4762381"/>
              <a:ext cx="187365" cy="190254"/>
              <a:chOff x="4601724" y="4867880"/>
              <a:chExt cx="187365" cy="190254"/>
            </a:xfrm>
          </p:grpSpPr>
          <p:cxnSp>
            <p:nvCxnSpPr>
              <p:cNvPr id="92" name="Conector recto 91">
                <a:extLst>
                  <a:ext uri="{FF2B5EF4-FFF2-40B4-BE49-F238E27FC236}">
                    <a16:creationId xmlns:a16="http://schemas.microsoft.com/office/drawing/2014/main" id="{06E3893F-E958-412F-8A50-1A6869CD7129}"/>
                  </a:ext>
                </a:extLst>
              </p:cNvPr>
              <p:cNvCxnSpPr/>
              <p:nvPr/>
            </p:nvCxnSpPr>
            <p:spPr>
              <a:xfrm>
                <a:off x="4604992" y="4871220"/>
                <a:ext cx="184097" cy="186914"/>
              </a:xfrm>
              <a:prstGeom prst="line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Conector recto 92">
                <a:extLst>
                  <a:ext uri="{FF2B5EF4-FFF2-40B4-BE49-F238E27FC236}">
                    <a16:creationId xmlns:a16="http://schemas.microsoft.com/office/drawing/2014/main" id="{5854559F-8E3A-4BF9-B2FE-6FAEBBE282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01724" y="4867880"/>
                <a:ext cx="184097" cy="186202"/>
              </a:xfrm>
              <a:prstGeom prst="line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4" name="Conector recto de flecha 93">
              <a:extLst>
                <a:ext uri="{FF2B5EF4-FFF2-40B4-BE49-F238E27FC236}">
                  <a16:creationId xmlns:a16="http://schemas.microsoft.com/office/drawing/2014/main" id="{9BAB7AD0-8E00-427E-94AE-2B01E92A27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67974" y="4847776"/>
              <a:ext cx="537768" cy="4459"/>
            </a:xfrm>
            <a:prstGeom prst="straightConnector1">
              <a:avLst/>
            </a:prstGeom>
            <a:ln w="28575">
              <a:solidFill>
                <a:schemeClr val="accent6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Elipse 96">
              <a:extLst>
                <a:ext uri="{FF2B5EF4-FFF2-40B4-BE49-F238E27FC236}">
                  <a16:creationId xmlns:a16="http://schemas.microsoft.com/office/drawing/2014/main" id="{BEEAB296-94A4-4BAE-AAED-AC2E98F76520}"/>
                </a:ext>
              </a:extLst>
            </p:cNvPr>
            <p:cNvSpPr/>
            <p:nvPr/>
          </p:nvSpPr>
          <p:spPr>
            <a:xfrm>
              <a:off x="4546089" y="4762381"/>
              <a:ext cx="187684" cy="187200"/>
            </a:xfrm>
            <a:prstGeom prst="ellipse">
              <a:avLst/>
            </a:prstGeom>
            <a:noFill/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0E0B4F6E-924B-4745-9C4D-29819EFE4DB0}"/>
              </a:ext>
            </a:extLst>
          </p:cNvPr>
          <p:cNvGrpSpPr/>
          <p:nvPr/>
        </p:nvGrpSpPr>
        <p:grpSpPr>
          <a:xfrm>
            <a:off x="6600947" y="3435257"/>
            <a:ext cx="3318716" cy="3023082"/>
            <a:chOff x="7391246" y="3427215"/>
            <a:chExt cx="3318716" cy="30230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CuadroTexto 98">
                  <a:extLst>
                    <a:ext uri="{FF2B5EF4-FFF2-40B4-BE49-F238E27FC236}">
                      <a16:creationId xmlns:a16="http://schemas.microsoft.com/office/drawing/2014/main" id="{84AB4772-8C54-400C-A5A2-71713AA8D3B3}"/>
                    </a:ext>
                  </a:extLst>
                </p:cNvPr>
                <p:cNvSpPr txBox="1"/>
                <p:nvPr/>
              </p:nvSpPr>
              <p:spPr>
                <a:xfrm>
                  <a:off x="9818359" y="4663322"/>
                  <a:ext cx="891603" cy="3742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99" name="CuadroTexto 98">
                  <a:extLst>
                    <a:ext uri="{FF2B5EF4-FFF2-40B4-BE49-F238E27FC236}">
                      <a16:creationId xmlns:a16="http://schemas.microsoft.com/office/drawing/2014/main" id="{84AB4772-8C54-400C-A5A2-71713AA8D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8359" y="4663322"/>
                  <a:ext cx="891603" cy="374257"/>
                </a:xfrm>
                <a:prstGeom prst="rect">
                  <a:avLst/>
                </a:prstGeom>
                <a:blipFill>
                  <a:blip r:embed="rId16"/>
                  <a:stretch>
                    <a:fillRect b="-1129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Conector recto 99">
              <a:extLst>
                <a:ext uri="{FF2B5EF4-FFF2-40B4-BE49-F238E27FC236}">
                  <a16:creationId xmlns:a16="http://schemas.microsoft.com/office/drawing/2014/main" id="{6084CABA-BEC0-4BD0-A6D0-D77A7CFED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15146" y="3741215"/>
              <a:ext cx="16905" cy="216000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1" name="Conector recto 100">
              <a:extLst>
                <a:ext uri="{FF2B5EF4-FFF2-40B4-BE49-F238E27FC236}">
                  <a16:creationId xmlns:a16="http://schemas.microsoft.com/office/drawing/2014/main" id="{7FB2B966-D620-49C9-8DB1-157F9F7BE20E}"/>
                </a:ext>
              </a:extLst>
            </p:cNvPr>
            <p:cNvCxnSpPr>
              <a:cxnSpLocks/>
            </p:cNvCxnSpPr>
            <p:nvPr/>
          </p:nvCxnSpPr>
          <p:spPr>
            <a:xfrm>
              <a:off x="7752051" y="4850451"/>
              <a:ext cx="21600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CuadroTexto 101">
                  <a:extLst>
                    <a:ext uri="{FF2B5EF4-FFF2-40B4-BE49-F238E27FC236}">
                      <a16:creationId xmlns:a16="http://schemas.microsoft.com/office/drawing/2014/main" id="{EF7AB3E9-A7E2-4899-A753-AB76A01B930C}"/>
                    </a:ext>
                  </a:extLst>
                </p:cNvPr>
                <p:cNvSpPr txBox="1"/>
                <p:nvPr/>
              </p:nvSpPr>
              <p:spPr>
                <a:xfrm>
                  <a:off x="8386250" y="3427215"/>
                  <a:ext cx="891603" cy="3742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𝐼𝑚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02" name="CuadroTexto 101">
                  <a:extLst>
                    <a:ext uri="{FF2B5EF4-FFF2-40B4-BE49-F238E27FC236}">
                      <a16:creationId xmlns:a16="http://schemas.microsoft.com/office/drawing/2014/main" id="{EF7AB3E9-A7E2-4899-A753-AB76A01B93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250" y="3427215"/>
                  <a:ext cx="891603" cy="374257"/>
                </a:xfrm>
                <a:prstGeom prst="rect">
                  <a:avLst/>
                </a:prstGeom>
                <a:blipFill>
                  <a:blip r:embed="rId17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3" name="Grupo 102">
              <a:extLst>
                <a:ext uri="{FF2B5EF4-FFF2-40B4-BE49-F238E27FC236}">
                  <a16:creationId xmlns:a16="http://schemas.microsoft.com/office/drawing/2014/main" id="{20E8C16A-284A-4381-98DC-BB825463FC85}"/>
                </a:ext>
              </a:extLst>
            </p:cNvPr>
            <p:cNvGrpSpPr/>
            <p:nvPr/>
          </p:nvGrpSpPr>
          <p:grpSpPr>
            <a:xfrm>
              <a:off x="8292567" y="4059421"/>
              <a:ext cx="187365" cy="190254"/>
              <a:chOff x="4601724" y="4867880"/>
              <a:chExt cx="187365" cy="190254"/>
            </a:xfrm>
          </p:grpSpPr>
          <p:cxnSp>
            <p:nvCxnSpPr>
              <p:cNvPr id="104" name="Conector recto 103">
                <a:extLst>
                  <a:ext uri="{FF2B5EF4-FFF2-40B4-BE49-F238E27FC236}">
                    <a16:creationId xmlns:a16="http://schemas.microsoft.com/office/drawing/2014/main" id="{D297BBA4-36E5-4BB3-91D6-ABE4729B0572}"/>
                  </a:ext>
                </a:extLst>
              </p:cNvPr>
              <p:cNvCxnSpPr/>
              <p:nvPr/>
            </p:nvCxnSpPr>
            <p:spPr>
              <a:xfrm>
                <a:off x="4604992" y="4871220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Conector recto 104">
                <a:extLst>
                  <a:ext uri="{FF2B5EF4-FFF2-40B4-BE49-F238E27FC236}">
                    <a16:creationId xmlns:a16="http://schemas.microsoft.com/office/drawing/2014/main" id="{C73C793F-69B8-4597-B285-C33D01E307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01724" y="4867880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D2A7AFB7-E81B-4C83-883A-F10EA5537430}"/>
                </a:ext>
              </a:extLst>
            </p:cNvPr>
            <p:cNvGrpSpPr/>
            <p:nvPr/>
          </p:nvGrpSpPr>
          <p:grpSpPr>
            <a:xfrm>
              <a:off x="8292567" y="5494596"/>
              <a:ext cx="187365" cy="190254"/>
              <a:chOff x="4601724" y="4867880"/>
              <a:chExt cx="187365" cy="190254"/>
            </a:xfrm>
          </p:grpSpPr>
          <p:cxnSp>
            <p:nvCxnSpPr>
              <p:cNvPr id="107" name="Conector recto 106">
                <a:extLst>
                  <a:ext uri="{FF2B5EF4-FFF2-40B4-BE49-F238E27FC236}">
                    <a16:creationId xmlns:a16="http://schemas.microsoft.com/office/drawing/2014/main" id="{E63225C1-5C69-4718-A267-C0E5E2DAA54D}"/>
                  </a:ext>
                </a:extLst>
              </p:cNvPr>
              <p:cNvCxnSpPr/>
              <p:nvPr/>
            </p:nvCxnSpPr>
            <p:spPr>
              <a:xfrm>
                <a:off x="4604992" y="4871220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Conector recto 107">
                <a:extLst>
                  <a:ext uri="{FF2B5EF4-FFF2-40B4-BE49-F238E27FC236}">
                    <a16:creationId xmlns:a16="http://schemas.microsoft.com/office/drawing/2014/main" id="{1D96C7C2-EF2C-4A86-A58D-AB2C466A5D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01724" y="4867880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CuadroTexto 108">
                  <a:extLst>
                    <a:ext uri="{FF2B5EF4-FFF2-40B4-BE49-F238E27FC236}">
                      <a16:creationId xmlns:a16="http://schemas.microsoft.com/office/drawing/2014/main" id="{0FA2B47A-DEAA-42B9-8BDB-6517FD090299}"/>
                    </a:ext>
                  </a:extLst>
                </p:cNvPr>
                <p:cNvSpPr txBox="1"/>
                <p:nvPr/>
              </p:nvSpPr>
              <p:spPr>
                <a:xfrm>
                  <a:off x="7391246" y="3639258"/>
                  <a:ext cx="1105979" cy="5398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es-CL" sz="1400" dirty="0">
                      <a:solidFill>
                        <a:srgbClr val="CC00FF"/>
                      </a:solidFill>
                    </a:rPr>
                    <a:t> aumenta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a14:m>
                  <a:r>
                    <a:rPr lang="es-CL" sz="1400" dirty="0">
                      <a:solidFill>
                        <a:srgbClr val="CC00FF"/>
                      </a:solidFill>
                    </a:rPr>
                    <a:t> fijo</a:t>
                  </a:r>
                </a:p>
              </p:txBody>
            </p:sp>
          </mc:Choice>
          <mc:Fallback xmlns="">
            <p:sp>
              <p:nvSpPr>
                <p:cNvPr id="109" name="CuadroTexto 108">
                  <a:extLst>
                    <a:ext uri="{FF2B5EF4-FFF2-40B4-BE49-F238E27FC236}">
                      <a16:creationId xmlns:a16="http://schemas.microsoft.com/office/drawing/2014/main" id="{0FA2B47A-DEAA-42B9-8BDB-6517FD0902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1246" y="3639258"/>
                  <a:ext cx="1105979" cy="539828"/>
                </a:xfrm>
                <a:prstGeom prst="rect">
                  <a:avLst/>
                </a:prstGeom>
                <a:blipFill>
                  <a:blip r:embed="rId18"/>
                  <a:stretch>
                    <a:fillRect b="-11236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4CFF31A1-6C47-40E3-B6EA-9A387424B6FC}"/>
                </a:ext>
              </a:extLst>
            </p:cNvPr>
            <p:cNvSpPr txBox="1"/>
            <p:nvPr/>
          </p:nvSpPr>
          <p:spPr>
            <a:xfrm>
              <a:off x="8185013" y="6080965"/>
              <a:ext cx="1381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Control PD</a:t>
              </a:r>
              <a:endParaRPr lang="es-CL" dirty="0"/>
            </a:p>
          </p:txBody>
        </p:sp>
        <p:sp>
          <p:nvSpPr>
            <p:cNvPr id="111" name="Forma libre: forma 110">
              <a:extLst>
                <a:ext uri="{FF2B5EF4-FFF2-40B4-BE49-F238E27FC236}">
                  <a16:creationId xmlns:a16="http://schemas.microsoft.com/office/drawing/2014/main" id="{95128F1F-10A4-42CB-B00D-6DD3FAA2571D}"/>
                </a:ext>
              </a:extLst>
            </p:cNvPr>
            <p:cNvSpPr/>
            <p:nvPr/>
          </p:nvSpPr>
          <p:spPr>
            <a:xfrm rot="10800000">
              <a:off x="7768952" y="4131627"/>
              <a:ext cx="601887" cy="538817"/>
            </a:xfrm>
            <a:custGeom>
              <a:avLst/>
              <a:gdLst>
                <a:gd name="connsiteX0" fmla="*/ 0 w 1045029"/>
                <a:gd name="connsiteY0" fmla="*/ 895738 h 895738"/>
                <a:gd name="connsiteX1" fmla="*/ 709126 w 1045029"/>
                <a:gd name="connsiteY1" fmla="*/ 699796 h 895738"/>
                <a:gd name="connsiteX2" fmla="*/ 1045029 w 1045029"/>
                <a:gd name="connsiteY2" fmla="*/ 0 h 895738"/>
                <a:gd name="connsiteX0" fmla="*/ 0 w 1063690"/>
                <a:gd name="connsiteY0" fmla="*/ 961052 h 961052"/>
                <a:gd name="connsiteX1" fmla="*/ 709126 w 1063690"/>
                <a:gd name="connsiteY1" fmla="*/ 765110 h 961052"/>
                <a:gd name="connsiteX2" fmla="*/ 1063690 w 1063690"/>
                <a:gd name="connsiteY2" fmla="*/ 0 h 961052"/>
                <a:gd name="connsiteX0" fmla="*/ 0 w 1063690"/>
                <a:gd name="connsiteY0" fmla="*/ 961052 h 961052"/>
                <a:gd name="connsiteX1" fmla="*/ 709126 w 1063690"/>
                <a:gd name="connsiteY1" fmla="*/ 765110 h 961052"/>
                <a:gd name="connsiteX2" fmla="*/ 1063690 w 1063690"/>
                <a:gd name="connsiteY2" fmla="*/ 0 h 961052"/>
                <a:gd name="connsiteX0" fmla="*/ 0 w 1063690"/>
                <a:gd name="connsiteY0" fmla="*/ 961052 h 961052"/>
                <a:gd name="connsiteX1" fmla="*/ 643812 w 1063690"/>
                <a:gd name="connsiteY1" fmla="*/ 727788 h 961052"/>
                <a:gd name="connsiteX2" fmla="*/ 1063690 w 1063690"/>
                <a:gd name="connsiteY2" fmla="*/ 0 h 96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63690" h="961052">
                  <a:moveTo>
                    <a:pt x="0" y="961052"/>
                  </a:moveTo>
                  <a:cubicBezTo>
                    <a:pt x="267477" y="937726"/>
                    <a:pt x="469641" y="877078"/>
                    <a:pt x="643812" y="727788"/>
                  </a:cubicBezTo>
                  <a:cubicBezTo>
                    <a:pt x="817984" y="578498"/>
                    <a:pt x="1006150" y="195942"/>
                    <a:pt x="1063690" y="0"/>
                  </a:cubicBezTo>
                </a:path>
              </a:pathLst>
            </a:custGeom>
            <a:ln w="28575">
              <a:solidFill>
                <a:srgbClr val="CC00FF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8" name="Forma libre: forma 117">
              <a:extLst>
                <a:ext uri="{FF2B5EF4-FFF2-40B4-BE49-F238E27FC236}">
                  <a16:creationId xmlns:a16="http://schemas.microsoft.com/office/drawing/2014/main" id="{3063EE6F-3CA9-4E68-BFCF-0D80B2FE84F9}"/>
                </a:ext>
              </a:extLst>
            </p:cNvPr>
            <p:cNvSpPr/>
            <p:nvPr/>
          </p:nvSpPr>
          <p:spPr>
            <a:xfrm rot="10800000" flipV="1">
              <a:off x="7768951" y="5046456"/>
              <a:ext cx="601887" cy="540000"/>
            </a:xfrm>
            <a:custGeom>
              <a:avLst/>
              <a:gdLst>
                <a:gd name="connsiteX0" fmla="*/ 0 w 1045029"/>
                <a:gd name="connsiteY0" fmla="*/ 895738 h 895738"/>
                <a:gd name="connsiteX1" fmla="*/ 709126 w 1045029"/>
                <a:gd name="connsiteY1" fmla="*/ 699796 h 895738"/>
                <a:gd name="connsiteX2" fmla="*/ 1045029 w 1045029"/>
                <a:gd name="connsiteY2" fmla="*/ 0 h 895738"/>
                <a:gd name="connsiteX0" fmla="*/ 0 w 1063690"/>
                <a:gd name="connsiteY0" fmla="*/ 961052 h 961052"/>
                <a:gd name="connsiteX1" fmla="*/ 709126 w 1063690"/>
                <a:gd name="connsiteY1" fmla="*/ 765110 h 961052"/>
                <a:gd name="connsiteX2" fmla="*/ 1063690 w 1063690"/>
                <a:gd name="connsiteY2" fmla="*/ 0 h 961052"/>
                <a:gd name="connsiteX0" fmla="*/ 0 w 1063690"/>
                <a:gd name="connsiteY0" fmla="*/ 961052 h 961052"/>
                <a:gd name="connsiteX1" fmla="*/ 709126 w 1063690"/>
                <a:gd name="connsiteY1" fmla="*/ 765110 h 961052"/>
                <a:gd name="connsiteX2" fmla="*/ 1063690 w 1063690"/>
                <a:gd name="connsiteY2" fmla="*/ 0 h 961052"/>
                <a:gd name="connsiteX0" fmla="*/ 0 w 1063690"/>
                <a:gd name="connsiteY0" fmla="*/ 961052 h 961052"/>
                <a:gd name="connsiteX1" fmla="*/ 643812 w 1063690"/>
                <a:gd name="connsiteY1" fmla="*/ 727788 h 961052"/>
                <a:gd name="connsiteX2" fmla="*/ 1063690 w 1063690"/>
                <a:gd name="connsiteY2" fmla="*/ 0 h 96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63690" h="961052">
                  <a:moveTo>
                    <a:pt x="0" y="961052"/>
                  </a:moveTo>
                  <a:cubicBezTo>
                    <a:pt x="267477" y="937726"/>
                    <a:pt x="469641" y="877078"/>
                    <a:pt x="643812" y="727788"/>
                  </a:cubicBezTo>
                  <a:cubicBezTo>
                    <a:pt x="817984" y="578498"/>
                    <a:pt x="1006150" y="195942"/>
                    <a:pt x="1063690" y="0"/>
                  </a:cubicBezTo>
                </a:path>
              </a:pathLst>
            </a:custGeom>
            <a:ln w="28575">
              <a:solidFill>
                <a:srgbClr val="CC00FF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CuadroTexto 124">
                <a:extLst>
                  <a:ext uri="{FF2B5EF4-FFF2-40B4-BE49-F238E27FC236}">
                    <a16:creationId xmlns:a16="http://schemas.microsoft.com/office/drawing/2014/main" id="{18AA7818-B270-4782-B794-CB15D4E979FC}"/>
                  </a:ext>
                </a:extLst>
              </p:cNvPr>
              <p:cNvSpPr txBox="1"/>
              <p:nvPr/>
            </p:nvSpPr>
            <p:spPr>
              <a:xfrm>
                <a:off x="9818367" y="981952"/>
                <a:ext cx="16484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125" name="CuadroTexto 124">
                <a:extLst>
                  <a:ext uri="{FF2B5EF4-FFF2-40B4-BE49-F238E27FC236}">
                    <a16:creationId xmlns:a16="http://schemas.microsoft.com/office/drawing/2014/main" id="{18AA7818-B270-4782-B794-CB15D4E97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8367" y="981952"/>
                <a:ext cx="1648408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Rectángulo: esquinas redondeadas 125">
            <a:extLst>
              <a:ext uri="{FF2B5EF4-FFF2-40B4-BE49-F238E27FC236}">
                <a16:creationId xmlns:a16="http://schemas.microsoft.com/office/drawing/2014/main" id="{16E6211F-5F42-49F3-AC83-17051D8493DA}"/>
              </a:ext>
            </a:extLst>
          </p:cNvPr>
          <p:cNvSpPr/>
          <p:nvPr/>
        </p:nvSpPr>
        <p:spPr>
          <a:xfrm>
            <a:off x="7622672" y="920121"/>
            <a:ext cx="1005004" cy="68571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Sys</a:t>
            </a:r>
          </a:p>
        </p:txBody>
      </p:sp>
      <p:sp>
        <p:nvSpPr>
          <p:cNvPr id="127" name="Rectángulo: esquinas redondeadas 126">
            <a:extLst>
              <a:ext uri="{FF2B5EF4-FFF2-40B4-BE49-F238E27FC236}">
                <a16:creationId xmlns:a16="http://schemas.microsoft.com/office/drawing/2014/main" id="{98F3F94B-45EF-406F-9A2E-D1421878D11A}"/>
              </a:ext>
            </a:extLst>
          </p:cNvPr>
          <p:cNvSpPr/>
          <p:nvPr/>
        </p:nvSpPr>
        <p:spPr>
          <a:xfrm>
            <a:off x="9334172" y="936598"/>
            <a:ext cx="1005004" cy="68571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Obs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8" name="Conector recto de flecha 127">
            <a:extLst>
              <a:ext uri="{FF2B5EF4-FFF2-40B4-BE49-F238E27FC236}">
                <a16:creationId xmlns:a16="http://schemas.microsoft.com/office/drawing/2014/main" id="{A12092C6-7076-4CDB-B6E2-2F5C67016ACD}"/>
              </a:ext>
            </a:extLst>
          </p:cNvPr>
          <p:cNvCxnSpPr>
            <a:cxnSpLocks/>
          </p:cNvCxnSpPr>
          <p:nvPr/>
        </p:nvCxnSpPr>
        <p:spPr>
          <a:xfrm>
            <a:off x="8646572" y="1259765"/>
            <a:ext cx="6876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Conector recto de flecha 128">
            <a:extLst>
              <a:ext uri="{FF2B5EF4-FFF2-40B4-BE49-F238E27FC236}">
                <a16:creationId xmlns:a16="http://schemas.microsoft.com/office/drawing/2014/main" id="{1B4EB401-FFC4-4636-AAE1-B995FCBBAA81}"/>
              </a:ext>
            </a:extLst>
          </p:cNvPr>
          <p:cNvCxnSpPr>
            <a:cxnSpLocks/>
          </p:cNvCxnSpPr>
          <p:nvPr/>
        </p:nvCxnSpPr>
        <p:spPr>
          <a:xfrm>
            <a:off x="10339176" y="1279453"/>
            <a:ext cx="680277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CuadroTexto 129">
                <a:extLst>
                  <a:ext uri="{FF2B5EF4-FFF2-40B4-BE49-F238E27FC236}">
                    <a16:creationId xmlns:a16="http://schemas.microsoft.com/office/drawing/2014/main" id="{C50FEE07-CF99-412C-AD30-BD7306D13587}"/>
                  </a:ext>
                </a:extLst>
              </p:cNvPr>
              <p:cNvSpPr txBox="1"/>
              <p:nvPr/>
            </p:nvSpPr>
            <p:spPr>
              <a:xfrm>
                <a:off x="8539889" y="981953"/>
                <a:ext cx="88207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130" name="CuadroTexto 129">
                <a:extLst>
                  <a:ext uri="{FF2B5EF4-FFF2-40B4-BE49-F238E27FC236}">
                    <a16:creationId xmlns:a16="http://schemas.microsoft.com/office/drawing/2014/main" id="{C50FEE07-CF99-412C-AD30-BD7306D13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9889" y="981953"/>
                <a:ext cx="882070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Conector recto de flecha 132">
            <a:extLst>
              <a:ext uri="{FF2B5EF4-FFF2-40B4-BE49-F238E27FC236}">
                <a16:creationId xmlns:a16="http://schemas.microsoft.com/office/drawing/2014/main" id="{5F307687-2034-49FB-9925-21861CE732FD}"/>
              </a:ext>
            </a:extLst>
          </p:cNvPr>
          <p:cNvCxnSpPr>
            <a:cxnSpLocks/>
          </p:cNvCxnSpPr>
          <p:nvPr/>
        </p:nvCxnSpPr>
        <p:spPr>
          <a:xfrm>
            <a:off x="6935072" y="1281657"/>
            <a:ext cx="6876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CuadroTexto 133">
                <a:extLst>
                  <a:ext uri="{FF2B5EF4-FFF2-40B4-BE49-F238E27FC236}">
                    <a16:creationId xmlns:a16="http://schemas.microsoft.com/office/drawing/2014/main" id="{0EAA866D-F617-4DC1-8211-DD8406D3661C}"/>
                  </a:ext>
                </a:extLst>
              </p:cNvPr>
              <p:cNvSpPr txBox="1"/>
              <p:nvPr/>
            </p:nvSpPr>
            <p:spPr>
              <a:xfrm>
                <a:off x="6671754" y="955973"/>
                <a:ext cx="11380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1400" b="0" dirty="0"/>
              </a:p>
            </p:txBody>
          </p:sp>
        </mc:Choice>
        <mc:Fallback xmlns="">
          <p:sp>
            <p:nvSpPr>
              <p:cNvPr id="134" name="CuadroTexto 133">
                <a:extLst>
                  <a:ext uri="{FF2B5EF4-FFF2-40B4-BE49-F238E27FC236}">
                    <a16:creationId xmlns:a16="http://schemas.microsoft.com/office/drawing/2014/main" id="{0EAA866D-F617-4DC1-8211-DD8406D36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754" y="955973"/>
                <a:ext cx="1138062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9" name="Conector: angular 148">
            <a:extLst>
              <a:ext uri="{FF2B5EF4-FFF2-40B4-BE49-F238E27FC236}">
                <a16:creationId xmlns:a16="http://schemas.microsoft.com/office/drawing/2014/main" id="{6DF9D576-13FE-4B87-8DA2-2D691A37F8BC}"/>
              </a:ext>
            </a:extLst>
          </p:cNvPr>
          <p:cNvCxnSpPr>
            <a:cxnSpLocks/>
            <a:stCxn id="134" idx="0"/>
            <a:endCxn id="127" idx="0"/>
          </p:cNvCxnSpPr>
          <p:nvPr/>
        </p:nvCxnSpPr>
        <p:spPr>
          <a:xfrm rot="5400000" flipH="1" flipV="1">
            <a:off x="8529042" y="-351658"/>
            <a:ext cx="19375" cy="2595889"/>
          </a:xfrm>
          <a:prstGeom prst="bentConnector3">
            <a:avLst>
              <a:gd name="adj1" fmla="val 205040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515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2EAACE6E-3D7A-4C60-8959-F27BEBAE98EA}"/>
              </a:ext>
            </a:extLst>
          </p:cNvPr>
          <p:cNvGrpSpPr/>
          <p:nvPr/>
        </p:nvGrpSpPr>
        <p:grpSpPr>
          <a:xfrm>
            <a:off x="253602" y="808977"/>
            <a:ext cx="6046053" cy="1692318"/>
            <a:chOff x="253602" y="808977"/>
            <a:chExt cx="6046053" cy="1692318"/>
          </a:xfrm>
        </p:grpSpPr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9DE041BB-BD86-438C-8E6E-DC6499F8B7C9}"/>
                </a:ext>
              </a:extLst>
            </p:cNvPr>
            <p:cNvSpPr/>
            <p:nvPr/>
          </p:nvSpPr>
          <p:spPr>
            <a:xfrm>
              <a:off x="1063427" y="808977"/>
              <a:ext cx="4670751" cy="1692318"/>
            </a:xfrm>
            <a:prstGeom prst="rect">
              <a:avLst/>
            </a:prstGeom>
            <a:noFill/>
            <a:ln w="38100" cap="flat" cmpd="sng" algn="ctr">
              <a:solidFill>
                <a:srgbClr val="FF66FF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r"/>
              <a:r>
                <a:rPr lang="es-CL" sz="1400" dirty="0">
                  <a:solidFill>
                    <a:srgbClr val="FF66FF"/>
                  </a:solidFill>
                </a:rPr>
                <a:t>Sistema cerrado</a:t>
              </a:r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F7C80CE9-A2A4-4A75-A25D-842434DF4F46}"/>
                    </a:ext>
                  </a:extLst>
                </p:cNvPr>
                <p:cNvSpPr txBox="1"/>
                <p:nvPr/>
              </p:nvSpPr>
              <p:spPr>
                <a:xfrm>
                  <a:off x="4651247" y="1324657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F7C80CE9-A2A4-4A75-A25D-842434DF4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1247" y="1324657"/>
                  <a:ext cx="1648408" cy="30777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Rectángulo: esquinas redondeadas 94">
                  <a:extLst>
                    <a:ext uri="{FF2B5EF4-FFF2-40B4-BE49-F238E27FC236}">
                      <a16:creationId xmlns:a16="http://schemas.microsoft.com/office/drawing/2014/main" id="{B5E774E4-E3F6-4BB9-BEE3-C682C83869D9}"/>
                    </a:ext>
                  </a:extLst>
                </p:cNvPr>
                <p:cNvSpPr/>
                <p:nvPr/>
              </p:nvSpPr>
              <p:spPr>
                <a:xfrm>
                  <a:off x="2437245" y="1253461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Rectángulo: esquinas redondeadas 94">
                  <a:extLst>
                    <a:ext uri="{FF2B5EF4-FFF2-40B4-BE49-F238E27FC236}">
                      <a16:creationId xmlns:a16="http://schemas.microsoft.com/office/drawing/2014/main" id="{B5E774E4-E3F6-4BB9-BEE3-C682C83869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7245" y="1253461"/>
                  <a:ext cx="1005004" cy="685710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Conector recto de flecha 95">
              <a:extLst>
                <a:ext uri="{FF2B5EF4-FFF2-40B4-BE49-F238E27FC236}">
                  <a16:creationId xmlns:a16="http://schemas.microsoft.com/office/drawing/2014/main" id="{7D65B2B0-48EE-4EF5-A02B-B030290A01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916" y="1612792"/>
              <a:ext cx="100409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Rectángulo: esquinas redondeadas 97">
                  <a:extLst>
                    <a:ext uri="{FF2B5EF4-FFF2-40B4-BE49-F238E27FC236}">
                      <a16:creationId xmlns:a16="http://schemas.microsoft.com/office/drawing/2014/main" id="{0E17F815-8629-4FC3-93D7-A00CC35AD5BB}"/>
                    </a:ext>
                  </a:extLst>
                </p:cNvPr>
                <p:cNvSpPr/>
                <p:nvPr/>
              </p:nvSpPr>
              <p:spPr>
                <a:xfrm>
                  <a:off x="4148745" y="1269938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e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Rectángulo: esquinas redondeadas 97">
                  <a:extLst>
                    <a:ext uri="{FF2B5EF4-FFF2-40B4-BE49-F238E27FC236}">
                      <a16:creationId xmlns:a16="http://schemas.microsoft.com/office/drawing/2014/main" id="{0E17F815-8629-4FC3-93D7-A00CC35AD5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8745" y="1269938"/>
                  <a:ext cx="1005004" cy="685710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" name="Conector recto de flecha 111">
              <a:extLst>
                <a:ext uri="{FF2B5EF4-FFF2-40B4-BE49-F238E27FC236}">
                  <a16:creationId xmlns:a16="http://schemas.microsoft.com/office/drawing/2014/main" id="{61CFBDF8-98A5-4AC1-B861-40BED97552E0}"/>
                </a:ext>
              </a:extLst>
            </p:cNvPr>
            <p:cNvCxnSpPr>
              <a:cxnSpLocks/>
            </p:cNvCxnSpPr>
            <p:nvPr/>
          </p:nvCxnSpPr>
          <p:spPr>
            <a:xfrm>
              <a:off x="3461145" y="1593105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Conector recto de flecha 112">
              <a:extLst>
                <a:ext uri="{FF2B5EF4-FFF2-40B4-BE49-F238E27FC236}">
                  <a16:creationId xmlns:a16="http://schemas.microsoft.com/office/drawing/2014/main" id="{B40AD9B3-7337-4723-8B42-C15CD1F42F18}"/>
                </a:ext>
              </a:extLst>
            </p:cNvPr>
            <p:cNvCxnSpPr>
              <a:cxnSpLocks/>
            </p:cNvCxnSpPr>
            <p:nvPr/>
          </p:nvCxnSpPr>
          <p:spPr>
            <a:xfrm>
              <a:off x="5153749" y="1612793"/>
              <a:ext cx="10044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CuadroTexto 113">
                  <a:extLst>
                    <a:ext uri="{FF2B5EF4-FFF2-40B4-BE49-F238E27FC236}">
                      <a16:creationId xmlns:a16="http://schemas.microsoft.com/office/drawing/2014/main" id="{DAB955BC-1009-45AD-921C-05371B82DD65}"/>
                    </a:ext>
                  </a:extLst>
                </p:cNvPr>
                <p:cNvSpPr txBox="1"/>
                <p:nvPr/>
              </p:nvSpPr>
              <p:spPr>
                <a:xfrm>
                  <a:off x="253602" y="1334311"/>
                  <a:ext cx="113472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4" name="CuadroTexto 113">
                  <a:extLst>
                    <a:ext uri="{FF2B5EF4-FFF2-40B4-BE49-F238E27FC236}">
                      <a16:creationId xmlns:a16="http://schemas.microsoft.com/office/drawing/2014/main" id="{DAB955BC-1009-45AD-921C-05371B82D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602" y="1334311"/>
                  <a:ext cx="1134724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uadroTexto 114">
                  <a:extLst>
                    <a:ext uri="{FF2B5EF4-FFF2-40B4-BE49-F238E27FC236}">
                      <a16:creationId xmlns:a16="http://schemas.microsoft.com/office/drawing/2014/main" id="{C9874DED-C5F5-465F-BD7D-5007ADB6EC0D}"/>
                    </a:ext>
                  </a:extLst>
                </p:cNvPr>
                <p:cNvSpPr txBox="1"/>
                <p:nvPr/>
              </p:nvSpPr>
              <p:spPr>
                <a:xfrm>
                  <a:off x="3354462" y="1315293"/>
                  <a:ext cx="88207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115" name="CuadroTexto 114">
                  <a:extLst>
                    <a:ext uri="{FF2B5EF4-FFF2-40B4-BE49-F238E27FC236}">
                      <a16:creationId xmlns:a16="http://schemas.microsoft.com/office/drawing/2014/main" id="{C9874DED-C5F5-465F-BD7D-5007ADB6EC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462" y="1315293"/>
                  <a:ext cx="882070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6" name="Conector: angular 115">
              <a:extLst>
                <a:ext uri="{FF2B5EF4-FFF2-40B4-BE49-F238E27FC236}">
                  <a16:creationId xmlns:a16="http://schemas.microsoft.com/office/drawing/2014/main" id="{FE53CED2-F6C0-45BA-9AA0-EC170A6B856D}"/>
                </a:ext>
              </a:extLst>
            </p:cNvPr>
            <p:cNvCxnSpPr>
              <a:cxnSpLocks/>
              <a:stCxn id="85" idx="2"/>
              <a:endCxn id="117" idx="4"/>
            </p:cNvCxnSpPr>
            <p:nvPr/>
          </p:nvCxnSpPr>
          <p:spPr>
            <a:xfrm rot="5400000">
              <a:off x="3395764" y="-229829"/>
              <a:ext cx="217425" cy="3941951"/>
            </a:xfrm>
            <a:prstGeom prst="bentConnector3">
              <a:avLst>
                <a:gd name="adj1" fmla="val 205140"/>
              </a:avLst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Elipse 116">
                  <a:extLst>
                    <a:ext uri="{FF2B5EF4-FFF2-40B4-BE49-F238E27FC236}">
                      <a16:creationId xmlns:a16="http://schemas.microsoft.com/office/drawing/2014/main" id="{E9E42DA7-4276-423F-99CF-3C67AC03CD45}"/>
                    </a:ext>
                  </a:extLst>
                </p:cNvPr>
                <p:cNvSpPr/>
                <p:nvPr/>
              </p:nvSpPr>
              <p:spPr>
                <a:xfrm>
                  <a:off x="1295900" y="1375726"/>
                  <a:ext cx="475200" cy="474133"/>
                </a:xfrm>
                <a:prstGeom prst="ellips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:endParaRPr lang="en-US" sz="11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       </m:t>
                        </m:r>
                      </m:oMath>
                    </m:oMathPara>
                  </a14:m>
                  <a:endParaRPr lang="en-US" sz="11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1100" b="0" dirty="0">
                      <a:solidFill>
                        <a:schemeClr val="tx1"/>
                      </a:solidFill>
                    </a:rPr>
                    <a:t>   -</a:t>
                  </a:r>
                  <a14:m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7" name="Elipse 116">
                  <a:extLst>
                    <a:ext uri="{FF2B5EF4-FFF2-40B4-BE49-F238E27FC236}">
                      <a16:creationId xmlns:a16="http://schemas.microsoft.com/office/drawing/2014/main" id="{E9E42DA7-4276-423F-99CF-3C67AC03CD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5900" y="1375726"/>
                  <a:ext cx="475200" cy="474133"/>
                </a:xfrm>
                <a:prstGeom prst="ellipse">
                  <a:avLst/>
                </a:prstGeom>
                <a:blipFill>
                  <a:blip r:embed="rId7"/>
                  <a:stretch>
                    <a:fillRect b="-62195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Conector recto de flecha 120">
              <a:extLst>
                <a:ext uri="{FF2B5EF4-FFF2-40B4-BE49-F238E27FC236}">
                  <a16:creationId xmlns:a16="http://schemas.microsoft.com/office/drawing/2014/main" id="{1EC462CC-6013-485B-9449-D284F512F043}"/>
                </a:ext>
              </a:extLst>
            </p:cNvPr>
            <p:cNvCxnSpPr>
              <a:cxnSpLocks/>
            </p:cNvCxnSpPr>
            <p:nvPr/>
          </p:nvCxnSpPr>
          <p:spPr>
            <a:xfrm>
              <a:off x="1749645" y="1614997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CuadroTexto 121">
                  <a:extLst>
                    <a:ext uri="{FF2B5EF4-FFF2-40B4-BE49-F238E27FC236}">
                      <a16:creationId xmlns:a16="http://schemas.microsoft.com/office/drawing/2014/main" id="{E13FD434-B5F8-4E2C-B23D-74B8FC40AFFF}"/>
                    </a:ext>
                  </a:extLst>
                </p:cNvPr>
                <p:cNvSpPr txBox="1"/>
                <p:nvPr/>
              </p:nvSpPr>
              <p:spPr>
                <a:xfrm>
                  <a:off x="1533499" y="1334311"/>
                  <a:ext cx="11380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22" name="CuadroTexto 121">
                  <a:extLst>
                    <a:ext uri="{FF2B5EF4-FFF2-40B4-BE49-F238E27FC236}">
                      <a16:creationId xmlns:a16="http://schemas.microsoft.com/office/drawing/2014/main" id="{E13FD434-B5F8-4E2C-B23D-74B8FC40AF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3499" y="1334311"/>
                  <a:ext cx="1138062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4" name="Conector recto 123">
              <a:extLst>
                <a:ext uri="{FF2B5EF4-FFF2-40B4-BE49-F238E27FC236}">
                  <a16:creationId xmlns:a16="http://schemas.microsoft.com/office/drawing/2014/main" id="{180B8A7C-5C12-41B7-BD20-6F7030FF33D3}"/>
                </a:ext>
              </a:extLst>
            </p:cNvPr>
            <p:cNvCxnSpPr>
              <a:cxnSpLocks/>
            </p:cNvCxnSpPr>
            <p:nvPr/>
          </p:nvCxnSpPr>
          <p:spPr>
            <a:xfrm>
              <a:off x="4617321" y="1416811"/>
              <a:ext cx="0" cy="4054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ector recto 130">
              <a:extLst>
                <a:ext uri="{FF2B5EF4-FFF2-40B4-BE49-F238E27FC236}">
                  <a16:creationId xmlns:a16="http://schemas.microsoft.com/office/drawing/2014/main" id="{41E81CE1-F8F2-4739-B722-8EBFE5F339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2754" y="1619520"/>
              <a:ext cx="616679" cy="6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025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725F8FF6-F23B-4D9D-A330-244F9AF3C378}"/>
              </a:ext>
            </a:extLst>
          </p:cNvPr>
          <p:cNvGrpSpPr/>
          <p:nvPr/>
        </p:nvGrpSpPr>
        <p:grpSpPr>
          <a:xfrm>
            <a:off x="165646" y="145682"/>
            <a:ext cx="3134116" cy="2147416"/>
            <a:chOff x="7089352" y="1848607"/>
            <a:chExt cx="4463710" cy="2869969"/>
          </a:xfrm>
        </p:grpSpPr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22451C27-7629-4B26-BC6F-5D81DEDA0F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44629" y="2473036"/>
              <a:ext cx="0" cy="20931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4F242818-DE04-480A-A3E0-5DC713D54C19}"/>
                </a:ext>
              </a:extLst>
            </p:cNvPr>
            <p:cNvSpPr/>
            <p:nvPr/>
          </p:nvSpPr>
          <p:spPr>
            <a:xfrm>
              <a:off x="7444629" y="2191480"/>
              <a:ext cx="3005289" cy="281556"/>
            </a:xfrm>
            <a:prstGeom prst="rect">
              <a:avLst/>
            </a:prstGeom>
            <a:solidFill>
              <a:schemeClr val="tx1">
                <a:alpha val="23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E8AAA545-AC5C-442F-86FB-DACF47AF1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50889" y="2473036"/>
              <a:ext cx="0" cy="20931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3DFC7F6D-6C90-4DEE-BBEE-0A61B8D625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89352" y="4566176"/>
              <a:ext cx="373568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3938C4C1-6CB3-446D-B6B4-7D18938448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1752" y="4566176"/>
              <a:ext cx="162107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F0185E79-E3C0-405A-A937-82F3B85F9B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75205" y="4566176"/>
              <a:ext cx="162107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92EB3272-7C28-4E77-8AD7-0E4437BDA2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78082" y="4566176"/>
              <a:ext cx="162107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E2ED40EC-3B71-4B2A-BC64-97FD9D6969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0959" y="4566176"/>
              <a:ext cx="162107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7AD81003-9A91-4848-B007-9D9A69954D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83836" y="4566176"/>
              <a:ext cx="162107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1D7FD30-08F1-4D7F-8A7A-DF816558F4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7289" y="4566176"/>
              <a:ext cx="162107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6A498ED4-98C1-44C9-940D-78AFBF6960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20166" y="4566176"/>
              <a:ext cx="162107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5D154C47-36FB-4E86-B8D6-86CE17C987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3043" y="4566176"/>
              <a:ext cx="162107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AF64A015-FB9A-4969-BB9F-4B96B1276A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9315" y="4566176"/>
              <a:ext cx="162107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6C0E16D9-B809-4371-9486-929B453392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62768" y="4566176"/>
              <a:ext cx="162107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689EBCEE-D6EF-4AF9-839C-4F179FB032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65645" y="4566176"/>
              <a:ext cx="162107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D4E357D2-5307-4A42-A37F-63BF6A99C0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8522" y="4566176"/>
              <a:ext cx="162107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51F76332-C527-4BF5-9E6C-974D8BD6DF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65575" y="4566176"/>
              <a:ext cx="162107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7E33578F-2EF8-42A7-85DB-3F3A209C50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9028" y="4566176"/>
              <a:ext cx="162107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DB7B3AE2-5CFE-4947-B73B-FB415844C0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01905" y="4566176"/>
              <a:ext cx="162107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E4505F2C-4B7E-4D24-A38D-13B80CEFB5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04782" y="4566176"/>
              <a:ext cx="162107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8" name="Conector recto de flecha 37">
              <a:extLst>
                <a:ext uri="{FF2B5EF4-FFF2-40B4-BE49-F238E27FC236}">
                  <a16:creationId xmlns:a16="http://schemas.microsoft.com/office/drawing/2014/main" id="{8CACC379-3CED-4679-8C93-DE997F87E1C5}"/>
                </a:ext>
              </a:extLst>
            </p:cNvPr>
            <p:cNvCxnSpPr>
              <a:cxnSpLocks/>
            </p:cNvCxnSpPr>
            <p:nvPr/>
          </p:nvCxnSpPr>
          <p:spPr>
            <a:xfrm>
              <a:off x="10520985" y="2332230"/>
              <a:ext cx="711595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726518DF-8D13-40BB-97B8-2DF5377B4E50}"/>
                    </a:ext>
                  </a:extLst>
                </p:cNvPr>
                <p:cNvSpPr txBox="1"/>
                <p:nvPr/>
              </p:nvSpPr>
              <p:spPr>
                <a:xfrm>
                  <a:off x="10200503" y="1848607"/>
                  <a:ext cx="1352559" cy="4936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̇"/>
                            <m:ctrlP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s-CL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726518DF-8D13-40BB-97B8-2DF5377B4E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00503" y="1848607"/>
                  <a:ext cx="1352559" cy="493603"/>
                </a:xfrm>
                <a:prstGeom prst="rect">
                  <a:avLst/>
                </a:prstGeom>
                <a:blipFill>
                  <a:blip r:embed="rId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E767F038-5928-405C-9C93-224016C4E805}"/>
              </a:ext>
            </a:extLst>
          </p:cNvPr>
          <p:cNvGrpSpPr/>
          <p:nvPr/>
        </p:nvGrpSpPr>
        <p:grpSpPr>
          <a:xfrm>
            <a:off x="-32675" y="2363345"/>
            <a:ext cx="5642536" cy="4145732"/>
            <a:chOff x="4720506" y="479391"/>
            <a:chExt cx="5642536" cy="4145732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447BB143-B433-47E5-BFDC-6187F6177FA7}"/>
                </a:ext>
              </a:extLst>
            </p:cNvPr>
            <p:cNvGrpSpPr/>
            <p:nvPr/>
          </p:nvGrpSpPr>
          <p:grpSpPr>
            <a:xfrm>
              <a:off x="5205930" y="848723"/>
              <a:ext cx="3777227" cy="3776400"/>
              <a:chOff x="5205931" y="848725"/>
              <a:chExt cx="2160000" cy="2160000"/>
            </a:xfrm>
          </p:grpSpPr>
          <p:cxnSp>
            <p:nvCxnSpPr>
              <p:cNvPr id="37" name="Conector recto 36">
                <a:extLst>
                  <a:ext uri="{FF2B5EF4-FFF2-40B4-BE49-F238E27FC236}">
                    <a16:creationId xmlns:a16="http://schemas.microsoft.com/office/drawing/2014/main" id="{AA25B251-3015-47BE-A752-0AF6BF67A1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69026" y="848725"/>
                <a:ext cx="16905" cy="216000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40" name="Conector recto 39">
                <a:extLst>
                  <a:ext uri="{FF2B5EF4-FFF2-40B4-BE49-F238E27FC236}">
                    <a16:creationId xmlns:a16="http://schemas.microsoft.com/office/drawing/2014/main" id="{8DF79DFF-6B68-421E-B15A-0AC9CDC859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5931" y="1957961"/>
                <a:ext cx="216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CuadroTexto 2">
                  <a:extLst>
                    <a:ext uri="{FF2B5EF4-FFF2-40B4-BE49-F238E27FC236}">
                      <a16:creationId xmlns:a16="http://schemas.microsoft.com/office/drawing/2014/main" id="{309CA282-2A0E-4519-AB98-7A765C43CA19}"/>
                    </a:ext>
                  </a:extLst>
                </p:cNvPr>
                <p:cNvSpPr txBox="1"/>
                <p:nvPr/>
              </p:nvSpPr>
              <p:spPr>
                <a:xfrm>
                  <a:off x="6839339" y="479391"/>
                  <a:ext cx="9012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3" name="CuadroTexto 2">
                  <a:extLst>
                    <a:ext uri="{FF2B5EF4-FFF2-40B4-BE49-F238E27FC236}">
                      <a16:creationId xmlns:a16="http://schemas.microsoft.com/office/drawing/2014/main" id="{309CA282-2A0E-4519-AB98-7A765C43C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9339" y="479391"/>
                  <a:ext cx="901272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676" b="-666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A3B86452-9A01-4F32-9410-8DCC23B1893E}"/>
                    </a:ext>
                  </a:extLst>
                </p:cNvPr>
                <p:cNvSpPr txBox="1"/>
                <p:nvPr/>
              </p:nvSpPr>
              <p:spPr>
                <a:xfrm>
                  <a:off x="8953594" y="2552257"/>
                  <a:ext cx="89595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A3B86452-9A01-4F32-9410-8DCC23B189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3594" y="2552257"/>
                  <a:ext cx="895951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E76101FD-9E92-4EB0-82BA-D28F20632EBE}"/>
                    </a:ext>
                  </a:extLst>
                </p:cNvPr>
                <p:cNvSpPr txBox="1"/>
                <p:nvPr/>
              </p:nvSpPr>
              <p:spPr>
                <a:xfrm>
                  <a:off x="7882706" y="1144059"/>
                  <a:ext cx="163711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E76101FD-9E92-4EB0-82BA-D28F20632E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2706" y="1144059"/>
                  <a:ext cx="1637115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51DB637D-F943-4342-A680-AEE8D78AF0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5118" y="2009930"/>
              <a:ext cx="0" cy="778107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26FCBB0D-EC7E-435A-B860-4B2CC3B04B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4981" y="2009930"/>
              <a:ext cx="790137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662A34EA-4971-4E92-BD33-5161FDABC342}"/>
                    </a:ext>
                  </a:extLst>
                </p:cNvPr>
                <p:cNvSpPr txBox="1"/>
                <p:nvPr/>
              </p:nvSpPr>
              <p:spPr>
                <a:xfrm>
                  <a:off x="6718252" y="1815592"/>
                  <a:ext cx="40305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14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b="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662A34EA-4971-4E92-BD33-5161FDABC3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8252" y="1815592"/>
                  <a:ext cx="403059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7CF0E11F-7400-4A0F-8499-09D66C6E09F5}"/>
                    </a:ext>
                  </a:extLst>
                </p:cNvPr>
                <p:cNvSpPr txBox="1"/>
                <p:nvPr/>
              </p:nvSpPr>
              <p:spPr>
                <a:xfrm>
                  <a:off x="7639423" y="2757877"/>
                  <a:ext cx="560320" cy="3075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7CF0E11F-7400-4A0F-8499-09D66C6E0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9423" y="2757877"/>
                  <a:ext cx="560320" cy="30752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85D315E5-20F7-459D-9561-5C14EAA03E35}"/>
                </a:ext>
              </a:extLst>
            </p:cNvPr>
            <p:cNvSpPr/>
            <p:nvPr/>
          </p:nvSpPr>
          <p:spPr>
            <a:xfrm>
              <a:off x="5535533" y="1261984"/>
              <a:ext cx="2320844" cy="2431232"/>
            </a:xfrm>
            <a:custGeom>
              <a:avLst/>
              <a:gdLst>
                <a:gd name="connsiteX0" fmla="*/ 2460009 w 2460009"/>
                <a:gd name="connsiteY0" fmla="*/ 765822 h 2507441"/>
                <a:gd name="connsiteX1" fmla="*/ 2040131 w 2460009"/>
                <a:gd name="connsiteY1" fmla="*/ 150002 h 2507441"/>
                <a:gd name="connsiteX2" fmla="*/ 855143 w 2460009"/>
                <a:gd name="connsiteY2" fmla="*/ 56695 h 2507441"/>
                <a:gd name="connsiteX3" fmla="*/ 24719 w 2460009"/>
                <a:gd name="connsiteY3" fmla="*/ 887120 h 2507441"/>
                <a:gd name="connsiteX4" fmla="*/ 397943 w 2460009"/>
                <a:gd name="connsiteY4" fmla="*/ 2361357 h 2507441"/>
                <a:gd name="connsiteX5" fmla="*/ 2161429 w 2460009"/>
                <a:gd name="connsiteY5" fmla="*/ 2324034 h 2507441"/>
                <a:gd name="connsiteX6" fmla="*/ 2217413 w 2460009"/>
                <a:gd name="connsiteY6" fmla="*/ 1213691 h 2507441"/>
                <a:gd name="connsiteX7" fmla="*/ 948449 w 2460009"/>
                <a:gd name="connsiteY7" fmla="*/ 1073732 h 2507441"/>
                <a:gd name="connsiteX8" fmla="*/ 752506 w 2460009"/>
                <a:gd name="connsiteY8" fmla="*/ 1857504 h 2507441"/>
                <a:gd name="connsiteX9" fmla="*/ 1872180 w 2460009"/>
                <a:gd name="connsiteY9" fmla="*/ 2072108 h 2507441"/>
                <a:gd name="connsiteX10" fmla="*/ 2068123 w 2460009"/>
                <a:gd name="connsiteY10" fmla="*/ 1400304 h 2507441"/>
                <a:gd name="connsiteX11" fmla="*/ 1377657 w 2460009"/>
                <a:gd name="connsiteY11" fmla="*/ 1269675 h 2507441"/>
                <a:gd name="connsiteX12" fmla="*/ 985772 w 2460009"/>
                <a:gd name="connsiteY12" fmla="*/ 1596247 h 2507441"/>
                <a:gd name="connsiteX13" fmla="*/ 1517617 w 2460009"/>
                <a:gd name="connsiteY13" fmla="*/ 1801520 h 2507441"/>
                <a:gd name="connsiteX14" fmla="*/ 1862849 w 2460009"/>
                <a:gd name="connsiteY14" fmla="*/ 1624238 h 2507441"/>
                <a:gd name="connsiteX15" fmla="*/ 1881511 w 2460009"/>
                <a:gd name="connsiteY15" fmla="*/ 1409634 h 2507441"/>
                <a:gd name="connsiteX16" fmla="*/ 1545609 w 2460009"/>
                <a:gd name="connsiteY16" fmla="*/ 1316328 h 2507441"/>
                <a:gd name="connsiteX17" fmla="*/ 1424311 w 2460009"/>
                <a:gd name="connsiteY17" fmla="*/ 1652230 h 2507441"/>
                <a:gd name="connsiteX18" fmla="*/ 1769543 w 2460009"/>
                <a:gd name="connsiteY18" fmla="*/ 1577585 h 2507441"/>
                <a:gd name="connsiteX0" fmla="*/ 2453973 w 2453973"/>
                <a:gd name="connsiteY0" fmla="*/ 765822 h 2467494"/>
                <a:gd name="connsiteX1" fmla="*/ 2034095 w 2453973"/>
                <a:gd name="connsiteY1" fmla="*/ 150002 h 2467494"/>
                <a:gd name="connsiteX2" fmla="*/ 849107 w 2453973"/>
                <a:gd name="connsiteY2" fmla="*/ 56695 h 2467494"/>
                <a:gd name="connsiteX3" fmla="*/ 18683 w 2453973"/>
                <a:gd name="connsiteY3" fmla="*/ 887120 h 2467494"/>
                <a:gd name="connsiteX4" fmla="*/ 429229 w 2453973"/>
                <a:gd name="connsiteY4" fmla="*/ 2296042 h 2467494"/>
                <a:gd name="connsiteX5" fmla="*/ 2155393 w 2453973"/>
                <a:gd name="connsiteY5" fmla="*/ 2324034 h 2467494"/>
                <a:gd name="connsiteX6" fmla="*/ 2211377 w 2453973"/>
                <a:gd name="connsiteY6" fmla="*/ 1213691 h 2467494"/>
                <a:gd name="connsiteX7" fmla="*/ 942413 w 2453973"/>
                <a:gd name="connsiteY7" fmla="*/ 1073732 h 2467494"/>
                <a:gd name="connsiteX8" fmla="*/ 746470 w 2453973"/>
                <a:gd name="connsiteY8" fmla="*/ 1857504 h 2467494"/>
                <a:gd name="connsiteX9" fmla="*/ 1866144 w 2453973"/>
                <a:gd name="connsiteY9" fmla="*/ 2072108 h 2467494"/>
                <a:gd name="connsiteX10" fmla="*/ 2062087 w 2453973"/>
                <a:gd name="connsiteY10" fmla="*/ 1400304 h 2467494"/>
                <a:gd name="connsiteX11" fmla="*/ 1371621 w 2453973"/>
                <a:gd name="connsiteY11" fmla="*/ 1269675 h 2467494"/>
                <a:gd name="connsiteX12" fmla="*/ 979736 w 2453973"/>
                <a:gd name="connsiteY12" fmla="*/ 1596247 h 2467494"/>
                <a:gd name="connsiteX13" fmla="*/ 1511581 w 2453973"/>
                <a:gd name="connsiteY13" fmla="*/ 1801520 h 2467494"/>
                <a:gd name="connsiteX14" fmla="*/ 1856813 w 2453973"/>
                <a:gd name="connsiteY14" fmla="*/ 1624238 h 2467494"/>
                <a:gd name="connsiteX15" fmla="*/ 1875475 w 2453973"/>
                <a:gd name="connsiteY15" fmla="*/ 1409634 h 2467494"/>
                <a:gd name="connsiteX16" fmla="*/ 1539573 w 2453973"/>
                <a:gd name="connsiteY16" fmla="*/ 1316328 h 2467494"/>
                <a:gd name="connsiteX17" fmla="*/ 1418275 w 2453973"/>
                <a:gd name="connsiteY17" fmla="*/ 1652230 h 2467494"/>
                <a:gd name="connsiteX18" fmla="*/ 1763507 w 2453973"/>
                <a:gd name="connsiteY18" fmla="*/ 1577585 h 2467494"/>
                <a:gd name="connsiteX0" fmla="*/ 2369832 w 2369832"/>
                <a:gd name="connsiteY0" fmla="*/ 765822 h 2467494"/>
                <a:gd name="connsiteX1" fmla="*/ 1949954 w 2369832"/>
                <a:gd name="connsiteY1" fmla="*/ 150002 h 2467494"/>
                <a:gd name="connsiteX2" fmla="*/ 764966 w 2369832"/>
                <a:gd name="connsiteY2" fmla="*/ 56695 h 2467494"/>
                <a:gd name="connsiteX3" fmla="*/ 27848 w 2369832"/>
                <a:gd name="connsiteY3" fmla="*/ 887120 h 2467494"/>
                <a:gd name="connsiteX4" fmla="*/ 345088 w 2369832"/>
                <a:gd name="connsiteY4" fmla="*/ 2296042 h 2467494"/>
                <a:gd name="connsiteX5" fmla="*/ 2071252 w 2369832"/>
                <a:gd name="connsiteY5" fmla="*/ 2324034 h 2467494"/>
                <a:gd name="connsiteX6" fmla="*/ 2127236 w 2369832"/>
                <a:gd name="connsiteY6" fmla="*/ 1213691 h 2467494"/>
                <a:gd name="connsiteX7" fmla="*/ 858272 w 2369832"/>
                <a:gd name="connsiteY7" fmla="*/ 1073732 h 2467494"/>
                <a:gd name="connsiteX8" fmla="*/ 662329 w 2369832"/>
                <a:gd name="connsiteY8" fmla="*/ 1857504 h 2467494"/>
                <a:gd name="connsiteX9" fmla="*/ 1782003 w 2369832"/>
                <a:gd name="connsiteY9" fmla="*/ 2072108 h 2467494"/>
                <a:gd name="connsiteX10" fmla="*/ 1977946 w 2369832"/>
                <a:gd name="connsiteY10" fmla="*/ 1400304 h 2467494"/>
                <a:gd name="connsiteX11" fmla="*/ 1287480 w 2369832"/>
                <a:gd name="connsiteY11" fmla="*/ 1269675 h 2467494"/>
                <a:gd name="connsiteX12" fmla="*/ 895595 w 2369832"/>
                <a:gd name="connsiteY12" fmla="*/ 1596247 h 2467494"/>
                <a:gd name="connsiteX13" fmla="*/ 1427440 w 2369832"/>
                <a:gd name="connsiteY13" fmla="*/ 1801520 h 2467494"/>
                <a:gd name="connsiteX14" fmla="*/ 1772672 w 2369832"/>
                <a:gd name="connsiteY14" fmla="*/ 1624238 h 2467494"/>
                <a:gd name="connsiteX15" fmla="*/ 1791334 w 2369832"/>
                <a:gd name="connsiteY15" fmla="*/ 1409634 h 2467494"/>
                <a:gd name="connsiteX16" fmla="*/ 1455432 w 2369832"/>
                <a:gd name="connsiteY16" fmla="*/ 1316328 h 2467494"/>
                <a:gd name="connsiteX17" fmla="*/ 1334134 w 2369832"/>
                <a:gd name="connsiteY17" fmla="*/ 1652230 h 2467494"/>
                <a:gd name="connsiteX18" fmla="*/ 1679366 w 2369832"/>
                <a:gd name="connsiteY18" fmla="*/ 1577585 h 2467494"/>
                <a:gd name="connsiteX0" fmla="*/ 2371807 w 2371807"/>
                <a:gd name="connsiteY0" fmla="*/ 744439 h 2446111"/>
                <a:gd name="connsiteX1" fmla="*/ 1951929 w 2371807"/>
                <a:gd name="connsiteY1" fmla="*/ 128619 h 2446111"/>
                <a:gd name="connsiteX2" fmla="*/ 794933 w 2371807"/>
                <a:gd name="connsiteY2" fmla="*/ 63303 h 2446111"/>
                <a:gd name="connsiteX3" fmla="*/ 29823 w 2371807"/>
                <a:gd name="connsiteY3" fmla="*/ 865737 h 2446111"/>
                <a:gd name="connsiteX4" fmla="*/ 347063 w 2371807"/>
                <a:gd name="connsiteY4" fmla="*/ 2274659 h 2446111"/>
                <a:gd name="connsiteX5" fmla="*/ 2073227 w 2371807"/>
                <a:gd name="connsiteY5" fmla="*/ 2302651 h 2446111"/>
                <a:gd name="connsiteX6" fmla="*/ 2129211 w 2371807"/>
                <a:gd name="connsiteY6" fmla="*/ 1192308 h 2446111"/>
                <a:gd name="connsiteX7" fmla="*/ 860247 w 2371807"/>
                <a:gd name="connsiteY7" fmla="*/ 1052349 h 2446111"/>
                <a:gd name="connsiteX8" fmla="*/ 664304 w 2371807"/>
                <a:gd name="connsiteY8" fmla="*/ 1836121 h 2446111"/>
                <a:gd name="connsiteX9" fmla="*/ 1783978 w 2371807"/>
                <a:gd name="connsiteY9" fmla="*/ 2050725 h 2446111"/>
                <a:gd name="connsiteX10" fmla="*/ 1979921 w 2371807"/>
                <a:gd name="connsiteY10" fmla="*/ 1378921 h 2446111"/>
                <a:gd name="connsiteX11" fmla="*/ 1289455 w 2371807"/>
                <a:gd name="connsiteY11" fmla="*/ 1248292 h 2446111"/>
                <a:gd name="connsiteX12" fmla="*/ 897570 w 2371807"/>
                <a:gd name="connsiteY12" fmla="*/ 1574864 h 2446111"/>
                <a:gd name="connsiteX13" fmla="*/ 1429415 w 2371807"/>
                <a:gd name="connsiteY13" fmla="*/ 1780137 h 2446111"/>
                <a:gd name="connsiteX14" fmla="*/ 1774647 w 2371807"/>
                <a:gd name="connsiteY14" fmla="*/ 1602855 h 2446111"/>
                <a:gd name="connsiteX15" fmla="*/ 1793309 w 2371807"/>
                <a:gd name="connsiteY15" fmla="*/ 1388251 h 2446111"/>
                <a:gd name="connsiteX16" fmla="*/ 1457407 w 2371807"/>
                <a:gd name="connsiteY16" fmla="*/ 1294945 h 2446111"/>
                <a:gd name="connsiteX17" fmla="*/ 1336109 w 2371807"/>
                <a:gd name="connsiteY17" fmla="*/ 1630847 h 2446111"/>
                <a:gd name="connsiteX18" fmla="*/ 1681341 w 2371807"/>
                <a:gd name="connsiteY18" fmla="*/ 1556202 h 2446111"/>
                <a:gd name="connsiteX0" fmla="*/ 2371807 w 2371807"/>
                <a:gd name="connsiteY0" fmla="*/ 734767 h 2436439"/>
                <a:gd name="connsiteX1" fmla="*/ 1877284 w 2371807"/>
                <a:gd name="connsiteY1" fmla="*/ 146939 h 2436439"/>
                <a:gd name="connsiteX2" fmla="*/ 794933 w 2371807"/>
                <a:gd name="connsiteY2" fmla="*/ 53631 h 2436439"/>
                <a:gd name="connsiteX3" fmla="*/ 29823 w 2371807"/>
                <a:gd name="connsiteY3" fmla="*/ 856065 h 2436439"/>
                <a:gd name="connsiteX4" fmla="*/ 347063 w 2371807"/>
                <a:gd name="connsiteY4" fmla="*/ 2264987 h 2436439"/>
                <a:gd name="connsiteX5" fmla="*/ 2073227 w 2371807"/>
                <a:gd name="connsiteY5" fmla="*/ 2292979 h 2436439"/>
                <a:gd name="connsiteX6" fmla="*/ 2129211 w 2371807"/>
                <a:gd name="connsiteY6" fmla="*/ 1182636 h 2436439"/>
                <a:gd name="connsiteX7" fmla="*/ 860247 w 2371807"/>
                <a:gd name="connsiteY7" fmla="*/ 1042677 h 2436439"/>
                <a:gd name="connsiteX8" fmla="*/ 664304 w 2371807"/>
                <a:gd name="connsiteY8" fmla="*/ 1826449 h 2436439"/>
                <a:gd name="connsiteX9" fmla="*/ 1783978 w 2371807"/>
                <a:gd name="connsiteY9" fmla="*/ 2041053 h 2436439"/>
                <a:gd name="connsiteX10" fmla="*/ 1979921 w 2371807"/>
                <a:gd name="connsiteY10" fmla="*/ 1369249 h 2436439"/>
                <a:gd name="connsiteX11" fmla="*/ 1289455 w 2371807"/>
                <a:gd name="connsiteY11" fmla="*/ 1238620 h 2436439"/>
                <a:gd name="connsiteX12" fmla="*/ 897570 w 2371807"/>
                <a:gd name="connsiteY12" fmla="*/ 1565192 h 2436439"/>
                <a:gd name="connsiteX13" fmla="*/ 1429415 w 2371807"/>
                <a:gd name="connsiteY13" fmla="*/ 1770465 h 2436439"/>
                <a:gd name="connsiteX14" fmla="*/ 1774647 w 2371807"/>
                <a:gd name="connsiteY14" fmla="*/ 1593183 h 2436439"/>
                <a:gd name="connsiteX15" fmla="*/ 1793309 w 2371807"/>
                <a:gd name="connsiteY15" fmla="*/ 1378579 h 2436439"/>
                <a:gd name="connsiteX16" fmla="*/ 1457407 w 2371807"/>
                <a:gd name="connsiteY16" fmla="*/ 1285273 h 2436439"/>
                <a:gd name="connsiteX17" fmla="*/ 1336109 w 2371807"/>
                <a:gd name="connsiteY17" fmla="*/ 1621175 h 2436439"/>
                <a:gd name="connsiteX18" fmla="*/ 1681341 w 2371807"/>
                <a:gd name="connsiteY18" fmla="*/ 1546530 h 2436439"/>
                <a:gd name="connsiteX0" fmla="*/ 2371807 w 2371807"/>
                <a:gd name="connsiteY0" fmla="*/ 734767 h 2436439"/>
                <a:gd name="connsiteX1" fmla="*/ 1877284 w 2371807"/>
                <a:gd name="connsiteY1" fmla="*/ 146939 h 2436439"/>
                <a:gd name="connsiteX2" fmla="*/ 794933 w 2371807"/>
                <a:gd name="connsiteY2" fmla="*/ 53631 h 2436439"/>
                <a:gd name="connsiteX3" fmla="*/ 29823 w 2371807"/>
                <a:gd name="connsiteY3" fmla="*/ 856065 h 2436439"/>
                <a:gd name="connsiteX4" fmla="*/ 347063 w 2371807"/>
                <a:gd name="connsiteY4" fmla="*/ 2264987 h 2436439"/>
                <a:gd name="connsiteX5" fmla="*/ 2073227 w 2371807"/>
                <a:gd name="connsiteY5" fmla="*/ 2292979 h 2436439"/>
                <a:gd name="connsiteX6" fmla="*/ 2129211 w 2371807"/>
                <a:gd name="connsiteY6" fmla="*/ 1182636 h 2436439"/>
                <a:gd name="connsiteX7" fmla="*/ 860247 w 2371807"/>
                <a:gd name="connsiteY7" fmla="*/ 1042677 h 2436439"/>
                <a:gd name="connsiteX8" fmla="*/ 692296 w 2371807"/>
                <a:gd name="connsiteY8" fmla="*/ 1817118 h 2436439"/>
                <a:gd name="connsiteX9" fmla="*/ 1783978 w 2371807"/>
                <a:gd name="connsiteY9" fmla="*/ 2041053 h 2436439"/>
                <a:gd name="connsiteX10" fmla="*/ 1979921 w 2371807"/>
                <a:gd name="connsiteY10" fmla="*/ 1369249 h 2436439"/>
                <a:gd name="connsiteX11" fmla="*/ 1289455 w 2371807"/>
                <a:gd name="connsiteY11" fmla="*/ 1238620 h 2436439"/>
                <a:gd name="connsiteX12" fmla="*/ 897570 w 2371807"/>
                <a:gd name="connsiteY12" fmla="*/ 1565192 h 2436439"/>
                <a:gd name="connsiteX13" fmla="*/ 1429415 w 2371807"/>
                <a:gd name="connsiteY13" fmla="*/ 1770465 h 2436439"/>
                <a:gd name="connsiteX14" fmla="*/ 1774647 w 2371807"/>
                <a:gd name="connsiteY14" fmla="*/ 1593183 h 2436439"/>
                <a:gd name="connsiteX15" fmla="*/ 1793309 w 2371807"/>
                <a:gd name="connsiteY15" fmla="*/ 1378579 h 2436439"/>
                <a:gd name="connsiteX16" fmla="*/ 1457407 w 2371807"/>
                <a:gd name="connsiteY16" fmla="*/ 1285273 h 2436439"/>
                <a:gd name="connsiteX17" fmla="*/ 1336109 w 2371807"/>
                <a:gd name="connsiteY17" fmla="*/ 1621175 h 2436439"/>
                <a:gd name="connsiteX18" fmla="*/ 1681341 w 2371807"/>
                <a:gd name="connsiteY18" fmla="*/ 1546530 h 2436439"/>
                <a:gd name="connsiteX0" fmla="*/ 2371807 w 2371807"/>
                <a:gd name="connsiteY0" fmla="*/ 734767 h 2436439"/>
                <a:gd name="connsiteX1" fmla="*/ 1877284 w 2371807"/>
                <a:gd name="connsiteY1" fmla="*/ 146939 h 2436439"/>
                <a:gd name="connsiteX2" fmla="*/ 794933 w 2371807"/>
                <a:gd name="connsiteY2" fmla="*/ 53631 h 2436439"/>
                <a:gd name="connsiteX3" fmla="*/ 29823 w 2371807"/>
                <a:gd name="connsiteY3" fmla="*/ 856065 h 2436439"/>
                <a:gd name="connsiteX4" fmla="*/ 347063 w 2371807"/>
                <a:gd name="connsiteY4" fmla="*/ 2264987 h 2436439"/>
                <a:gd name="connsiteX5" fmla="*/ 2073227 w 2371807"/>
                <a:gd name="connsiteY5" fmla="*/ 2292979 h 2436439"/>
                <a:gd name="connsiteX6" fmla="*/ 2129211 w 2371807"/>
                <a:gd name="connsiteY6" fmla="*/ 1182636 h 2436439"/>
                <a:gd name="connsiteX7" fmla="*/ 860247 w 2371807"/>
                <a:gd name="connsiteY7" fmla="*/ 1042677 h 2436439"/>
                <a:gd name="connsiteX8" fmla="*/ 692296 w 2371807"/>
                <a:gd name="connsiteY8" fmla="*/ 1817118 h 2436439"/>
                <a:gd name="connsiteX9" fmla="*/ 1597365 w 2371807"/>
                <a:gd name="connsiteY9" fmla="*/ 2022392 h 2436439"/>
                <a:gd name="connsiteX10" fmla="*/ 1979921 w 2371807"/>
                <a:gd name="connsiteY10" fmla="*/ 1369249 h 2436439"/>
                <a:gd name="connsiteX11" fmla="*/ 1289455 w 2371807"/>
                <a:gd name="connsiteY11" fmla="*/ 1238620 h 2436439"/>
                <a:gd name="connsiteX12" fmla="*/ 897570 w 2371807"/>
                <a:gd name="connsiteY12" fmla="*/ 1565192 h 2436439"/>
                <a:gd name="connsiteX13" fmla="*/ 1429415 w 2371807"/>
                <a:gd name="connsiteY13" fmla="*/ 1770465 h 2436439"/>
                <a:gd name="connsiteX14" fmla="*/ 1774647 w 2371807"/>
                <a:gd name="connsiteY14" fmla="*/ 1593183 h 2436439"/>
                <a:gd name="connsiteX15" fmla="*/ 1793309 w 2371807"/>
                <a:gd name="connsiteY15" fmla="*/ 1378579 h 2436439"/>
                <a:gd name="connsiteX16" fmla="*/ 1457407 w 2371807"/>
                <a:gd name="connsiteY16" fmla="*/ 1285273 h 2436439"/>
                <a:gd name="connsiteX17" fmla="*/ 1336109 w 2371807"/>
                <a:gd name="connsiteY17" fmla="*/ 1621175 h 2436439"/>
                <a:gd name="connsiteX18" fmla="*/ 1681341 w 2371807"/>
                <a:gd name="connsiteY18" fmla="*/ 1546530 h 2436439"/>
                <a:gd name="connsiteX0" fmla="*/ 2371807 w 2371807"/>
                <a:gd name="connsiteY0" fmla="*/ 734767 h 2436439"/>
                <a:gd name="connsiteX1" fmla="*/ 1877284 w 2371807"/>
                <a:gd name="connsiteY1" fmla="*/ 146939 h 2436439"/>
                <a:gd name="connsiteX2" fmla="*/ 794933 w 2371807"/>
                <a:gd name="connsiteY2" fmla="*/ 53631 h 2436439"/>
                <a:gd name="connsiteX3" fmla="*/ 29823 w 2371807"/>
                <a:gd name="connsiteY3" fmla="*/ 856065 h 2436439"/>
                <a:gd name="connsiteX4" fmla="*/ 347063 w 2371807"/>
                <a:gd name="connsiteY4" fmla="*/ 2264987 h 2436439"/>
                <a:gd name="connsiteX5" fmla="*/ 2073227 w 2371807"/>
                <a:gd name="connsiteY5" fmla="*/ 2292979 h 2436439"/>
                <a:gd name="connsiteX6" fmla="*/ 2129211 w 2371807"/>
                <a:gd name="connsiteY6" fmla="*/ 1182636 h 2436439"/>
                <a:gd name="connsiteX7" fmla="*/ 860247 w 2371807"/>
                <a:gd name="connsiteY7" fmla="*/ 1042677 h 2436439"/>
                <a:gd name="connsiteX8" fmla="*/ 692296 w 2371807"/>
                <a:gd name="connsiteY8" fmla="*/ 1817118 h 2436439"/>
                <a:gd name="connsiteX9" fmla="*/ 1597365 w 2371807"/>
                <a:gd name="connsiteY9" fmla="*/ 2022392 h 2436439"/>
                <a:gd name="connsiteX10" fmla="*/ 1979921 w 2371807"/>
                <a:gd name="connsiteY10" fmla="*/ 1369249 h 2436439"/>
                <a:gd name="connsiteX11" fmla="*/ 1289455 w 2371807"/>
                <a:gd name="connsiteY11" fmla="*/ 1238620 h 2436439"/>
                <a:gd name="connsiteX12" fmla="*/ 897570 w 2371807"/>
                <a:gd name="connsiteY12" fmla="*/ 1565192 h 2436439"/>
                <a:gd name="connsiteX13" fmla="*/ 1429415 w 2371807"/>
                <a:gd name="connsiteY13" fmla="*/ 1770465 h 2436439"/>
                <a:gd name="connsiteX14" fmla="*/ 1774647 w 2371807"/>
                <a:gd name="connsiteY14" fmla="*/ 1593183 h 2436439"/>
                <a:gd name="connsiteX15" fmla="*/ 1793309 w 2371807"/>
                <a:gd name="connsiteY15" fmla="*/ 1378579 h 2436439"/>
                <a:gd name="connsiteX16" fmla="*/ 1457407 w 2371807"/>
                <a:gd name="connsiteY16" fmla="*/ 1285273 h 2436439"/>
                <a:gd name="connsiteX17" fmla="*/ 1336109 w 2371807"/>
                <a:gd name="connsiteY17" fmla="*/ 1621175 h 2436439"/>
                <a:gd name="connsiteX18" fmla="*/ 1681341 w 2371807"/>
                <a:gd name="connsiteY18" fmla="*/ 1546530 h 2436439"/>
                <a:gd name="connsiteX0" fmla="*/ 2371807 w 2371807"/>
                <a:gd name="connsiteY0" fmla="*/ 734767 h 2436439"/>
                <a:gd name="connsiteX1" fmla="*/ 1877284 w 2371807"/>
                <a:gd name="connsiteY1" fmla="*/ 146939 h 2436439"/>
                <a:gd name="connsiteX2" fmla="*/ 794933 w 2371807"/>
                <a:gd name="connsiteY2" fmla="*/ 53631 h 2436439"/>
                <a:gd name="connsiteX3" fmla="*/ 29823 w 2371807"/>
                <a:gd name="connsiteY3" fmla="*/ 856065 h 2436439"/>
                <a:gd name="connsiteX4" fmla="*/ 347063 w 2371807"/>
                <a:gd name="connsiteY4" fmla="*/ 2264987 h 2436439"/>
                <a:gd name="connsiteX5" fmla="*/ 2073227 w 2371807"/>
                <a:gd name="connsiteY5" fmla="*/ 2292979 h 2436439"/>
                <a:gd name="connsiteX6" fmla="*/ 2129211 w 2371807"/>
                <a:gd name="connsiteY6" fmla="*/ 1182636 h 2436439"/>
                <a:gd name="connsiteX7" fmla="*/ 860247 w 2371807"/>
                <a:gd name="connsiteY7" fmla="*/ 1042677 h 2436439"/>
                <a:gd name="connsiteX8" fmla="*/ 692296 w 2371807"/>
                <a:gd name="connsiteY8" fmla="*/ 1817118 h 2436439"/>
                <a:gd name="connsiteX9" fmla="*/ 1597365 w 2371807"/>
                <a:gd name="connsiteY9" fmla="*/ 2022392 h 2436439"/>
                <a:gd name="connsiteX10" fmla="*/ 1951929 w 2371807"/>
                <a:gd name="connsiteY10" fmla="*/ 1387910 h 2436439"/>
                <a:gd name="connsiteX11" fmla="*/ 1289455 w 2371807"/>
                <a:gd name="connsiteY11" fmla="*/ 1238620 h 2436439"/>
                <a:gd name="connsiteX12" fmla="*/ 897570 w 2371807"/>
                <a:gd name="connsiteY12" fmla="*/ 1565192 h 2436439"/>
                <a:gd name="connsiteX13" fmla="*/ 1429415 w 2371807"/>
                <a:gd name="connsiteY13" fmla="*/ 1770465 h 2436439"/>
                <a:gd name="connsiteX14" fmla="*/ 1774647 w 2371807"/>
                <a:gd name="connsiteY14" fmla="*/ 1593183 h 2436439"/>
                <a:gd name="connsiteX15" fmla="*/ 1793309 w 2371807"/>
                <a:gd name="connsiteY15" fmla="*/ 1378579 h 2436439"/>
                <a:gd name="connsiteX16" fmla="*/ 1457407 w 2371807"/>
                <a:gd name="connsiteY16" fmla="*/ 1285273 h 2436439"/>
                <a:gd name="connsiteX17" fmla="*/ 1336109 w 2371807"/>
                <a:gd name="connsiteY17" fmla="*/ 1621175 h 2436439"/>
                <a:gd name="connsiteX18" fmla="*/ 1681341 w 2371807"/>
                <a:gd name="connsiteY18" fmla="*/ 1546530 h 2436439"/>
                <a:gd name="connsiteX0" fmla="*/ 2371807 w 2371807"/>
                <a:gd name="connsiteY0" fmla="*/ 734767 h 2436439"/>
                <a:gd name="connsiteX1" fmla="*/ 1877284 w 2371807"/>
                <a:gd name="connsiteY1" fmla="*/ 146939 h 2436439"/>
                <a:gd name="connsiteX2" fmla="*/ 794933 w 2371807"/>
                <a:gd name="connsiteY2" fmla="*/ 53631 h 2436439"/>
                <a:gd name="connsiteX3" fmla="*/ 29823 w 2371807"/>
                <a:gd name="connsiteY3" fmla="*/ 856065 h 2436439"/>
                <a:gd name="connsiteX4" fmla="*/ 347063 w 2371807"/>
                <a:gd name="connsiteY4" fmla="*/ 2264987 h 2436439"/>
                <a:gd name="connsiteX5" fmla="*/ 2073227 w 2371807"/>
                <a:gd name="connsiteY5" fmla="*/ 2292979 h 2436439"/>
                <a:gd name="connsiteX6" fmla="*/ 2129211 w 2371807"/>
                <a:gd name="connsiteY6" fmla="*/ 1182636 h 2436439"/>
                <a:gd name="connsiteX7" fmla="*/ 860247 w 2371807"/>
                <a:gd name="connsiteY7" fmla="*/ 1042677 h 2436439"/>
                <a:gd name="connsiteX8" fmla="*/ 692296 w 2371807"/>
                <a:gd name="connsiteY8" fmla="*/ 1817118 h 2436439"/>
                <a:gd name="connsiteX9" fmla="*/ 1597365 w 2371807"/>
                <a:gd name="connsiteY9" fmla="*/ 2022392 h 2436439"/>
                <a:gd name="connsiteX10" fmla="*/ 1951929 w 2371807"/>
                <a:gd name="connsiteY10" fmla="*/ 1387910 h 2436439"/>
                <a:gd name="connsiteX11" fmla="*/ 1289455 w 2371807"/>
                <a:gd name="connsiteY11" fmla="*/ 1238620 h 2436439"/>
                <a:gd name="connsiteX12" fmla="*/ 1046860 w 2371807"/>
                <a:gd name="connsiteY12" fmla="*/ 1518539 h 2436439"/>
                <a:gd name="connsiteX13" fmla="*/ 1429415 w 2371807"/>
                <a:gd name="connsiteY13" fmla="*/ 1770465 h 2436439"/>
                <a:gd name="connsiteX14" fmla="*/ 1774647 w 2371807"/>
                <a:gd name="connsiteY14" fmla="*/ 1593183 h 2436439"/>
                <a:gd name="connsiteX15" fmla="*/ 1793309 w 2371807"/>
                <a:gd name="connsiteY15" fmla="*/ 1378579 h 2436439"/>
                <a:gd name="connsiteX16" fmla="*/ 1457407 w 2371807"/>
                <a:gd name="connsiteY16" fmla="*/ 1285273 h 2436439"/>
                <a:gd name="connsiteX17" fmla="*/ 1336109 w 2371807"/>
                <a:gd name="connsiteY17" fmla="*/ 1621175 h 2436439"/>
                <a:gd name="connsiteX18" fmla="*/ 1681341 w 2371807"/>
                <a:gd name="connsiteY18" fmla="*/ 1546530 h 2436439"/>
                <a:gd name="connsiteX0" fmla="*/ 2371807 w 2371807"/>
                <a:gd name="connsiteY0" fmla="*/ 734767 h 2436439"/>
                <a:gd name="connsiteX1" fmla="*/ 1877284 w 2371807"/>
                <a:gd name="connsiteY1" fmla="*/ 146939 h 2436439"/>
                <a:gd name="connsiteX2" fmla="*/ 794933 w 2371807"/>
                <a:gd name="connsiteY2" fmla="*/ 53631 h 2436439"/>
                <a:gd name="connsiteX3" fmla="*/ 29823 w 2371807"/>
                <a:gd name="connsiteY3" fmla="*/ 856065 h 2436439"/>
                <a:gd name="connsiteX4" fmla="*/ 347063 w 2371807"/>
                <a:gd name="connsiteY4" fmla="*/ 2264987 h 2436439"/>
                <a:gd name="connsiteX5" fmla="*/ 2073227 w 2371807"/>
                <a:gd name="connsiteY5" fmla="*/ 2292979 h 2436439"/>
                <a:gd name="connsiteX6" fmla="*/ 2129211 w 2371807"/>
                <a:gd name="connsiteY6" fmla="*/ 1182636 h 2436439"/>
                <a:gd name="connsiteX7" fmla="*/ 860247 w 2371807"/>
                <a:gd name="connsiteY7" fmla="*/ 1042677 h 2436439"/>
                <a:gd name="connsiteX8" fmla="*/ 692296 w 2371807"/>
                <a:gd name="connsiteY8" fmla="*/ 1817118 h 2436439"/>
                <a:gd name="connsiteX9" fmla="*/ 1597365 w 2371807"/>
                <a:gd name="connsiteY9" fmla="*/ 2022392 h 2436439"/>
                <a:gd name="connsiteX10" fmla="*/ 1951929 w 2371807"/>
                <a:gd name="connsiteY10" fmla="*/ 1387910 h 2436439"/>
                <a:gd name="connsiteX11" fmla="*/ 1289455 w 2371807"/>
                <a:gd name="connsiteY11" fmla="*/ 1238620 h 2436439"/>
                <a:gd name="connsiteX12" fmla="*/ 1046860 w 2371807"/>
                <a:gd name="connsiteY12" fmla="*/ 1518539 h 2436439"/>
                <a:gd name="connsiteX13" fmla="*/ 1429415 w 2371807"/>
                <a:gd name="connsiteY13" fmla="*/ 1770465 h 2436439"/>
                <a:gd name="connsiteX14" fmla="*/ 1774647 w 2371807"/>
                <a:gd name="connsiteY14" fmla="*/ 1593183 h 2436439"/>
                <a:gd name="connsiteX15" fmla="*/ 1793309 w 2371807"/>
                <a:gd name="connsiteY15" fmla="*/ 1378579 h 2436439"/>
                <a:gd name="connsiteX16" fmla="*/ 1457407 w 2371807"/>
                <a:gd name="connsiteY16" fmla="*/ 1285273 h 2436439"/>
                <a:gd name="connsiteX17" fmla="*/ 1373432 w 2371807"/>
                <a:gd name="connsiteY17" fmla="*/ 1555860 h 2436439"/>
                <a:gd name="connsiteX18" fmla="*/ 1681341 w 2371807"/>
                <a:gd name="connsiteY18" fmla="*/ 1546530 h 2436439"/>
                <a:gd name="connsiteX0" fmla="*/ 2371807 w 2371807"/>
                <a:gd name="connsiteY0" fmla="*/ 734767 h 2436439"/>
                <a:gd name="connsiteX1" fmla="*/ 1877284 w 2371807"/>
                <a:gd name="connsiteY1" fmla="*/ 146939 h 2436439"/>
                <a:gd name="connsiteX2" fmla="*/ 794933 w 2371807"/>
                <a:gd name="connsiteY2" fmla="*/ 53631 h 2436439"/>
                <a:gd name="connsiteX3" fmla="*/ 29823 w 2371807"/>
                <a:gd name="connsiteY3" fmla="*/ 856065 h 2436439"/>
                <a:gd name="connsiteX4" fmla="*/ 347063 w 2371807"/>
                <a:gd name="connsiteY4" fmla="*/ 2264987 h 2436439"/>
                <a:gd name="connsiteX5" fmla="*/ 2073227 w 2371807"/>
                <a:gd name="connsiteY5" fmla="*/ 2292979 h 2436439"/>
                <a:gd name="connsiteX6" fmla="*/ 2129211 w 2371807"/>
                <a:gd name="connsiteY6" fmla="*/ 1182636 h 2436439"/>
                <a:gd name="connsiteX7" fmla="*/ 860247 w 2371807"/>
                <a:gd name="connsiteY7" fmla="*/ 1042677 h 2436439"/>
                <a:gd name="connsiteX8" fmla="*/ 692296 w 2371807"/>
                <a:gd name="connsiteY8" fmla="*/ 1817118 h 2436439"/>
                <a:gd name="connsiteX9" fmla="*/ 1597365 w 2371807"/>
                <a:gd name="connsiteY9" fmla="*/ 2022392 h 2436439"/>
                <a:gd name="connsiteX10" fmla="*/ 1951929 w 2371807"/>
                <a:gd name="connsiteY10" fmla="*/ 1387910 h 2436439"/>
                <a:gd name="connsiteX11" fmla="*/ 1289455 w 2371807"/>
                <a:gd name="connsiteY11" fmla="*/ 1238620 h 2436439"/>
                <a:gd name="connsiteX12" fmla="*/ 1046860 w 2371807"/>
                <a:gd name="connsiteY12" fmla="*/ 1518539 h 2436439"/>
                <a:gd name="connsiteX13" fmla="*/ 1429415 w 2371807"/>
                <a:gd name="connsiteY13" fmla="*/ 1770465 h 2436439"/>
                <a:gd name="connsiteX14" fmla="*/ 1774647 w 2371807"/>
                <a:gd name="connsiteY14" fmla="*/ 1593183 h 2436439"/>
                <a:gd name="connsiteX15" fmla="*/ 1793309 w 2371807"/>
                <a:gd name="connsiteY15" fmla="*/ 1378579 h 2436439"/>
                <a:gd name="connsiteX16" fmla="*/ 1438746 w 2371807"/>
                <a:gd name="connsiteY16" fmla="*/ 1397240 h 2436439"/>
                <a:gd name="connsiteX17" fmla="*/ 1373432 w 2371807"/>
                <a:gd name="connsiteY17" fmla="*/ 1555860 h 2436439"/>
                <a:gd name="connsiteX18" fmla="*/ 1681341 w 2371807"/>
                <a:gd name="connsiteY18" fmla="*/ 1546530 h 2436439"/>
                <a:gd name="connsiteX0" fmla="*/ 2371807 w 2371807"/>
                <a:gd name="connsiteY0" fmla="*/ 734767 h 2436439"/>
                <a:gd name="connsiteX1" fmla="*/ 1877284 w 2371807"/>
                <a:gd name="connsiteY1" fmla="*/ 146939 h 2436439"/>
                <a:gd name="connsiteX2" fmla="*/ 794933 w 2371807"/>
                <a:gd name="connsiteY2" fmla="*/ 53631 h 2436439"/>
                <a:gd name="connsiteX3" fmla="*/ 29823 w 2371807"/>
                <a:gd name="connsiteY3" fmla="*/ 856065 h 2436439"/>
                <a:gd name="connsiteX4" fmla="*/ 347063 w 2371807"/>
                <a:gd name="connsiteY4" fmla="*/ 2264987 h 2436439"/>
                <a:gd name="connsiteX5" fmla="*/ 2073227 w 2371807"/>
                <a:gd name="connsiteY5" fmla="*/ 2292979 h 2436439"/>
                <a:gd name="connsiteX6" fmla="*/ 2129211 w 2371807"/>
                <a:gd name="connsiteY6" fmla="*/ 1182636 h 2436439"/>
                <a:gd name="connsiteX7" fmla="*/ 860247 w 2371807"/>
                <a:gd name="connsiteY7" fmla="*/ 1042677 h 2436439"/>
                <a:gd name="connsiteX8" fmla="*/ 692296 w 2371807"/>
                <a:gd name="connsiteY8" fmla="*/ 1817118 h 2436439"/>
                <a:gd name="connsiteX9" fmla="*/ 1597365 w 2371807"/>
                <a:gd name="connsiteY9" fmla="*/ 2022392 h 2436439"/>
                <a:gd name="connsiteX10" fmla="*/ 1951929 w 2371807"/>
                <a:gd name="connsiteY10" fmla="*/ 1387910 h 2436439"/>
                <a:gd name="connsiteX11" fmla="*/ 1289455 w 2371807"/>
                <a:gd name="connsiteY11" fmla="*/ 1238620 h 2436439"/>
                <a:gd name="connsiteX12" fmla="*/ 1046860 w 2371807"/>
                <a:gd name="connsiteY12" fmla="*/ 1518539 h 2436439"/>
                <a:gd name="connsiteX13" fmla="*/ 1429415 w 2371807"/>
                <a:gd name="connsiteY13" fmla="*/ 1770465 h 2436439"/>
                <a:gd name="connsiteX14" fmla="*/ 1774647 w 2371807"/>
                <a:gd name="connsiteY14" fmla="*/ 1593183 h 2436439"/>
                <a:gd name="connsiteX15" fmla="*/ 1755986 w 2371807"/>
                <a:gd name="connsiteY15" fmla="*/ 1397240 h 2436439"/>
                <a:gd name="connsiteX16" fmla="*/ 1438746 w 2371807"/>
                <a:gd name="connsiteY16" fmla="*/ 1397240 h 2436439"/>
                <a:gd name="connsiteX17" fmla="*/ 1373432 w 2371807"/>
                <a:gd name="connsiteY17" fmla="*/ 1555860 h 2436439"/>
                <a:gd name="connsiteX18" fmla="*/ 1681341 w 2371807"/>
                <a:gd name="connsiteY18" fmla="*/ 1546530 h 2436439"/>
                <a:gd name="connsiteX0" fmla="*/ 2371807 w 2371807"/>
                <a:gd name="connsiteY0" fmla="*/ 734767 h 2436439"/>
                <a:gd name="connsiteX1" fmla="*/ 1877284 w 2371807"/>
                <a:gd name="connsiteY1" fmla="*/ 146939 h 2436439"/>
                <a:gd name="connsiteX2" fmla="*/ 794933 w 2371807"/>
                <a:gd name="connsiteY2" fmla="*/ 53631 h 2436439"/>
                <a:gd name="connsiteX3" fmla="*/ 29823 w 2371807"/>
                <a:gd name="connsiteY3" fmla="*/ 856065 h 2436439"/>
                <a:gd name="connsiteX4" fmla="*/ 347063 w 2371807"/>
                <a:gd name="connsiteY4" fmla="*/ 2264987 h 2436439"/>
                <a:gd name="connsiteX5" fmla="*/ 2073227 w 2371807"/>
                <a:gd name="connsiteY5" fmla="*/ 2292979 h 2436439"/>
                <a:gd name="connsiteX6" fmla="*/ 2129211 w 2371807"/>
                <a:gd name="connsiteY6" fmla="*/ 1182636 h 2436439"/>
                <a:gd name="connsiteX7" fmla="*/ 860247 w 2371807"/>
                <a:gd name="connsiteY7" fmla="*/ 1042677 h 2436439"/>
                <a:gd name="connsiteX8" fmla="*/ 692296 w 2371807"/>
                <a:gd name="connsiteY8" fmla="*/ 1817118 h 2436439"/>
                <a:gd name="connsiteX9" fmla="*/ 1597365 w 2371807"/>
                <a:gd name="connsiteY9" fmla="*/ 2022392 h 2436439"/>
                <a:gd name="connsiteX10" fmla="*/ 1951929 w 2371807"/>
                <a:gd name="connsiteY10" fmla="*/ 1387910 h 2436439"/>
                <a:gd name="connsiteX11" fmla="*/ 1289455 w 2371807"/>
                <a:gd name="connsiteY11" fmla="*/ 1238620 h 2436439"/>
                <a:gd name="connsiteX12" fmla="*/ 1046860 w 2371807"/>
                <a:gd name="connsiteY12" fmla="*/ 1518539 h 2436439"/>
                <a:gd name="connsiteX13" fmla="*/ 1429415 w 2371807"/>
                <a:gd name="connsiteY13" fmla="*/ 1770465 h 2436439"/>
                <a:gd name="connsiteX14" fmla="*/ 1802638 w 2371807"/>
                <a:gd name="connsiteY14" fmla="*/ 1630505 h 2436439"/>
                <a:gd name="connsiteX15" fmla="*/ 1755986 w 2371807"/>
                <a:gd name="connsiteY15" fmla="*/ 1397240 h 2436439"/>
                <a:gd name="connsiteX16" fmla="*/ 1438746 w 2371807"/>
                <a:gd name="connsiteY16" fmla="*/ 1397240 h 2436439"/>
                <a:gd name="connsiteX17" fmla="*/ 1373432 w 2371807"/>
                <a:gd name="connsiteY17" fmla="*/ 1555860 h 2436439"/>
                <a:gd name="connsiteX18" fmla="*/ 1681341 w 2371807"/>
                <a:gd name="connsiteY18" fmla="*/ 1546530 h 2436439"/>
                <a:gd name="connsiteX0" fmla="*/ 2371807 w 2371807"/>
                <a:gd name="connsiteY0" fmla="*/ 734767 h 2436439"/>
                <a:gd name="connsiteX1" fmla="*/ 1877284 w 2371807"/>
                <a:gd name="connsiteY1" fmla="*/ 146939 h 2436439"/>
                <a:gd name="connsiteX2" fmla="*/ 794933 w 2371807"/>
                <a:gd name="connsiteY2" fmla="*/ 53631 h 2436439"/>
                <a:gd name="connsiteX3" fmla="*/ 29823 w 2371807"/>
                <a:gd name="connsiteY3" fmla="*/ 856065 h 2436439"/>
                <a:gd name="connsiteX4" fmla="*/ 347063 w 2371807"/>
                <a:gd name="connsiteY4" fmla="*/ 2264987 h 2436439"/>
                <a:gd name="connsiteX5" fmla="*/ 2073227 w 2371807"/>
                <a:gd name="connsiteY5" fmla="*/ 2292979 h 2436439"/>
                <a:gd name="connsiteX6" fmla="*/ 2129211 w 2371807"/>
                <a:gd name="connsiteY6" fmla="*/ 1182636 h 2436439"/>
                <a:gd name="connsiteX7" fmla="*/ 860247 w 2371807"/>
                <a:gd name="connsiteY7" fmla="*/ 1042677 h 2436439"/>
                <a:gd name="connsiteX8" fmla="*/ 692296 w 2371807"/>
                <a:gd name="connsiteY8" fmla="*/ 1817118 h 2436439"/>
                <a:gd name="connsiteX9" fmla="*/ 1597365 w 2371807"/>
                <a:gd name="connsiteY9" fmla="*/ 2022392 h 2436439"/>
                <a:gd name="connsiteX10" fmla="*/ 2007912 w 2371807"/>
                <a:gd name="connsiteY10" fmla="*/ 1406572 h 2436439"/>
                <a:gd name="connsiteX11" fmla="*/ 1289455 w 2371807"/>
                <a:gd name="connsiteY11" fmla="*/ 1238620 h 2436439"/>
                <a:gd name="connsiteX12" fmla="*/ 1046860 w 2371807"/>
                <a:gd name="connsiteY12" fmla="*/ 1518539 h 2436439"/>
                <a:gd name="connsiteX13" fmla="*/ 1429415 w 2371807"/>
                <a:gd name="connsiteY13" fmla="*/ 1770465 h 2436439"/>
                <a:gd name="connsiteX14" fmla="*/ 1802638 w 2371807"/>
                <a:gd name="connsiteY14" fmla="*/ 1630505 h 2436439"/>
                <a:gd name="connsiteX15" fmla="*/ 1755986 w 2371807"/>
                <a:gd name="connsiteY15" fmla="*/ 1397240 h 2436439"/>
                <a:gd name="connsiteX16" fmla="*/ 1438746 w 2371807"/>
                <a:gd name="connsiteY16" fmla="*/ 1397240 h 2436439"/>
                <a:gd name="connsiteX17" fmla="*/ 1373432 w 2371807"/>
                <a:gd name="connsiteY17" fmla="*/ 1555860 h 2436439"/>
                <a:gd name="connsiteX18" fmla="*/ 1681341 w 2371807"/>
                <a:gd name="connsiteY18" fmla="*/ 1546530 h 2436439"/>
                <a:gd name="connsiteX0" fmla="*/ 2371807 w 2371807"/>
                <a:gd name="connsiteY0" fmla="*/ 734767 h 2436439"/>
                <a:gd name="connsiteX1" fmla="*/ 1877284 w 2371807"/>
                <a:gd name="connsiteY1" fmla="*/ 146939 h 2436439"/>
                <a:gd name="connsiteX2" fmla="*/ 794933 w 2371807"/>
                <a:gd name="connsiteY2" fmla="*/ 53631 h 2436439"/>
                <a:gd name="connsiteX3" fmla="*/ 29823 w 2371807"/>
                <a:gd name="connsiteY3" fmla="*/ 856065 h 2436439"/>
                <a:gd name="connsiteX4" fmla="*/ 347063 w 2371807"/>
                <a:gd name="connsiteY4" fmla="*/ 2264987 h 2436439"/>
                <a:gd name="connsiteX5" fmla="*/ 2073227 w 2371807"/>
                <a:gd name="connsiteY5" fmla="*/ 2292979 h 2436439"/>
                <a:gd name="connsiteX6" fmla="*/ 2129211 w 2371807"/>
                <a:gd name="connsiteY6" fmla="*/ 1182636 h 2436439"/>
                <a:gd name="connsiteX7" fmla="*/ 860247 w 2371807"/>
                <a:gd name="connsiteY7" fmla="*/ 1042677 h 2436439"/>
                <a:gd name="connsiteX8" fmla="*/ 692296 w 2371807"/>
                <a:gd name="connsiteY8" fmla="*/ 1817118 h 2436439"/>
                <a:gd name="connsiteX9" fmla="*/ 1597365 w 2371807"/>
                <a:gd name="connsiteY9" fmla="*/ 2022392 h 2436439"/>
                <a:gd name="connsiteX10" fmla="*/ 1961260 w 2371807"/>
                <a:gd name="connsiteY10" fmla="*/ 1854440 h 2436439"/>
                <a:gd name="connsiteX11" fmla="*/ 2007912 w 2371807"/>
                <a:gd name="connsiteY11" fmla="*/ 1406572 h 2436439"/>
                <a:gd name="connsiteX12" fmla="*/ 1289455 w 2371807"/>
                <a:gd name="connsiteY12" fmla="*/ 1238620 h 2436439"/>
                <a:gd name="connsiteX13" fmla="*/ 1046860 w 2371807"/>
                <a:gd name="connsiteY13" fmla="*/ 1518539 h 2436439"/>
                <a:gd name="connsiteX14" fmla="*/ 1429415 w 2371807"/>
                <a:gd name="connsiteY14" fmla="*/ 1770465 h 2436439"/>
                <a:gd name="connsiteX15" fmla="*/ 1802638 w 2371807"/>
                <a:gd name="connsiteY15" fmla="*/ 1630505 h 2436439"/>
                <a:gd name="connsiteX16" fmla="*/ 1755986 w 2371807"/>
                <a:gd name="connsiteY16" fmla="*/ 1397240 h 2436439"/>
                <a:gd name="connsiteX17" fmla="*/ 1438746 w 2371807"/>
                <a:gd name="connsiteY17" fmla="*/ 1397240 h 2436439"/>
                <a:gd name="connsiteX18" fmla="*/ 1373432 w 2371807"/>
                <a:gd name="connsiteY18" fmla="*/ 1555860 h 2436439"/>
                <a:gd name="connsiteX19" fmla="*/ 1681341 w 2371807"/>
                <a:gd name="connsiteY19" fmla="*/ 1546530 h 2436439"/>
                <a:gd name="connsiteX0" fmla="*/ 2371807 w 2371807"/>
                <a:gd name="connsiteY0" fmla="*/ 734767 h 2436439"/>
                <a:gd name="connsiteX1" fmla="*/ 1877284 w 2371807"/>
                <a:gd name="connsiteY1" fmla="*/ 146939 h 2436439"/>
                <a:gd name="connsiteX2" fmla="*/ 794933 w 2371807"/>
                <a:gd name="connsiteY2" fmla="*/ 53631 h 2436439"/>
                <a:gd name="connsiteX3" fmla="*/ 29823 w 2371807"/>
                <a:gd name="connsiteY3" fmla="*/ 856065 h 2436439"/>
                <a:gd name="connsiteX4" fmla="*/ 347063 w 2371807"/>
                <a:gd name="connsiteY4" fmla="*/ 2264987 h 2436439"/>
                <a:gd name="connsiteX5" fmla="*/ 2073227 w 2371807"/>
                <a:gd name="connsiteY5" fmla="*/ 2292979 h 2436439"/>
                <a:gd name="connsiteX6" fmla="*/ 2129211 w 2371807"/>
                <a:gd name="connsiteY6" fmla="*/ 1182636 h 2436439"/>
                <a:gd name="connsiteX7" fmla="*/ 860247 w 2371807"/>
                <a:gd name="connsiteY7" fmla="*/ 1042677 h 2436439"/>
                <a:gd name="connsiteX8" fmla="*/ 692296 w 2371807"/>
                <a:gd name="connsiteY8" fmla="*/ 1817118 h 2436439"/>
                <a:gd name="connsiteX9" fmla="*/ 1597365 w 2371807"/>
                <a:gd name="connsiteY9" fmla="*/ 2022392 h 2436439"/>
                <a:gd name="connsiteX10" fmla="*/ 1961260 w 2371807"/>
                <a:gd name="connsiteY10" fmla="*/ 1854440 h 2436439"/>
                <a:gd name="connsiteX11" fmla="*/ 2007912 w 2371807"/>
                <a:gd name="connsiteY11" fmla="*/ 1406572 h 2436439"/>
                <a:gd name="connsiteX12" fmla="*/ 1289455 w 2371807"/>
                <a:gd name="connsiteY12" fmla="*/ 1238620 h 2436439"/>
                <a:gd name="connsiteX13" fmla="*/ 1046860 w 2371807"/>
                <a:gd name="connsiteY13" fmla="*/ 1518539 h 2436439"/>
                <a:gd name="connsiteX14" fmla="*/ 1429415 w 2371807"/>
                <a:gd name="connsiteY14" fmla="*/ 1733142 h 2436439"/>
                <a:gd name="connsiteX15" fmla="*/ 1802638 w 2371807"/>
                <a:gd name="connsiteY15" fmla="*/ 1630505 h 2436439"/>
                <a:gd name="connsiteX16" fmla="*/ 1755986 w 2371807"/>
                <a:gd name="connsiteY16" fmla="*/ 1397240 h 2436439"/>
                <a:gd name="connsiteX17" fmla="*/ 1438746 w 2371807"/>
                <a:gd name="connsiteY17" fmla="*/ 1397240 h 2436439"/>
                <a:gd name="connsiteX18" fmla="*/ 1373432 w 2371807"/>
                <a:gd name="connsiteY18" fmla="*/ 1555860 h 2436439"/>
                <a:gd name="connsiteX19" fmla="*/ 1681341 w 2371807"/>
                <a:gd name="connsiteY19" fmla="*/ 1546530 h 2436439"/>
                <a:gd name="connsiteX0" fmla="*/ 2371807 w 2371807"/>
                <a:gd name="connsiteY0" fmla="*/ 734767 h 2436439"/>
                <a:gd name="connsiteX1" fmla="*/ 1877284 w 2371807"/>
                <a:gd name="connsiteY1" fmla="*/ 146939 h 2436439"/>
                <a:gd name="connsiteX2" fmla="*/ 794933 w 2371807"/>
                <a:gd name="connsiteY2" fmla="*/ 53631 h 2436439"/>
                <a:gd name="connsiteX3" fmla="*/ 29823 w 2371807"/>
                <a:gd name="connsiteY3" fmla="*/ 856065 h 2436439"/>
                <a:gd name="connsiteX4" fmla="*/ 347063 w 2371807"/>
                <a:gd name="connsiteY4" fmla="*/ 2264987 h 2436439"/>
                <a:gd name="connsiteX5" fmla="*/ 2073227 w 2371807"/>
                <a:gd name="connsiteY5" fmla="*/ 2292979 h 2436439"/>
                <a:gd name="connsiteX6" fmla="*/ 2129211 w 2371807"/>
                <a:gd name="connsiteY6" fmla="*/ 1182636 h 2436439"/>
                <a:gd name="connsiteX7" fmla="*/ 860247 w 2371807"/>
                <a:gd name="connsiteY7" fmla="*/ 1042677 h 2436439"/>
                <a:gd name="connsiteX8" fmla="*/ 692296 w 2371807"/>
                <a:gd name="connsiteY8" fmla="*/ 1817118 h 2436439"/>
                <a:gd name="connsiteX9" fmla="*/ 1597365 w 2371807"/>
                <a:gd name="connsiteY9" fmla="*/ 2022392 h 2436439"/>
                <a:gd name="connsiteX10" fmla="*/ 1961260 w 2371807"/>
                <a:gd name="connsiteY10" fmla="*/ 1854440 h 2436439"/>
                <a:gd name="connsiteX11" fmla="*/ 2007912 w 2371807"/>
                <a:gd name="connsiteY11" fmla="*/ 1406572 h 2436439"/>
                <a:gd name="connsiteX12" fmla="*/ 1289455 w 2371807"/>
                <a:gd name="connsiteY12" fmla="*/ 1238620 h 2436439"/>
                <a:gd name="connsiteX13" fmla="*/ 1046860 w 2371807"/>
                <a:gd name="connsiteY13" fmla="*/ 1518539 h 2436439"/>
                <a:gd name="connsiteX14" fmla="*/ 1429415 w 2371807"/>
                <a:gd name="connsiteY14" fmla="*/ 1733142 h 2436439"/>
                <a:gd name="connsiteX15" fmla="*/ 1802638 w 2371807"/>
                <a:gd name="connsiteY15" fmla="*/ 1630505 h 2436439"/>
                <a:gd name="connsiteX16" fmla="*/ 1755986 w 2371807"/>
                <a:gd name="connsiteY16" fmla="*/ 1397240 h 2436439"/>
                <a:gd name="connsiteX17" fmla="*/ 1438746 w 2371807"/>
                <a:gd name="connsiteY17" fmla="*/ 1397240 h 2436439"/>
                <a:gd name="connsiteX18" fmla="*/ 1373432 w 2371807"/>
                <a:gd name="connsiteY18" fmla="*/ 1555860 h 2436439"/>
                <a:gd name="connsiteX19" fmla="*/ 1681341 w 2371807"/>
                <a:gd name="connsiteY19" fmla="*/ 1546530 h 2436439"/>
                <a:gd name="connsiteX0" fmla="*/ 2371807 w 2371807"/>
                <a:gd name="connsiteY0" fmla="*/ 734767 h 2436439"/>
                <a:gd name="connsiteX1" fmla="*/ 1877284 w 2371807"/>
                <a:gd name="connsiteY1" fmla="*/ 146939 h 2436439"/>
                <a:gd name="connsiteX2" fmla="*/ 794933 w 2371807"/>
                <a:gd name="connsiteY2" fmla="*/ 53631 h 2436439"/>
                <a:gd name="connsiteX3" fmla="*/ 29823 w 2371807"/>
                <a:gd name="connsiteY3" fmla="*/ 856065 h 2436439"/>
                <a:gd name="connsiteX4" fmla="*/ 347063 w 2371807"/>
                <a:gd name="connsiteY4" fmla="*/ 2264987 h 2436439"/>
                <a:gd name="connsiteX5" fmla="*/ 2073227 w 2371807"/>
                <a:gd name="connsiteY5" fmla="*/ 2292979 h 2436439"/>
                <a:gd name="connsiteX6" fmla="*/ 2129211 w 2371807"/>
                <a:gd name="connsiteY6" fmla="*/ 1182636 h 2436439"/>
                <a:gd name="connsiteX7" fmla="*/ 860247 w 2371807"/>
                <a:gd name="connsiteY7" fmla="*/ 1042677 h 2436439"/>
                <a:gd name="connsiteX8" fmla="*/ 692296 w 2371807"/>
                <a:gd name="connsiteY8" fmla="*/ 1817118 h 2436439"/>
                <a:gd name="connsiteX9" fmla="*/ 1597365 w 2371807"/>
                <a:gd name="connsiteY9" fmla="*/ 2022392 h 2436439"/>
                <a:gd name="connsiteX10" fmla="*/ 1961260 w 2371807"/>
                <a:gd name="connsiteY10" fmla="*/ 1854440 h 2436439"/>
                <a:gd name="connsiteX11" fmla="*/ 2007912 w 2371807"/>
                <a:gd name="connsiteY11" fmla="*/ 1406572 h 2436439"/>
                <a:gd name="connsiteX12" fmla="*/ 1326777 w 2371807"/>
                <a:gd name="connsiteY12" fmla="*/ 1257281 h 2436439"/>
                <a:gd name="connsiteX13" fmla="*/ 1046860 w 2371807"/>
                <a:gd name="connsiteY13" fmla="*/ 1518539 h 2436439"/>
                <a:gd name="connsiteX14" fmla="*/ 1429415 w 2371807"/>
                <a:gd name="connsiteY14" fmla="*/ 1733142 h 2436439"/>
                <a:gd name="connsiteX15" fmla="*/ 1802638 w 2371807"/>
                <a:gd name="connsiteY15" fmla="*/ 1630505 h 2436439"/>
                <a:gd name="connsiteX16" fmla="*/ 1755986 w 2371807"/>
                <a:gd name="connsiteY16" fmla="*/ 1397240 h 2436439"/>
                <a:gd name="connsiteX17" fmla="*/ 1438746 w 2371807"/>
                <a:gd name="connsiteY17" fmla="*/ 1397240 h 2436439"/>
                <a:gd name="connsiteX18" fmla="*/ 1373432 w 2371807"/>
                <a:gd name="connsiteY18" fmla="*/ 1555860 h 2436439"/>
                <a:gd name="connsiteX19" fmla="*/ 1681341 w 2371807"/>
                <a:gd name="connsiteY19" fmla="*/ 1546530 h 2436439"/>
                <a:gd name="connsiteX0" fmla="*/ 2371807 w 2371807"/>
                <a:gd name="connsiteY0" fmla="*/ 734767 h 2436439"/>
                <a:gd name="connsiteX1" fmla="*/ 1877284 w 2371807"/>
                <a:gd name="connsiteY1" fmla="*/ 146939 h 2436439"/>
                <a:gd name="connsiteX2" fmla="*/ 794933 w 2371807"/>
                <a:gd name="connsiteY2" fmla="*/ 53631 h 2436439"/>
                <a:gd name="connsiteX3" fmla="*/ 29823 w 2371807"/>
                <a:gd name="connsiteY3" fmla="*/ 856065 h 2436439"/>
                <a:gd name="connsiteX4" fmla="*/ 347063 w 2371807"/>
                <a:gd name="connsiteY4" fmla="*/ 2264987 h 2436439"/>
                <a:gd name="connsiteX5" fmla="*/ 2073227 w 2371807"/>
                <a:gd name="connsiteY5" fmla="*/ 2292979 h 2436439"/>
                <a:gd name="connsiteX6" fmla="*/ 2129211 w 2371807"/>
                <a:gd name="connsiteY6" fmla="*/ 1182636 h 2436439"/>
                <a:gd name="connsiteX7" fmla="*/ 860247 w 2371807"/>
                <a:gd name="connsiteY7" fmla="*/ 1042677 h 2436439"/>
                <a:gd name="connsiteX8" fmla="*/ 692296 w 2371807"/>
                <a:gd name="connsiteY8" fmla="*/ 1817118 h 2436439"/>
                <a:gd name="connsiteX9" fmla="*/ 1597365 w 2371807"/>
                <a:gd name="connsiteY9" fmla="*/ 2022392 h 2436439"/>
                <a:gd name="connsiteX10" fmla="*/ 1961260 w 2371807"/>
                <a:gd name="connsiteY10" fmla="*/ 1854440 h 2436439"/>
                <a:gd name="connsiteX11" fmla="*/ 1998582 w 2371807"/>
                <a:gd name="connsiteY11" fmla="*/ 1369250 h 2436439"/>
                <a:gd name="connsiteX12" fmla="*/ 1326777 w 2371807"/>
                <a:gd name="connsiteY12" fmla="*/ 1257281 h 2436439"/>
                <a:gd name="connsiteX13" fmla="*/ 1046860 w 2371807"/>
                <a:gd name="connsiteY13" fmla="*/ 1518539 h 2436439"/>
                <a:gd name="connsiteX14" fmla="*/ 1429415 w 2371807"/>
                <a:gd name="connsiteY14" fmla="*/ 1733142 h 2436439"/>
                <a:gd name="connsiteX15" fmla="*/ 1802638 w 2371807"/>
                <a:gd name="connsiteY15" fmla="*/ 1630505 h 2436439"/>
                <a:gd name="connsiteX16" fmla="*/ 1755986 w 2371807"/>
                <a:gd name="connsiteY16" fmla="*/ 1397240 h 2436439"/>
                <a:gd name="connsiteX17" fmla="*/ 1438746 w 2371807"/>
                <a:gd name="connsiteY17" fmla="*/ 1397240 h 2436439"/>
                <a:gd name="connsiteX18" fmla="*/ 1373432 w 2371807"/>
                <a:gd name="connsiteY18" fmla="*/ 1555860 h 2436439"/>
                <a:gd name="connsiteX19" fmla="*/ 1681341 w 2371807"/>
                <a:gd name="connsiteY19" fmla="*/ 1546530 h 2436439"/>
                <a:gd name="connsiteX0" fmla="*/ 2355814 w 2355814"/>
                <a:gd name="connsiteY0" fmla="*/ 734767 h 2431232"/>
                <a:gd name="connsiteX1" fmla="*/ 1861291 w 2355814"/>
                <a:gd name="connsiteY1" fmla="*/ 146939 h 2431232"/>
                <a:gd name="connsiteX2" fmla="*/ 778940 w 2355814"/>
                <a:gd name="connsiteY2" fmla="*/ 53631 h 2431232"/>
                <a:gd name="connsiteX3" fmla="*/ 13830 w 2355814"/>
                <a:gd name="connsiteY3" fmla="*/ 856065 h 2431232"/>
                <a:gd name="connsiteX4" fmla="*/ 424376 w 2355814"/>
                <a:gd name="connsiteY4" fmla="*/ 2255656 h 2431232"/>
                <a:gd name="connsiteX5" fmla="*/ 2057234 w 2355814"/>
                <a:gd name="connsiteY5" fmla="*/ 2292979 h 2431232"/>
                <a:gd name="connsiteX6" fmla="*/ 2113218 w 2355814"/>
                <a:gd name="connsiteY6" fmla="*/ 1182636 h 2431232"/>
                <a:gd name="connsiteX7" fmla="*/ 844254 w 2355814"/>
                <a:gd name="connsiteY7" fmla="*/ 1042677 h 2431232"/>
                <a:gd name="connsiteX8" fmla="*/ 676303 w 2355814"/>
                <a:gd name="connsiteY8" fmla="*/ 1817118 h 2431232"/>
                <a:gd name="connsiteX9" fmla="*/ 1581372 w 2355814"/>
                <a:gd name="connsiteY9" fmla="*/ 2022392 h 2431232"/>
                <a:gd name="connsiteX10" fmla="*/ 1945267 w 2355814"/>
                <a:gd name="connsiteY10" fmla="*/ 1854440 h 2431232"/>
                <a:gd name="connsiteX11" fmla="*/ 1982589 w 2355814"/>
                <a:gd name="connsiteY11" fmla="*/ 1369250 h 2431232"/>
                <a:gd name="connsiteX12" fmla="*/ 1310784 w 2355814"/>
                <a:gd name="connsiteY12" fmla="*/ 1257281 h 2431232"/>
                <a:gd name="connsiteX13" fmla="*/ 1030867 w 2355814"/>
                <a:gd name="connsiteY13" fmla="*/ 1518539 h 2431232"/>
                <a:gd name="connsiteX14" fmla="*/ 1413422 w 2355814"/>
                <a:gd name="connsiteY14" fmla="*/ 1733142 h 2431232"/>
                <a:gd name="connsiteX15" fmla="*/ 1786645 w 2355814"/>
                <a:gd name="connsiteY15" fmla="*/ 1630505 h 2431232"/>
                <a:gd name="connsiteX16" fmla="*/ 1739993 w 2355814"/>
                <a:gd name="connsiteY16" fmla="*/ 1397240 h 2431232"/>
                <a:gd name="connsiteX17" fmla="*/ 1422753 w 2355814"/>
                <a:gd name="connsiteY17" fmla="*/ 1397240 h 2431232"/>
                <a:gd name="connsiteX18" fmla="*/ 1357439 w 2355814"/>
                <a:gd name="connsiteY18" fmla="*/ 1555860 h 2431232"/>
                <a:gd name="connsiteX19" fmla="*/ 1665348 w 2355814"/>
                <a:gd name="connsiteY19" fmla="*/ 1546530 h 2431232"/>
                <a:gd name="connsiteX0" fmla="*/ 2320844 w 2320844"/>
                <a:gd name="connsiteY0" fmla="*/ 734767 h 2431232"/>
                <a:gd name="connsiteX1" fmla="*/ 1826321 w 2320844"/>
                <a:gd name="connsiteY1" fmla="*/ 146939 h 2431232"/>
                <a:gd name="connsiteX2" fmla="*/ 743970 w 2320844"/>
                <a:gd name="connsiteY2" fmla="*/ 53631 h 2431232"/>
                <a:gd name="connsiteX3" fmla="*/ 16182 w 2320844"/>
                <a:gd name="connsiteY3" fmla="*/ 856065 h 2431232"/>
                <a:gd name="connsiteX4" fmla="*/ 389406 w 2320844"/>
                <a:gd name="connsiteY4" fmla="*/ 2255656 h 2431232"/>
                <a:gd name="connsiteX5" fmla="*/ 2022264 w 2320844"/>
                <a:gd name="connsiteY5" fmla="*/ 2292979 h 2431232"/>
                <a:gd name="connsiteX6" fmla="*/ 2078248 w 2320844"/>
                <a:gd name="connsiteY6" fmla="*/ 1182636 h 2431232"/>
                <a:gd name="connsiteX7" fmla="*/ 809284 w 2320844"/>
                <a:gd name="connsiteY7" fmla="*/ 1042677 h 2431232"/>
                <a:gd name="connsiteX8" fmla="*/ 641333 w 2320844"/>
                <a:gd name="connsiteY8" fmla="*/ 1817118 h 2431232"/>
                <a:gd name="connsiteX9" fmla="*/ 1546402 w 2320844"/>
                <a:gd name="connsiteY9" fmla="*/ 2022392 h 2431232"/>
                <a:gd name="connsiteX10" fmla="*/ 1910297 w 2320844"/>
                <a:gd name="connsiteY10" fmla="*/ 1854440 h 2431232"/>
                <a:gd name="connsiteX11" fmla="*/ 1947619 w 2320844"/>
                <a:gd name="connsiteY11" fmla="*/ 1369250 h 2431232"/>
                <a:gd name="connsiteX12" fmla="*/ 1275814 w 2320844"/>
                <a:gd name="connsiteY12" fmla="*/ 1257281 h 2431232"/>
                <a:gd name="connsiteX13" fmla="*/ 995897 w 2320844"/>
                <a:gd name="connsiteY13" fmla="*/ 1518539 h 2431232"/>
                <a:gd name="connsiteX14" fmla="*/ 1378452 w 2320844"/>
                <a:gd name="connsiteY14" fmla="*/ 1733142 h 2431232"/>
                <a:gd name="connsiteX15" fmla="*/ 1751675 w 2320844"/>
                <a:gd name="connsiteY15" fmla="*/ 1630505 h 2431232"/>
                <a:gd name="connsiteX16" fmla="*/ 1705023 w 2320844"/>
                <a:gd name="connsiteY16" fmla="*/ 1397240 h 2431232"/>
                <a:gd name="connsiteX17" fmla="*/ 1387783 w 2320844"/>
                <a:gd name="connsiteY17" fmla="*/ 1397240 h 2431232"/>
                <a:gd name="connsiteX18" fmla="*/ 1322469 w 2320844"/>
                <a:gd name="connsiteY18" fmla="*/ 1555860 h 2431232"/>
                <a:gd name="connsiteX19" fmla="*/ 1630378 w 2320844"/>
                <a:gd name="connsiteY19" fmla="*/ 1546530 h 2431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20844" h="2431232">
                  <a:moveTo>
                    <a:pt x="2320844" y="734767"/>
                  </a:moveTo>
                  <a:cubicBezTo>
                    <a:pt x="2244644" y="485951"/>
                    <a:pt x="2089133" y="260462"/>
                    <a:pt x="1826321" y="146939"/>
                  </a:cubicBezTo>
                  <a:cubicBezTo>
                    <a:pt x="1563509" y="33416"/>
                    <a:pt x="1045660" y="-64557"/>
                    <a:pt x="743970" y="53631"/>
                  </a:cubicBezTo>
                  <a:cubicBezTo>
                    <a:pt x="442280" y="171819"/>
                    <a:pt x="75276" y="489061"/>
                    <a:pt x="16182" y="856065"/>
                  </a:cubicBezTo>
                  <a:cubicBezTo>
                    <a:pt x="-42912" y="1223069"/>
                    <a:pt x="55059" y="2016170"/>
                    <a:pt x="389406" y="2255656"/>
                  </a:cubicBezTo>
                  <a:cubicBezTo>
                    <a:pt x="723753" y="2495142"/>
                    <a:pt x="1740790" y="2471816"/>
                    <a:pt x="2022264" y="2292979"/>
                  </a:cubicBezTo>
                  <a:cubicBezTo>
                    <a:pt x="2303738" y="2114142"/>
                    <a:pt x="2280411" y="1391020"/>
                    <a:pt x="2078248" y="1182636"/>
                  </a:cubicBezTo>
                  <a:cubicBezTo>
                    <a:pt x="1876085" y="974252"/>
                    <a:pt x="1048770" y="936930"/>
                    <a:pt x="809284" y="1042677"/>
                  </a:cubicBezTo>
                  <a:cubicBezTo>
                    <a:pt x="569798" y="1148424"/>
                    <a:pt x="518480" y="1653832"/>
                    <a:pt x="641333" y="1817118"/>
                  </a:cubicBezTo>
                  <a:cubicBezTo>
                    <a:pt x="764186" y="1980404"/>
                    <a:pt x="1334908" y="2016172"/>
                    <a:pt x="1546402" y="2022392"/>
                  </a:cubicBezTo>
                  <a:cubicBezTo>
                    <a:pt x="1757896" y="2028612"/>
                    <a:pt x="1841873" y="1957077"/>
                    <a:pt x="1910297" y="1854440"/>
                  </a:cubicBezTo>
                  <a:cubicBezTo>
                    <a:pt x="1978721" y="1751803"/>
                    <a:pt x="2053366" y="1468776"/>
                    <a:pt x="1947619" y="1369250"/>
                  </a:cubicBezTo>
                  <a:cubicBezTo>
                    <a:pt x="1841872" y="1269724"/>
                    <a:pt x="1434434" y="1232400"/>
                    <a:pt x="1275814" y="1257281"/>
                  </a:cubicBezTo>
                  <a:cubicBezTo>
                    <a:pt x="1117194" y="1282162"/>
                    <a:pt x="978791" y="1439229"/>
                    <a:pt x="995897" y="1518539"/>
                  </a:cubicBezTo>
                  <a:cubicBezTo>
                    <a:pt x="1013003" y="1597849"/>
                    <a:pt x="1252489" y="1714481"/>
                    <a:pt x="1378452" y="1733142"/>
                  </a:cubicBezTo>
                  <a:cubicBezTo>
                    <a:pt x="1504415" y="1751803"/>
                    <a:pt x="1697247" y="1686489"/>
                    <a:pt x="1751675" y="1630505"/>
                  </a:cubicBezTo>
                  <a:cubicBezTo>
                    <a:pt x="1806104" y="1574521"/>
                    <a:pt x="1765672" y="1436118"/>
                    <a:pt x="1705023" y="1397240"/>
                  </a:cubicBezTo>
                  <a:cubicBezTo>
                    <a:pt x="1644374" y="1358362"/>
                    <a:pt x="1451542" y="1370803"/>
                    <a:pt x="1387783" y="1397240"/>
                  </a:cubicBezTo>
                  <a:cubicBezTo>
                    <a:pt x="1324024" y="1423677"/>
                    <a:pt x="1285147" y="1512317"/>
                    <a:pt x="1322469" y="1555860"/>
                  </a:cubicBezTo>
                  <a:cubicBezTo>
                    <a:pt x="1359791" y="1599403"/>
                    <a:pt x="1572839" y="1565191"/>
                    <a:pt x="1630378" y="1546530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CFF289BA-D2FA-47EA-9801-A7257B066D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50294" y="1630486"/>
              <a:ext cx="1214687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BFE6017B-06C6-484A-BA86-D601732CF4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50294" y="1630486"/>
              <a:ext cx="0" cy="116467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D0464FC6-7047-45AB-A5DA-CB61B04FDA9A}"/>
                    </a:ext>
                  </a:extLst>
                </p:cNvPr>
                <p:cNvSpPr txBox="1"/>
                <p:nvPr/>
              </p:nvSpPr>
              <p:spPr>
                <a:xfrm>
                  <a:off x="4720506" y="1256118"/>
                  <a:ext cx="1250983" cy="33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1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es-CL" sz="1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D0464FC6-7047-45AB-A5DA-CB61B04FDA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0506" y="1256118"/>
                  <a:ext cx="1250983" cy="33547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6611716D-F6BF-437E-AC5E-845EE9B17EEA}"/>
                </a:ext>
              </a:extLst>
            </p:cNvPr>
            <p:cNvSpPr/>
            <p:nvPr/>
          </p:nvSpPr>
          <p:spPr>
            <a:xfrm>
              <a:off x="5793934" y="1568771"/>
              <a:ext cx="100800" cy="10168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A3893713-4019-4F88-83F3-C80C82127E60}"/>
                </a:ext>
              </a:extLst>
            </p:cNvPr>
            <p:cNvSpPr/>
            <p:nvPr/>
          </p:nvSpPr>
          <p:spPr>
            <a:xfrm>
              <a:off x="7795842" y="1951963"/>
              <a:ext cx="100800" cy="10168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68931882-93F0-498F-8295-801057F347DC}"/>
                </a:ext>
              </a:extLst>
            </p:cNvPr>
            <p:cNvGrpSpPr/>
            <p:nvPr/>
          </p:nvGrpSpPr>
          <p:grpSpPr>
            <a:xfrm rot="7586421">
              <a:off x="7515949" y="1509229"/>
              <a:ext cx="107950" cy="93073"/>
              <a:chOff x="5130397" y="1780837"/>
              <a:chExt cx="107950" cy="93073"/>
            </a:xfrm>
          </p:grpSpPr>
          <p:cxnSp>
            <p:nvCxnSpPr>
              <p:cNvPr id="16" name="Conector recto 15">
                <a:extLst>
                  <a:ext uri="{FF2B5EF4-FFF2-40B4-BE49-F238E27FC236}">
                    <a16:creationId xmlns:a16="http://schemas.microsoft.com/office/drawing/2014/main" id="{F899D93D-5DB5-450D-8AED-C6EBA48CD0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30397" y="1780837"/>
                <a:ext cx="44450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50" name="Conector recto 49">
                <a:extLst>
                  <a:ext uri="{FF2B5EF4-FFF2-40B4-BE49-F238E27FC236}">
                    <a16:creationId xmlns:a16="http://schemas.microsoft.com/office/drawing/2014/main" id="{D381CD54-E4A1-4881-9C56-B0C167A393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045" y="1780837"/>
                <a:ext cx="54302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55" name="Grupo 54">
              <a:extLst>
                <a:ext uri="{FF2B5EF4-FFF2-40B4-BE49-F238E27FC236}">
                  <a16:creationId xmlns:a16="http://schemas.microsoft.com/office/drawing/2014/main" id="{CC147AC8-70B8-4692-B1E4-C51FDC8E679A}"/>
                </a:ext>
              </a:extLst>
            </p:cNvPr>
            <p:cNvGrpSpPr/>
            <p:nvPr/>
          </p:nvGrpSpPr>
          <p:grpSpPr>
            <a:xfrm rot="4305177">
              <a:off x="6272170" y="1262608"/>
              <a:ext cx="107950" cy="93073"/>
              <a:chOff x="5130397" y="1780837"/>
              <a:chExt cx="107950" cy="93073"/>
            </a:xfrm>
          </p:grpSpPr>
          <p:cxnSp>
            <p:nvCxnSpPr>
              <p:cNvPr id="56" name="Conector recto 55">
                <a:extLst>
                  <a:ext uri="{FF2B5EF4-FFF2-40B4-BE49-F238E27FC236}">
                    <a16:creationId xmlns:a16="http://schemas.microsoft.com/office/drawing/2014/main" id="{A0E18F3E-7F7D-4DF6-8B08-C3EED7B70D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30397" y="1780837"/>
                <a:ext cx="44450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57" name="Conector recto 56">
                <a:extLst>
                  <a:ext uri="{FF2B5EF4-FFF2-40B4-BE49-F238E27FC236}">
                    <a16:creationId xmlns:a16="http://schemas.microsoft.com/office/drawing/2014/main" id="{55409C9C-0069-4F4D-B192-2F1A663C76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045" y="1780837"/>
                <a:ext cx="54302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FF407F95-FCD7-41DF-8172-12D53C1E65E7}"/>
                </a:ext>
              </a:extLst>
            </p:cNvPr>
            <p:cNvGrpSpPr/>
            <p:nvPr/>
          </p:nvGrpSpPr>
          <p:grpSpPr>
            <a:xfrm rot="21335985">
              <a:off x="5493432" y="2240086"/>
              <a:ext cx="107950" cy="93073"/>
              <a:chOff x="5130397" y="1780837"/>
              <a:chExt cx="107950" cy="93073"/>
            </a:xfrm>
          </p:grpSpPr>
          <p:cxnSp>
            <p:nvCxnSpPr>
              <p:cNvPr id="59" name="Conector recto 58">
                <a:extLst>
                  <a:ext uri="{FF2B5EF4-FFF2-40B4-BE49-F238E27FC236}">
                    <a16:creationId xmlns:a16="http://schemas.microsoft.com/office/drawing/2014/main" id="{3D4AD5BF-1276-47BD-9093-D43B214602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30397" y="1780837"/>
                <a:ext cx="44450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60" name="Conector recto 59">
                <a:extLst>
                  <a:ext uri="{FF2B5EF4-FFF2-40B4-BE49-F238E27FC236}">
                    <a16:creationId xmlns:a16="http://schemas.microsoft.com/office/drawing/2014/main" id="{2DB34DE9-E920-452F-884D-83A3C6A2CE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045" y="1780837"/>
                <a:ext cx="54302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61" name="Grupo 60">
              <a:extLst>
                <a:ext uri="{FF2B5EF4-FFF2-40B4-BE49-F238E27FC236}">
                  <a16:creationId xmlns:a16="http://schemas.microsoft.com/office/drawing/2014/main" id="{E6CAA2A4-D295-44DC-B54D-BA19CBC20A78}"/>
                </a:ext>
              </a:extLst>
            </p:cNvPr>
            <p:cNvGrpSpPr/>
            <p:nvPr/>
          </p:nvGrpSpPr>
          <p:grpSpPr>
            <a:xfrm rot="16200000">
              <a:off x="6395239" y="3627207"/>
              <a:ext cx="107950" cy="93073"/>
              <a:chOff x="5130397" y="1780837"/>
              <a:chExt cx="107950" cy="93073"/>
            </a:xfrm>
          </p:grpSpPr>
          <p:cxnSp>
            <p:nvCxnSpPr>
              <p:cNvPr id="62" name="Conector recto 61">
                <a:extLst>
                  <a:ext uri="{FF2B5EF4-FFF2-40B4-BE49-F238E27FC236}">
                    <a16:creationId xmlns:a16="http://schemas.microsoft.com/office/drawing/2014/main" id="{E228AE39-CFB0-4398-A155-8409EE856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30397" y="1780837"/>
                <a:ext cx="44450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63" name="Conector recto 62">
                <a:extLst>
                  <a:ext uri="{FF2B5EF4-FFF2-40B4-BE49-F238E27FC236}">
                    <a16:creationId xmlns:a16="http://schemas.microsoft.com/office/drawing/2014/main" id="{A997A84A-2742-4796-9751-3DE75C58C3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045" y="1780837"/>
                <a:ext cx="54302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89463FE6-78A0-44E8-8596-F59A363029C0}"/>
                </a:ext>
              </a:extLst>
            </p:cNvPr>
            <p:cNvGrpSpPr/>
            <p:nvPr/>
          </p:nvGrpSpPr>
          <p:grpSpPr>
            <a:xfrm rot="9376505">
              <a:off x="7662778" y="2612567"/>
              <a:ext cx="107950" cy="93073"/>
              <a:chOff x="5130397" y="1780837"/>
              <a:chExt cx="107950" cy="93073"/>
            </a:xfrm>
          </p:grpSpPr>
          <p:cxnSp>
            <p:nvCxnSpPr>
              <p:cNvPr id="65" name="Conector recto 64">
                <a:extLst>
                  <a:ext uri="{FF2B5EF4-FFF2-40B4-BE49-F238E27FC236}">
                    <a16:creationId xmlns:a16="http://schemas.microsoft.com/office/drawing/2014/main" id="{DFBFE8F6-8CF3-4226-AABC-BD599EEBE2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30397" y="1780837"/>
                <a:ext cx="44450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66" name="Conector recto 65">
                <a:extLst>
                  <a:ext uri="{FF2B5EF4-FFF2-40B4-BE49-F238E27FC236}">
                    <a16:creationId xmlns:a16="http://schemas.microsoft.com/office/drawing/2014/main" id="{E97EFC49-EFEB-4C53-AE01-E18A15A0B8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045" y="1780837"/>
                <a:ext cx="54302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67" name="Grupo 66">
              <a:extLst>
                <a:ext uri="{FF2B5EF4-FFF2-40B4-BE49-F238E27FC236}">
                  <a16:creationId xmlns:a16="http://schemas.microsoft.com/office/drawing/2014/main" id="{A6A7F160-E68C-4B04-ADD7-816E604CCBB7}"/>
                </a:ext>
              </a:extLst>
            </p:cNvPr>
            <p:cNvGrpSpPr/>
            <p:nvPr/>
          </p:nvGrpSpPr>
          <p:grpSpPr>
            <a:xfrm rot="4029539">
              <a:off x="6410220" y="2234094"/>
              <a:ext cx="107950" cy="93073"/>
              <a:chOff x="5130397" y="1780837"/>
              <a:chExt cx="107950" cy="93073"/>
            </a:xfrm>
          </p:grpSpPr>
          <p:cxnSp>
            <p:nvCxnSpPr>
              <p:cNvPr id="68" name="Conector recto 67">
                <a:extLst>
                  <a:ext uri="{FF2B5EF4-FFF2-40B4-BE49-F238E27FC236}">
                    <a16:creationId xmlns:a16="http://schemas.microsoft.com/office/drawing/2014/main" id="{A0999E9B-FAA7-44AD-AA68-8ED9D7729E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30397" y="1780837"/>
                <a:ext cx="44450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69" name="Conector recto 68">
                <a:extLst>
                  <a:ext uri="{FF2B5EF4-FFF2-40B4-BE49-F238E27FC236}">
                    <a16:creationId xmlns:a16="http://schemas.microsoft.com/office/drawing/2014/main" id="{BD08BF9A-3601-433B-9057-5688096AE2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045" y="1780837"/>
                <a:ext cx="54302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70" name="Grupo 69">
              <a:extLst>
                <a:ext uri="{FF2B5EF4-FFF2-40B4-BE49-F238E27FC236}">
                  <a16:creationId xmlns:a16="http://schemas.microsoft.com/office/drawing/2014/main" id="{8CAEA83A-8892-498B-84D4-6CAB6232B83B}"/>
                </a:ext>
              </a:extLst>
            </p:cNvPr>
            <p:cNvGrpSpPr/>
            <p:nvPr/>
          </p:nvGrpSpPr>
          <p:grpSpPr>
            <a:xfrm rot="16730918">
              <a:off x="6828686" y="3234382"/>
              <a:ext cx="107950" cy="93073"/>
              <a:chOff x="5130397" y="1780837"/>
              <a:chExt cx="107950" cy="93073"/>
            </a:xfrm>
          </p:grpSpPr>
          <p:cxnSp>
            <p:nvCxnSpPr>
              <p:cNvPr id="71" name="Conector recto 70">
                <a:extLst>
                  <a:ext uri="{FF2B5EF4-FFF2-40B4-BE49-F238E27FC236}">
                    <a16:creationId xmlns:a16="http://schemas.microsoft.com/office/drawing/2014/main" id="{C0C34273-B501-4AB9-B20F-1DDE8FA193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30397" y="1780837"/>
                <a:ext cx="44450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2" name="Conector recto 71">
                <a:extLst>
                  <a:ext uri="{FF2B5EF4-FFF2-40B4-BE49-F238E27FC236}">
                    <a16:creationId xmlns:a16="http://schemas.microsoft.com/office/drawing/2014/main" id="{2303D456-E934-4BCF-A148-8DFACC8B20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045" y="1780837"/>
                <a:ext cx="54302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73" name="Grupo 72">
              <a:extLst>
                <a:ext uri="{FF2B5EF4-FFF2-40B4-BE49-F238E27FC236}">
                  <a16:creationId xmlns:a16="http://schemas.microsoft.com/office/drawing/2014/main" id="{024CD024-8DA1-4C11-BDF8-AB001DEE927E}"/>
                </a:ext>
              </a:extLst>
            </p:cNvPr>
            <p:cNvGrpSpPr/>
            <p:nvPr/>
          </p:nvGrpSpPr>
          <p:grpSpPr>
            <a:xfrm rot="4184960">
              <a:off x="6918752" y="2619310"/>
              <a:ext cx="107950" cy="93073"/>
              <a:chOff x="5130397" y="1780837"/>
              <a:chExt cx="107950" cy="93073"/>
            </a:xfrm>
          </p:grpSpPr>
          <p:cxnSp>
            <p:nvCxnSpPr>
              <p:cNvPr id="74" name="Conector recto 73">
                <a:extLst>
                  <a:ext uri="{FF2B5EF4-FFF2-40B4-BE49-F238E27FC236}">
                    <a16:creationId xmlns:a16="http://schemas.microsoft.com/office/drawing/2014/main" id="{CDE2AA50-4C3F-4526-B1A2-6A398C12EA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30397" y="1780837"/>
                <a:ext cx="44450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5" name="Conector recto 74">
                <a:extLst>
                  <a:ext uri="{FF2B5EF4-FFF2-40B4-BE49-F238E27FC236}">
                    <a16:creationId xmlns:a16="http://schemas.microsoft.com/office/drawing/2014/main" id="{1F52F368-08F1-4DF3-AC7B-DBC8583C6A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045" y="1780837"/>
                <a:ext cx="54302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C3EFE6B7-B31B-4624-B401-F4D3C82DDE80}"/>
                </a:ext>
              </a:extLst>
            </p:cNvPr>
            <p:cNvGrpSpPr/>
            <p:nvPr/>
          </p:nvGrpSpPr>
          <p:grpSpPr>
            <a:xfrm rot="17935141">
              <a:off x="6575145" y="2841410"/>
              <a:ext cx="107950" cy="93073"/>
              <a:chOff x="5130397" y="1780837"/>
              <a:chExt cx="107950" cy="93073"/>
            </a:xfrm>
          </p:grpSpPr>
          <p:cxnSp>
            <p:nvCxnSpPr>
              <p:cNvPr id="77" name="Conector recto 76">
                <a:extLst>
                  <a:ext uri="{FF2B5EF4-FFF2-40B4-BE49-F238E27FC236}">
                    <a16:creationId xmlns:a16="http://schemas.microsoft.com/office/drawing/2014/main" id="{7262A2C1-03B6-4643-BCEA-3A07382F1A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30397" y="1780837"/>
                <a:ext cx="44450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8" name="Conector recto 77">
                <a:extLst>
                  <a:ext uri="{FF2B5EF4-FFF2-40B4-BE49-F238E27FC236}">
                    <a16:creationId xmlns:a16="http://schemas.microsoft.com/office/drawing/2014/main" id="{D6AF97B5-B808-45A8-81BA-2A4E5896B9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045" y="1780837"/>
                <a:ext cx="54302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79" name="CuadroTexto 78">
              <a:extLst>
                <a:ext uri="{FF2B5EF4-FFF2-40B4-BE49-F238E27FC236}">
                  <a16:creationId xmlns:a16="http://schemas.microsoft.com/office/drawing/2014/main" id="{9358ADDC-9352-4AC9-9059-CEC6C6DB0EAF}"/>
                </a:ext>
              </a:extLst>
            </p:cNvPr>
            <p:cNvSpPr txBox="1"/>
            <p:nvPr/>
          </p:nvSpPr>
          <p:spPr>
            <a:xfrm>
              <a:off x="7039484" y="3675289"/>
              <a:ext cx="332355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rgbClr val="FF0000"/>
                  </a:solidFill>
                </a:rPr>
                <a:t>Curva</a:t>
              </a:r>
              <a:r>
                <a:rPr lang="en-US" dirty="0">
                  <a:solidFill>
                    <a:srgbClr val="FF0000"/>
                  </a:solidFill>
                </a:rPr>
                <a:t> que </a:t>
              </a:r>
              <a:r>
                <a:rPr lang="en-US" dirty="0" err="1">
                  <a:solidFill>
                    <a:srgbClr val="FF0000"/>
                  </a:solidFill>
                </a:rPr>
                <a:t>representa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  <a:r>
                <a:rPr lang="en-US" dirty="0" err="1">
                  <a:solidFill>
                    <a:srgbClr val="FF0000"/>
                  </a:solidFill>
                </a:rPr>
                <a:t>dinámica</a:t>
              </a:r>
              <a:r>
                <a:rPr lang="en-US" dirty="0">
                  <a:solidFill>
                    <a:srgbClr val="FF0000"/>
                  </a:solidFill>
                </a:rPr>
                <a:t> del </a:t>
              </a:r>
              <a:r>
                <a:rPr lang="en-US" dirty="0" err="1">
                  <a:solidFill>
                    <a:srgbClr val="FF0000"/>
                  </a:solidFill>
                </a:rPr>
                <a:t>sistema</a:t>
              </a:r>
              <a:r>
                <a:rPr lang="en-US" dirty="0">
                  <a:solidFill>
                    <a:srgbClr val="FF0000"/>
                  </a:solidFill>
                </a:rPr>
                <a:t> para </a:t>
              </a:r>
              <a:r>
                <a:rPr lang="en-US" dirty="0" err="1">
                  <a:solidFill>
                    <a:srgbClr val="FF0000"/>
                  </a:solidFill>
                </a:rPr>
                <a:t>una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  <a:r>
                <a:rPr lang="en-US" dirty="0" err="1">
                  <a:solidFill>
                    <a:srgbClr val="FF0000"/>
                  </a:solidFill>
                </a:rPr>
                <a:t>condición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  <a:r>
                <a:rPr lang="en-US" dirty="0" err="1">
                  <a:solidFill>
                    <a:srgbClr val="FF0000"/>
                  </a:solidFill>
                </a:rPr>
                <a:t>inicial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  <a:r>
                <a:rPr lang="en-US" dirty="0" err="1">
                  <a:solidFill>
                    <a:srgbClr val="FF0000"/>
                  </a:solidFill>
                </a:rPr>
                <a:t>específica</a:t>
              </a:r>
              <a:endParaRPr lang="es-CL" dirty="0">
                <a:solidFill>
                  <a:srgbClr val="FF0000"/>
                </a:solidFill>
              </a:endParaRPr>
            </a:p>
          </p:txBody>
        </p:sp>
        <p:cxnSp>
          <p:nvCxnSpPr>
            <p:cNvPr id="81" name="Conector: curvado 80">
              <a:extLst>
                <a:ext uri="{FF2B5EF4-FFF2-40B4-BE49-F238E27FC236}">
                  <a16:creationId xmlns:a16="http://schemas.microsoft.com/office/drawing/2014/main" id="{27579B04-CC35-4D6E-BFDE-0C4F7E106056}"/>
                </a:ext>
              </a:extLst>
            </p:cNvPr>
            <p:cNvCxnSpPr>
              <a:cxnSpLocks/>
            </p:cNvCxnSpPr>
            <p:nvPr/>
          </p:nvCxnSpPr>
          <p:spPr>
            <a:xfrm>
              <a:off x="7745822" y="3492269"/>
              <a:ext cx="283771" cy="239158"/>
            </a:xfrm>
            <a:prstGeom prst="curvedConnector3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6478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941C25BC-E0E8-423F-8C53-BDE9C08E312E}"/>
              </a:ext>
            </a:extLst>
          </p:cNvPr>
          <p:cNvGrpSpPr/>
          <p:nvPr/>
        </p:nvGrpSpPr>
        <p:grpSpPr>
          <a:xfrm>
            <a:off x="453998" y="759955"/>
            <a:ext cx="2447318" cy="3247150"/>
            <a:chOff x="476858" y="759955"/>
            <a:chExt cx="2447318" cy="3247150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447BB143-B433-47E5-BFDC-6187F6177FA7}"/>
                </a:ext>
              </a:extLst>
            </p:cNvPr>
            <p:cNvGrpSpPr/>
            <p:nvPr/>
          </p:nvGrpSpPr>
          <p:grpSpPr>
            <a:xfrm>
              <a:off x="485424" y="1120603"/>
              <a:ext cx="2188872" cy="2194097"/>
              <a:chOff x="5205931" y="848725"/>
              <a:chExt cx="2160000" cy="2160000"/>
            </a:xfrm>
          </p:grpSpPr>
          <p:cxnSp>
            <p:nvCxnSpPr>
              <p:cNvPr id="37" name="Conector recto 36">
                <a:extLst>
                  <a:ext uri="{FF2B5EF4-FFF2-40B4-BE49-F238E27FC236}">
                    <a16:creationId xmlns:a16="http://schemas.microsoft.com/office/drawing/2014/main" id="{AA25B251-3015-47BE-A752-0AF6BF67A1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69026" y="848725"/>
                <a:ext cx="16905" cy="216000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40" name="Conector recto 39">
                <a:extLst>
                  <a:ext uri="{FF2B5EF4-FFF2-40B4-BE49-F238E27FC236}">
                    <a16:creationId xmlns:a16="http://schemas.microsoft.com/office/drawing/2014/main" id="{8DF79DFF-6B68-421E-B15A-0AC9CDC859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5931" y="1957961"/>
                <a:ext cx="216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CuadroTexto 2">
                  <a:extLst>
                    <a:ext uri="{FF2B5EF4-FFF2-40B4-BE49-F238E27FC236}">
                      <a16:creationId xmlns:a16="http://schemas.microsoft.com/office/drawing/2014/main" id="{309CA282-2A0E-4519-AB98-7A765C43CA19}"/>
                    </a:ext>
                  </a:extLst>
                </p:cNvPr>
                <p:cNvSpPr txBox="1"/>
                <p:nvPr/>
              </p:nvSpPr>
              <p:spPr>
                <a:xfrm>
                  <a:off x="1427681" y="759955"/>
                  <a:ext cx="270095" cy="2145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3" name="CuadroTexto 2">
                  <a:extLst>
                    <a:ext uri="{FF2B5EF4-FFF2-40B4-BE49-F238E27FC236}">
                      <a16:creationId xmlns:a16="http://schemas.microsoft.com/office/drawing/2014/main" id="{309CA282-2A0E-4519-AB98-7A765C43C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7681" y="759955"/>
                  <a:ext cx="270095" cy="214583"/>
                </a:xfrm>
                <a:prstGeom prst="rect">
                  <a:avLst/>
                </a:prstGeom>
                <a:blipFill>
                  <a:blip r:embed="rId2"/>
                  <a:stretch>
                    <a:fillRect r="-35556" b="-7142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A3B86452-9A01-4F32-9410-8DCC23B1893E}"/>
                    </a:ext>
                  </a:extLst>
                </p:cNvPr>
                <p:cNvSpPr txBox="1"/>
                <p:nvPr/>
              </p:nvSpPr>
              <p:spPr>
                <a:xfrm>
                  <a:off x="2657165" y="2032766"/>
                  <a:ext cx="267011" cy="2145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A3B86452-9A01-4F32-9410-8DCC23B189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7165" y="2032766"/>
                  <a:ext cx="267011" cy="214583"/>
                </a:xfrm>
                <a:prstGeom prst="rect">
                  <a:avLst/>
                </a:prstGeom>
                <a:blipFill>
                  <a:blip r:embed="rId3"/>
                  <a:stretch>
                    <a:fillRect r="-36364" b="-6666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254BB163-4CEA-440D-9CA1-1219238A238D}"/>
                </a:ext>
              </a:extLst>
            </p:cNvPr>
            <p:cNvSpPr/>
            <p:nvPr/>
          </p:nvSpPr>
          <p:spPr>
            <a:xfrm>
              <a:off x="1045500" y="1715915"/>
              <a:ext cx="1068719" cy="100347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dk1"/>
                </a:solidFill>
              </a:endParaRPr>
            </a:p>
          </p:txBody>
        </p: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19D73760-E6BA-49DE-8A06-CE6476E0B202}"/>
                </a:ext>
              </a:extLst>
            </p:cNvPr>
            <p:cNvGrpSpPr/>
            <p:nvPr/>
          </p:nvGrpSpPr>
          <p:grpSpPr>
            <a:xfrm rot="7157094">
              <a:off x="1806010" y="1748326"/>
              <a:ext cx="107777" cy="97567"/>
              <a:chOff x="740345" y="4121982"/>
              <a:chExt cx="107777" cy="97567"/>
            </a:xfrm>
          </p:grpSpPr>
          <p:cxnSp>
            <p:nvCxnSpPr>
              <p:cNvPr id="80" name="Conector recto 79">
                <a:extLst>
                  <a:ext uri="{FF2B5EF4-FFF2-40B4-BE49-F238E27FC236}">
                    <a16:creationId xmlns:a16="http://schemas.microsoft.com/office/drawing/2014/main" id="{E52A8B60-E8C7-48C5-9283-F16EE0AE6097}"/>
                  </a:ext>
                </a:extLst>
              </p:cNvPr>
              <p:cNvCxnSpPr>
                <a:cxnSpLocks/>
              </p:cNvCxnSpPr>
              <p:nvPr/>
            </p:nvCxnSpPr>
            <p:spPr>
              <a:xfrm rot="21335985">
                <a:off x="740345" y="4126476"/>
                <a:ext cx="44450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2" name="Conector recto 81">
                <a:extLst>
                  <a:ext uri="{FF2B5EF4-FFF2-40B4-BE49-F238E27FC236}">
                    <a16:creationId xmlns:a16="http://schemas.microsoft.com/office/drawing/2014/main" id="{2EE1AA2D-44AA-4B43-83DD-083C5B653AF5}"/>
                  </a:ext>
                </a:extLst>
              </p:cNvPr>
              <p:cNvCxnSpPr>
                <a:cxnSpLocks/>
              </p:cNvCxnSpPr>
              <p:nvPr/>
            </p:nvCxnSpPr>
            <p:spPr>
              <a:xfrm rot="21335985" flipV="1">
                <a:off x="793820" y="4121982"/>
                <a:ext cx="54302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6B20D5CA-5A80-4D0E-9139-5E75359C6EE2}"/>
                </a:ext>
              </a:extLst>
            </p:cNvPr>
            <p:cNvGrpSpPr/>
            <p:nvPr/>
          </p:nvGrpSpPr>
          <p:grpSpPr>
            <a:xfrm rot="2693042">
              <a:off x="1123576" y="1845338"/>
              <a:ext cx="107777" cy="97567"/>
              <a:chOff x="740345" y="4121982"/>
              <a:chExt cx="107777" cy="97567"/>
            </a:xfrm>
          </p:grpSpPr>
          <p:cxnSp>
            <p:nvCxnSpPr>
              <p:cNvPr id="85" name="Conector recto 84">
                <a:extLst>
                  <a:ext uri="{FF2B5EF4-FFF2-40B4-BE49-F238E27FC236}">
                    <a16:creationId xmlns:a16="http://schemas.microsoft.com/office/drawing/2014/main" id="{6EC2F734-2A29-4D88-BFED-02B9DB5922B8}"/>
                  </a:ext>
                </a:extLst>
              </p:cNvPr>
              <p:cNvCxnSpPr>
                <a:cxnSpLocks/>
              </p:cNvCxnSpPr>
              <p:nvPr/>
            </p:nvCxnSpPr>
            <p:spPr>
              <a:xfrm rot="21335985">
                <a:off x="740345" y="4126476"/>
                <a:ext cx="44450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6" name="Conector recto 85">
                <a:extLst>
                  <a:ext uri="{FF2B5EF4-FFF2-40B4-BE49-F238E27FC236}">
                    <a16:creationId xmlns:a16="http://schemas.microsoft.com/office/drawing/2014/main" id="{39F361B1-A8A6-405C-9D3E-FC181D245315}"/>
                  </a:ext>
                </a:extLst>
              </p:cNvPr>
              <p:cNvCxnSpPr>
                <a:cxnSpLocks/>
              </p:cNvCxnSpPr>
              <p:nvPr/>
            </p:nvCxnSpPr>
            <p:spPr>
              <a:xfrm rot="21335985" flipV="1">
                <a:off x="793820" y="4121982"/>
                <a:ext cx="54302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87" name="Grupo 86">
              <a:extLst>
                <a:ext uri="{FF2B5EF4-FFF2-40B4-BE49-F238E27FC236}">
                  <a16:creationId xmlns:a16="http://schemas.microsoft.com/office/drawing/2014/main" id="{59F47DBA-653B-4E02-96FD-3C9171325704}"/>
                </a:ext>
              </a:extLst>
            </p:cNvPr>
            <p:cNvGrpSpPr/>
            <p:nvPr/>
          </p:nvGrpSpPr>
          <p:grpSpPr>
            <a:xfrm rot="13745988">
              <a:off x="1894419" y="2522721"/>
              <a:ext cx="107777" cy="97567"/>
              <a:chOff x="740345" y="4121982"/>
              <a:chExt cx="107777" cy="97567"/>
            </a:xfrm>
          </p:grpSpPr>
          <p:cxnSp>
            <p:nvCxnSpPr>
              <p:cNvPr id="88" name="Conector recto 87">
                <a:extLst>
                  <a:ext uri="{FF2B5EF4-FFF2-40B4-BE49-F238E27FC236}">
                    <a16:creationId xmlns:a16="http://schemas.microsoft.com/office/drawing/2014/main" id="{A88EAEE7-4714-4C73-8828-D0BABEB2E0BE}"/>
                  </a:ext>
                </a:extLst>
              </p:cNvPr>
              <p:cNvCxnSpPr>
                <a:cxnSpLocks/>
              </p:cNvCxnSpPr>
              <p:nvPr/>
            </p:nvCxnSpPr>
            <p:spPr>
              <a:xfrm rot="21335985">
                <a:off x="740345" y="4126476"/>
                <a:ext cx="44450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9" name="Conector recto 88">
                <a:extLst>
                  <a:ext uri="{FF2B5EF4-FFF2-40B4-BE49-F238E27FC236}">
                    <a16:creationId xmlns:a16="http://schemas.microsoft.com/office/drawing/2014/main" id="{7F04CE0A-C920-4230-8944-C3422B16980F}"/>
                  </a:ext>
                </a:extLst>
              </p:cNvPr>
              <p:cNvCxnSpPr>
                <a:cxnSpLocks/>
              </p:cNvCxnSpPr>
              <p:nvPr/>
            </p:nvCxnSpPr>
            <p:spPr>
              <a:xfrm rot="21335985" flipV="1">
                <a:off x="793820" y="4121982"/>
                <a:ext cx="54302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90" name="Grupo 89">
              <a:extLst>
                <a:ext uri="{FF2B5EF4-FFF2-40B4-BE49-F238E27FC236}">
                  <a16:creationId xmlns:a16="http://schemas.microsoft.com/office/drawing/2014/main" id="{254DA30B-38EE-4AFF-A67A-D9792C96508F}"/>
                </a:ext>
              </a:extLst>
            </p:cNvPr>
            <p:cNvGrpSpPr/>
            <p:nvPr/>
          </p:nvGrpSpPr>
          <p:grpSpPr>
            <a:xfrm rot="18138627">
              <a:off x="1243554" y="2584510"/>
              <a:ext cx="107777" cy="97567"/>
              <a:chOff x="740345" y="4121982"/>
              <a:chExt cx="107777" cy="97567"/>
            </a:xfrm>
          </p:grpSpPr>
          <p:cxnSp>
            <p:nvCxnSpPr>
              <p:cNvPr id="91" name="Conector recto 90">
                <a:extLst>
                  <a:ext uri="{FF2B5EF4-FFF2-40B4-BE49-F238E27FC236}">
                    <a16:creationId xmlns:a16="http://schemas.microsoft.com/office/drawing/2014/main" id="{9A21C487-E588-4F68-A6A0-D706D1BD5EBD}"/>
                  </a:ext>
                </a:extLst>
              </p:cNvPr>
              <p:cNvCxnSpPr>
                <a:cxnSpLocks/>
              </p:cNvCxnSpPr>
              <p:nvPr/>
            </p:nvCxnSpPr>
            <p:spPr>
              <a:xfrm rot="21335985">
                <a:off x="740345" y="4126476"/>
                <a:ext cx="44450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2" name="Conector recto 91">
                <a:extLst>
                  <a:ext uri="{FF2B5EF4-FFF2-40B4-BE49-F238E27FC236}">
                    <a16:creationId xmlns:a16="http://schemas.microsoft.com/office/drawing/2014/main" id="{21D84570-620E-4002-8AAE-64041B5C4192}"/>
                  </a:ext>
                </a:extLst>
              </p:cNvPr>
              <p:cNvCxnSpPr>
                <a:cxnSpLocks/>
              </p:cNvCxnSpPr>
              <p:nvPr/>
            </p:nvCxnSpPr>
            <p:spPr>
              <a:xfrm rot="21335985" flipV="1">
                <a:off x="793820" y="4121982"/>
                <a:ext cx="54302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249EF78F-CE31-4E0F-8C63-F64D5DA2A76A}"/>
                </a:ext>
              </a:extLst>
            </p:cNvPr>
            <p:cNvSpPr txBox="1"/>
            <p:nvPr/>
          </p:nvSpPr>
          <p:spPr>
            <a:xfrm>
              <a:off x="476858" y="3422330"/>
              <a:ext cx="218887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“</a:t>
              </a:r>
              <a:r>
                <a:rPr lang="en-US" sz="1600" dirty="0" err="1"/>
                <a:t>Condicionalmente</a:t>
              </a:r>
              <a:r>
                <a:rPr lang="en-US" sz="1600" dirty="0"/>
                <a:t>” </a:t>
              </a:r>
              <a:r>
                <a:rPr lang="en-US" sz="1600" dirty="0" err="1"/>
                <a:t>Estable</a:t>
              </a:r>
              <a:endParaRPr lang="es-CL" sz="1600" dirty="0"/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93306165-47A1-41F8-B042-328A1E5545CD}"/>
              </a:ext>
            </a:extLst>
          </p:cNvPr>
          <p:cNvGrpSpPr/>
          <p:nvPr/>
        </p:nvGrpSpPr>
        <p:grpSpPr>
          <a:xfrm>
            <a:off x="2985216" y="759955"/>
            <a:ext cx="2447318" cy="3247150"/>
            <a:chOff x="3380924" y="759955"/>
            <a:chExt cx="2447318" cy="3247150"/>
          </a:xfrm>
        </p:grpSpPr>
        <p:grpSp>
          <p:nvGrpSpPr>
            <p:cNvPr id="94" name="Grupo 93">
              <a:extLst>
                <a:ext uri="{FF2B5EF4-FFF2-40B4-BE49-F238E27FC236}">
                  <a16:creationId xmlns:a16="http://schemas.microsoft.com/office/drawing/2014/main" id="{6AF85588-076E-475E-9A5C-FA5FCDA40102}"/>
                </a:ext>
              </a:extLst>
            </p:cNvPr>
            <p:cNvGrpSpPr/>
            <p:nvPr/>
          </p:nvGrpSpPr>
          <p:grpSpPr>
            <a:xfrm>
              <a:off x="3389490" y="1120603"/>
              <a:ext cx="2188872" cy="2194097"/>
              <a:chOff x="5205931" y="848725"/>
              <a:chExt cx="2160000" cy="2160000"/>
            </a:xfrm>
          </p:grpSpPr>
          <p:cxnSp>
            <p:nvCxnSpPr>
              <p:cNvPr id="111" name="Conector recto 110">
                <a:extLst>
                  <a:ext uri="{FF2B5EF4-FFF2-40B4-BE49-F238E27FC236}">
                    <a16:creationId xmlns:a16="http://schemas.microsoft.com/office/drawing/2014/main" id="{1C64D56B-6ACC-424A-B7FC-C8D523E7CD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69026" y="848725"/>
                <a:ext cx="16905" cy="216000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12" name="Conector recto 111">
                <a:extLst>
                  <a:ext uri="{FF2B5EF4-FFF2-40B4-BE49-F238E27FC236}">
                    <a16:creationId xmlns:a16="http://schemas.microsoft.com/office/drawing/2014/main" id="{49935562-18EF-4771-A000-C946A07F65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5931" y="1957961"/>
                <a:ext cx="216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CuadroTexto 94">
                  <a:extLst>
                    <a:ext uri="{FF2B5EF4-FFF2-40B4-BE49-F238E27FC236}">
                      <a16:creationId xmlns:a16="http://schemas.microsoft.com/office/drawing/2014/main" id="{688B9159-F9F8-45B9-A6F3-9C697FDA0AEE}"/>
                    </a:ext>
                  </a:extLst>
                </p:cNvPr>
                <p:cNvSpPr txBox="1"/>
                <p:nvPr/>
              </p:nvSpPr>
              <p:spPr>
                <a:xfrm>
                  <a:off x="4331747" y="759955"/>
                  <a:ext cx="270095" cy="2145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95" name="CuadroTexto 94">
                  <a:extLst>
                    <a:ext uri="{FF2B5EF4-FFF2-40B4-BE49-F238E27FC236}">
                      <a16:creationId xmlns:a16="http://schemas.microsoft.com/office/drawing/2014/main" id="{688B9159-F9F8-45B9-A6F3-9C697FDA0A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1747" y="759955"/>
                  <a:ext cx="270095" cy="214583"/>
                </a:xfrm>
                <a:prstGeom prst="rect">
                  <a:avLst/>
                </a:prstGeom>
                <a:blipFill>
                  <a:blip r:embed="rId4"/>
                  <a:stretch>
                    <a:fillRect r="-36364" b="-7142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CuadroTexto 95">
                  <a:extLst>
                    <a:ext uri="{FF2B5EF4-FFF2-40B4-BE49-F238E27FC236}">
                      <a16:creationId xmlns:a16="http://schemas.microsoft.com/office/drawing/2014/main" id="{149D1F4C-B096-4BAA-A8AB-5163C06DBB8C}"/>
                    </a:ext>
                  </a:extLst>
                </p:cNvPr>
                <p:cNvSpPr txBox="1"/>
                <p:nvPr/>
              </p:nvSpPr>
              <p:spPr>
                <a:xfrm>
                  <a:off x="5561231" y="2032766"/>
                  <a:ext cx="267011" cy="2145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96" name="CuadroTexto 95">
                  <a:extLst>
                    <a:ext uri="{FF2B5EF4-FFF2-40B4-BE49-F238E27FC236}">
                      <a16:creationId xmlns:a16="http://schemas.microsoft.com/office/drawing/2014/main" id="{149D1F4C-B096-4BAA-A8AB-5163C06DBB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1231" y="2032766"/>
                  <a:ext cx="267011" cy="214583"/>
                </a:xfrm>
                <a:prstGeom prst="rect">
                  <a:avLst/>
                </a:prstGeom>
                <a:blipFill>
                  <a:blip r:embed="rId5"/>
                  <a:stretch>
                    <a:fillRect r="-36364" b="-6666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" name="CuadroTexto 101">
              <a:extLst>
                <a:ext uri="{FF2B5EF4-FFF2-40B4-BE49-F238E27FC236}">
                  <a16:creationId xmlns:a16="http://schemas.microsoft.com/office/drawing/2014/main" id="{6D66D7EB-66FE-42EE-8A98-782209BFA3ED}"/>
                </a:ext>
              </a:extLst>
            </p:cNvPr>
            <p:cNvSpPr txBox="1"/>
            <p:nvPr/>
          </p:nvSpPr>
          <p:spPr>
            <a:xfrm>
              <a:off x="3380924" y="3422330"/>
              <a:ext cx="218887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/>
                <a:t>Asintóticamente</a:t>
              </a:r>
              <a:r>
                <a:rPr lang="en-US" sz="1600" dirty="0"/>
                <a:t> </a:t>
              </a:r>
            </a:p>
            <a:p>
              <a:pPr algn="ctr"/>
              <a:r>
                <a:rPr lang="en-US" sz="1600" dirty="0" err="1"/>
                <a:t>Estable</a:t>
              </a:r>
              <a:endParaRPr lang="es-CL" sz="1600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7A848191-8D7F-4499-866A-711A8F18760D}"/>
                </a:ext>
              </a:extLst>
            </p:cNvPr>
            <p:cNvSpPr/>
            <p:nvPr/>
          </p:nvSpPr>
          <p:spPr>
            <a:xfrm>
              <a:off x="3894484" y="1725668"/>
              <a:ext cx="1117784" cy="960746"/>
            </a:xfrm>
            <a:custGeom>
              <a:avLst/>
              <a:gdLst>
                <a:gd name="connsiteX0" fmla="*/ 617590 w 1134057"/>
                <a:gd name="connsiteY0" fmla="*/ 447170 h 904772"/>
                <a:gd name="connsiteX1" fmla="*/ 558323 w 1134057"/>
                <a:gd name="connsiteY1" fmla="*/ 557237 h 904772"/>
                <a:gd name="connsiteX2" fmla="*/ 431323 w 1134057"/>
                <a:gd name="connsiteY2" fmla="*/ 472570 h 904772"/>
                <a:gd name="connsiteX3" fmla="*/ 524457 w 1134057"/>
                <a:gd name="connsiteY3" fmla="*/ 362504 h 904772"/>
                <a:gd name="connsiteX4" fmla="*/ 693790 w 1134057"/>
                <a:gd name="connsiteY4" fmla="*/ 345570 h 904772"/>
                <a:gd name="connsiteX5" fmla="*/ 753057 w 1134057"/>
                <a:gd name="connsiteY5" fmla="*/ 421770 h 904772"/>
                <a:gd name="connsiteX6" fmla="*/ 719190 w 1134057"/>
                <a:gd name="connsiteY6" fmla="*/ 599570 h 904772"/>
                <a:gd name="connsiteX7" fmla="*/ 617590 w 1134057"/>
                <a:gd name="connsiteY7" fmla="*/ 667304 h 904772"/>
                <a:gd name="connsiteX8" fmla="*/ 295857 w 1134057"/>
                <a:gd name="connsiteY8" fmla="*/ 624970 h 904772"/>
                <a:gd name="connsiteX9" fmla="*/ 185790 w 1134057"/>
                <a:gd name="connsiteY9" fmla="*/ 438704 h 904772"/>
                <a:gd name="connsiteX10" fmla="*/ 456723 w 1134057"/>
                <a:gd name="connsiteY10" fmla="*/ 176237 h 904772"/>
                <a:gd name="connsiteX11" fmla="*/ 744590 w 1134057"/>
                <a:gd name="connsiteY11" fmla="*/ 201637 h 904772"/>
                <a:gd name="connsiteX12" fmla="*/ 880057 w 1134057"/>
                <a:gd name="connsiteY12" fmla="*/ 387904 h 904772"/>
                <a:gd name="connsiteX13" fmla="*/ 913923 w 1134057"/>
                <a:gd name="connsiteY13" fmla="*/ 650370 h 904772"/>
                <a:gd name="connsiteX14" fmla="*/ 812323 w 1134057"/>
                <a:gd name="connsiteY14" fmla="*/ 836637 h 904772"/>
                <a:gd name="connsiteX15" fmla="*/ 465190 w 1134057"/>
                <a:gd name="connsiteY15" fmla="*/ 904370 h 904772"/>
                <a:gd name="connsiteX16" fmla="*/ 50323 w 1134057"/>
                <a:gd name="connsiteY16" fmla="*/ 811237 h 904772"/>
                <a:gd name="connsiteX17" fmla="*/ 16457 w 1134057"/>
                <a:gd name="connsiteY17" fmla="*/ 447170 h 904772"/>
                <a:gd name="connsiteX18" fmla="*/ 134990 w 1134057"/>
                <a:gd name="connsiteY18" fmla="*/ 133904 h 904772"/>
                <a:gd name="connsiteX19" fmla="*/ 490590 w 1134057"/>
                <a:gd name="connsiteY19" fmla="*/ 6904 h 904772"/>
                <a:gd name="connsiteX20" fmla="*/ 905457 w 1134057"/>
                <a:gd name="connsiteY20" fmla="*/ 66170 h 904772"/>
                <a:gd name="connsiteX21" fmla="*/ 1134057 w 1134057"/>
                <a:gd name="connsiteY21" fmla="*/ 472570 h 904772"/>
                <a:gd name="connsiteX0" fmla="*/ 601317 w 1117784"/>
                <a:gd name="connsiteY0" fmla="*/ 447170 h 906851"/>
                <a:gd name="connsiteX1" fmla="*/ 542050 w 1117784"/>
                <a:gd name="connsiteY1" fmla="*/ 557237 h 906851"/>
                <a:gd name="connsiteX2" fmla="*/ 415050 w 1117784"/>
                <a:gd name="connsiteY2" fmla="*/ 472570 h 906851"/>
                <a:gd name="connsiteX3" fmla="*/ 508184 w 1117784"/>
                <a:gd name="connsiteY3" fmla="*/ 362504 h 906851"/>
                <a:gd name="connsiteX4" fmla="*/ 677517 w 1117784"/>
                <a:gd name="connsiteY4" fmla="*/ 345570 h 906851"/>
                <a:gd name="connsiteX5" fmla="*/ 736784 w 1117784"/>
                <a:gd name="connsiteY5" fmla="*/ 421770 h 906851"/>
                <a:gd name="connsiteX6" fmla="*/ 702917 w 1117784"/>
                <a:gd name="connsiteY6" fmla="*/ 599570 h 906851"/>
                <a:gd name="connsiteX7" fmla="*/ 601317 w 1117784"/>
                <a:gd name="connsiteY7" fmla="*/ 667304 h 906851"/>
                <a:gd name="connsiteX8" fmla="*/ 279584 w 1117784"/>
                <a:gd name="connsiteY8" fmla="*/ 624970 h 906851"/>
                <a:gd name="connsiteX9" fmla="*/ 169517 w 1117784"/>
                <a:gd name="connsiteY9" fmla="*/ 438704 h 906851"/>
                <a:gd name="connsiteX10" fmla="*/ 440450 w 1117784"/>
                <a:gd name="connsiteY10" fmla="*/ 176237 h 906851"/>
                <a:gd name="connsiteX11" fmla="*/ 728317 w 1117784"/>
                <a:gd name="connsiteY11" fmla="*/ 201637 h 906851"/>
                <a:gd name="connsiteX12" fmla="*/ 863784 w 1117784"/>
                <a:gd name="connsiteY12" fmla="*/ 387904 h 906851"/>
                <a:gd name="connsiteX13" fmla="*/ 897650 w 1117784"/>
                <a:gd name="connsiteY13" fmla="*/ 650370 h 906851"/>
                <a:gd name="connsiteX14" fmla="*/ 796050 w 1117784"/>
                <a:gd name="connsiteY14" fmla="*/ 836637 h 906851"/>
                <a:gd name="connsiteX15" fmla="*/ 448917 w 1117784"/>
                <a:gd name="connsiteY15" fmla="*/ 904370 h 906851"/>
                <a:gd name="connsiteX16" fmla="*/ 101783 w 1117784"/>
                <a:gd name="connsiteY16" fmla="*/ 760437 h 906851"/>
                <a:gd name="connsiteX17" fmla="*/ 184 w 1117784"/>
                <a:gd name="connsiteY17" fmla="*/ 447170 h 906851"/>
                <a:gd name="connsiteX18" fmla="*/ 118717 w 1117784"/>
                <a:gd name="connsiteY18" fmla="*/ 133904 h 906851"/>
                <a:gd name="connsiteX19" fmla="*/ 474317 w 1117784"/>
                <a:gd name="connsiteY19" fmla="*/ 6904 h 906851"/>
                <a:gd name="connsiteX20" fmla="*/ 889184 w 1117784"/>
                <a:gd name="connsiteY20" fmla="*/ 66170 h 906851"/>
                <a:gd name="connsiteX21" fmla="*/ 1117784 w 1117784"/>
                <a:gd name="connsiteY21" fmla="*/ 472570 h 906851"/>
                <a:gd name="connsiteX0" fmla="*/ 601317 w 1117784"/>
                <a:gd name="connsiteY0" fmla="*/ 501065 h 960746"/>
                <a:gd name="connsiteX1" fmla="*/ 542050 w 1117784"/>
                <a:gd name="connsiteY1" fmla="*/ 611132 h 960746"/>
                <a:gd name="connsiteX2" fmla="*/ 415050 w 1117784"/>
                <a:gd name="connsiteY2" fmla="*/ 526465 h 960746"/>
                <a:gd name="connsiteX3" fmla="*/ 508184 w 1117784"/>
                <a:gd name="connsiteY3" fmla="*/ 416399 h 960746"/>
                <a:gd name="connsiteX4" fmla="*/ 677517 w 1117784"/>
                <a:gd name="connsiteY4" fmla="*/ 399465 h 960746"/>
                <a:gd name="connsiteX5" fmla="*/ 736784 w 1117784"/>
                <a:gd name="connsiteY5" fmla="*/ 475665 h 960746"/>
                <a:gd name="connsiteX6" fmla="*/ 702917 w 1117784"/>
                <a:gd name="connsiteY6" fmla="*/ 653465 h 960746"/>
                <a:gd name="connsiteX7" fmla="*/ 601317 w 1117784"/>
                <a:gd name="connsiteY7" fmla="*/ 721199 h 960746"/>
                <a:gd name="connsiteX8" fmla="*/ 279584 w 1117784"/>
                <a:gd name="connsiteY8" fmla="*/ 678865 h 960746"/>
                <a:gd name="connsiteX9" fmla="*/ 169517 w 1117784"/>
                <a:gd name="connsiteY9" fmla="*/ 492599 h 960746"/>
                <a:gd name="connsiteX10" fmla="*/ 440450 w 1117784"/>
                <a:gd name="connsiteY10" fmla="*/ 230132 h 960746"/>
                <a:gd name="connsiteX11" fmla="*/ 728317 w 1117784"/>
                <a:gd name="connsiteY11" fmla="*/ 255532 h 960746"/>
                <a:gd name="connsiteX12" fmla="*/ 863784 w 1117784"/>
                <a:gd name="connsiteY12" fmla="*/ 441799 h 960746"/>
                <a:gd name="connsiteX13" fmla="*/ 897650 w 1117784"/>
                <a:gd name="connsiteY13" fmla="*/ 704265 h 960746"/>
                <a:gd name="connsiteX14" fmla="*/ 796050 w 1117784"/>
                <a:gd name="connsiteY14" fmla="*/ 890532 h 960746"/>
                <a:gd name="connsiteX15" fmla="*/ 448917 w 1117784"/>
                <a:gd name="connsiteY15" fmla="*/ 958265 h 960746"/>
                <a:gd name="connsiteX16" fmla="*/ 101783 w 1117784"/>
                <a:gd name="connsiteY16" fmla="*/ 814332 h 960746"/>
                <a:gd name="connsiteX17" fmla="*/ 184 w 1117784"/>
                <a:gd name="connsiteY17" fmla="*/ 501065 h 960746"/>
                <a:gd name="connsiteX18" fmla="*/ 118717 w 1117784"/>
                <a:gd name="connsiteY18" fmla="*/ 187799 h 960746"/>
                <a:gd name="connsiteX19" fmla="*/ 474317 w 1117784"/>
                <a:gd name="connsiteY19" fmla="*/ 1533 h 960746"/>
                <a:gd name="connsiteX20" fmla="*/ 889184 w 1117784"/>
                <a:gd name="connsiteY20" fmla="*/ 120065 h 960746"/>
                <a:gd name="connsiteX21" fmla="*/ 1117784 w 1117784"/>
                <a:gd name="connsiteY21" fmla="*/ 526465 h 960746"/>
                <a:gd name="connsiteX0" fmla="*/ 601317 w 1117784"/>
                <a:gd name="connsiteY0" fmla="*/ 501065 h 960746"/>
                <a:gd name="connsiteX1" fmla="*/ 542050 w 1117784"/>
                <a:gd name="connsiteY1" fmla="*/ 611132 h 960746"/>
                <a:gd name="connsiteX2" fmla="*/ 415050 w 1117784"/>
                <a:gd name="connsiteY2" fmla="*/ 526465 h 960746"/>
                <a:gd name="connsiteX3" fmla="*/ 508184 w 1117784"/>
                <a:gd name="connsiteY3" fmla="*/ 416399 h 960746"/>
                <a:gd name="connsiteX4" fmla="*/ 677517 w 1117784"/>
                <a:gd name="connsiteY4" fmla="*/ 399465 h 960746"/>
                <a:gd name="connsiteX5" fmla="*/ 736784 w 1117784"/>
                <a:gd name="connsiteY5" fmla="*/ 475665 h 960746"/>
                <a:gd name="connsiteX6" fmla="*/ 702917 w 1117784"/>
                <a:gd name="connsiteY6" fmla="*/ 653465 h 960746"/>
                <a:gd name="connsiteX7" fmla="*/ 601317 w 1117784"/>
                <a:gd name="connsiteY7" fmla="*/ 721199 h 960746"/>
                <a:gd name="connsiteX8" fmla="*/ 321918 w 1117784"/>
                <a:gd name="connsiteY8" fmla="*/ 678865 h 960746"/>
                <a:gd name="connsiteX9" fmla="*/ 169517 w 1117784"/>
                <a:gd name="connsiteY9" fmla="*/ 492599 h 960746"/>
                <a:gd name="connsiteX10" fmla="*/ 440450 w 1117784"/>
                <a:gd name="connsiteY10" fmla="*/ 230132 h 960746"/>
                <a:gd name="connsiteX11" fmla="*/ 728317 w 1117784"/>
                <a:gd name="connsiteY11" fmla="*/ 255532 h 960746"/>
                <a:gd name="connsiteX12" fmla="*/ 863784 w 1117784"/>
                <a:gd name="connsiteY12" fmla="*/ 441799 h 960746"/>
                <a:gd name="connsiteX13" fmla="*/ 897650 w 1117784"/>
                <a:gd name="connsiteY13" fmla="*/ 704265 h 960746"/>
                <a:gd name="connsiteX14" fmla="*/ 796050 w 1117784"/>
                <a:gd name="connsiteY14" fmla="*/ 890532 h 960746"/>
                <a:gd name="connsiteX15" fmla="*/ 448917 w 1117784"/>
                <a:gd name="connsiteY15" fmla="*/ 958265 h 960746"/>
                <a:gd name="connsiteX16" fmla="*/ 101783 w 1117784"/>
                <a:gd name="connsiteY16" fmla="*/ 814332 h 960746"/>
                <a:gd name="connsiteX17" fmla="*/ 184 w 1117784"/>
                <a:gd name="connsiteY17" fmla="*/ 501065 h 960746"/>
                <a:gd name="connsiteX18" fmla="*/ 118717 w 1117784"/>
                <a:gd name="connsiteY18" fmla="*/ 187799 h 960746"/>
                <a:gd name="connsiteX19" fmla="*/ 474317 w 1117784"/>
                <a:gd name="connsiteY19" fmla="*/ 1533 h 960746"/>
                <a:gd name="connsiteX20" fmla="*/ 889184 w 1117784"/>
                <a:gd name="connsiteY20" fmla="*/ 120065 h 960746"/>
                <a:gd name="connsiteX21" fmla="*/ 1117784 w 1117784"/>
                <a:gd name="connsiteY21" fmla="*/ 526465 h 960746"/>
                <a:gd name="connsiteX0" fmla="*/ 601317 w 1117784"/>
                <a:gd name="connsiteY0" fmla="*/ 501065 h 960746"/>
                <a:gd name="connsiteX1" fmla="*/ 542050 w 1117784"/>
                <a:gd name="connsiteY1" fmla="*/ 611132 h 960746"/>
                <a:gd name="connsiteX2" fmla="*/ 415050 w 1117784"/>
                <a:gd name="connsiteY2" fmla="*/ 526465 h 960746"/>
                <a:gd name="connsiteX3" fmla="*/ 508184 w 1117784"/>
                <a:gd name="connsiteY3" fmla="*/ 416399 h 960746"/>
                <a:gd name="connsiteX4" fmla="*/ 677517 w 1117784"/>
                <a:gd name="connsiteY4" fmla="*/ 399465 h 960746"/>
                <a:gd name="connsiteX5" fmla="*/ 736784 w 1117784"/>
                <a:gd name="connsiteY5" fmla="*/ 475665 h 960746"/>
                <a:gd name="connsiteX6" fmla="*/ 702917 w 1117784"/>
                <a:gd name="connsiteY6" fmla="*/ 653465 h 960746"/>
                <a:gd name="connsiteX7" fmla="*/ 601317 w 1117784"/>
                <a:gd name="connsiteY7" fmla="*/ 721199 h 960746"/>
                <a:gd name="connsiteX8" fmla="*/ 321918 w 1117784"/>
                <a:gd name="connsiteY8" fmla="*/ 678865 h 960746"/>
                <a:gd name="connsiteX9" fmla="*/ 254183 w 1117784"/>
                <a:gd name="connsiteY9" fmla="*/ 484133 h 960746"/>
                <a:gd name="connsiteX10" fmla="*/ 440450 w 1117784"/>
                <a:gd name="connsiteY10" fmla="*/ 230132 h 960746"/>
                <a:gd name="connsiteX11" fmla="*/ 728317 w 1117784"/>
                <a:gd name="connsiteY11" fmla="*/ 255532 h 960746"/>
                <a:gd name="connsiteX12" fmla="*/ 863784 w 1117784"/>
                <a:gd name="connsiteY12" fmla="*/ 441799 h 960746"/>
                <a:gd name="connsiteX13" fmla="*/ 897650 w 1117784"/>
                <a:gd name="connsiteY13" fmla="*/ 704265 h 960746"/>
                <a:gd name="connsiteX14" fmla="*/ 796050 w 1117784"/>
                <a:gd name="connsiteY14" fmla="*/ 890532 h 960746"/>
                <a:gd name="connsiteX15" fmla="*/ 448917 w 1117784"/>
                <a:gd name="connsiteY15" fmla="*/ 958265 h 960746"/>
                <a:gd name="connsiteX16" fmla="*/ 101783 w 1117784"/>
                <a:gd name="connsiteY16" fmla="*/ 814332 h 960746"/>
                <a:gd name="connsiteX17" fmla="*/ 184 w 1117784"/>
                <a:gd name="connsiteY17" fmla="*/ 501065 h 960746"/>
                <a:gd name="connsiteX18" fmla="*/ 118717 w 1117784"/>
                <a:gd name="connsiteY18" fmla="*/ 187799 h 960746"/>
                <a:gd name="connsiteX19" fmla="*/ 474317 w 1117784"/>
                <a:gd name="connsiteY19" fmla="*/ 1533 h 960746"/>
                <a:gd name="connsiteX20" fmla="*/ 889184 w 1117784"/>
                <a:gd name="connsiteY20" fmla="*/ 120065 h 960746"/>
                <a:gd name="connsiteX21" fmla="*/ 1117784 w 1117784"/>
                <a:gd name="connsiteY21" fmla="*/ 526465 h 960746"/>
                <a:gd name="connsiteX0" fmla="*/ 601317 w 1117784"/>
                <a:gd name="connsiteY0" fmla="*/ 501065 h 960746"/>
                <a:gd name="connsiteX1" fmla="*/ 542050 w 1117784"/>
                <a:gd name="connsiteY1" fmla="*/ 611132 h 960746"/>
                <a:gd name="connsiteX2" fmla="*/ 440450 w 1117784"/>
                <a:gd name="connsiteY2" fmla="*/ 517999 h 960746"/>
                <a:gd name="connsiteX3" fmla="*/ 508184 w 1117784"/>
                <a:gd name="connsiteY3" fmla="*/ 416399 h 960746"/>
                <a:gd name="connsiteX4" fmla="*/ 677517 w 1117784"/>
                <a:gd name="connsiteY4" fmla="*/ 399465 h 960746"/>
                <a:gd name="connsiteX5" fmla="*/ 736784 w 1117784"/>
                <a:gd name="connsiteY5" fmla="*/ 475665 h 960746"/>
                <a:gd name="connsiteX6" fmla="*/ 702917 w 1117784"/>
                <a:gd name="connsiteY6" fmla="*/ 653465 h 960746"/>
                <a:gd name="connsiteX7" fmla="*/ 601317 w 1117784"/>
                <a:gd name="connsiteY7" fmla="*/ 721199 h 960746"/>
                <a:gd name="connsiteX8" fmla="*/ 321918 w 1117784"/>
                <a:gd name="connsiteY8" fmla="*/ 678865 h 960746"/>
                <a:gd name="connsiteX9" fmla="*/ 254183 w 1117784"/>
                <a:gd name="connsiteY9" fmla="*/ 484133 h 960746"/>
                <a:gd name="connsiteX10" fmla="*/ 440450 w 1117784"/>
                <a:gd name="connsiteY10" fmla="*/ 230132 h 960746"/>
                <a:gd name="connsiteX11" fmla="*/ 728317 w 1117784"/>
                <a:gd name="connsiteY11" fmla="*/ 255532 h 960746"/>
                <a:gd name="connsiteX12" fmla="*/ 863784 w 1117784"/>
                <a:gd name="connsiteY12" fmla="*/ 441799 h 960746"/>
                <a:gd name="connsiteX13" fmla="*/ 897650 w 1117784"/>
                <a:gd name="connsiteY13" fmla="*/ 704265 h 960746"/>
                <a:gd name="connsiteX14" fmla="*/ 796050 w 1117784"/>
                <a:gd name="connsiteY14" fmla="*/ 890532 h 960746"/>
                <a:gd name="connsiteX15" fmla="*/ 448917 w 1117784"/>
                <a:gd name="connsiteY15" fmla="*/ 958265 h 960746"/>
                <a:gd name="connsiteX16" fmla="*/ 101783 w 1117784"/>
                <a:gd name="connsiteY16" fmla="*/ 814332 h 960746"/>
                <a:gd name="connsiteX17" fmla="*/ 184 w 1117784"/>
                <a:gd name="connsiteY17" fmla="*/ 501065 h 960746"/>
                <a:gd name="connsiteX18" fmla="*/ 118717 w 1117784"/>
                <a:gd name="connsiteY18" fmla="*/ 187799 h 960746"/>
                <a:gd name="connsiteX19" fmla="*/ 474317 w 1117784"/>
                <a:gd name="connsiteY19" fmla="*/ 1533 h 960746"/>
                <a:gd name="connsiteX20" fmla="*/ 889184 w 1117784"/>
                <a:gd name="connsiteY20" fmla="*/ 120065 h 960746"/>
                <a:gd name="connsiteX21" fmla="*/ 1117784 w 1117784"/>
                <a:gd name="connsiteY21" fmla="*/ 526465 h 96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17784" h="960746">
                  <a:moveTo>
                    <a:pt x="601317" y="501065"/>
                  </a:moveTo>
                  <a:cubicBezTo>
                    <a:pt x="587206" y="553982"/>
                    <a:pt x="568861" y="608310"/>
                    <a:pt x="542050" y="611132"/>
                  </a:cubicBezTo>
                  <a:cubicBezTo>
                    <a:pt x="515239" y="613954"/>
                    <a:pt x="446094" y="550454"/>
                    <a:pt x="440450" y="517999"/>
                  </a:cubicBezTo>
                  <a:cubicBezTo>
                    <a:pt x="434806" y="485544"/>
                    <a:pt x="468673" y="436155"/>
                    <a:pt x="508184" y="416399"/>
                  </a:cubicBezTo>
                  <a:cubicBezTo>
                    <a:pt x="547695" y="396643"/>
                    <a:pt x="639417" y="389587"/>
                    <a:pt x="677517" y="399465"/>
                  </a:cubicBezTo>
                  <a:cubicBezTo>
                    <a:pt x="715617" y="409343"/>
                    <a:pt x="732551" y="433332"/>
                    <a:pt x="736784" y="475665"/>
                  </a:cubicBezTo>
                  <a:cubicBezTo>
                    <a:pt x="741017" y="517998"/>
                    <a:pt x="725495" y="612543"/>
                    <a:pt x="702917" y="653465"/>
                  </a:cubicBezTo>
                  <a:cubicBezTo>
                    <a:pt x="680339" y="694387"/>
                    <a:pt x="664817" y="716966"/>
                    <a:pt x="601317" y="721199"/>
                  </a:cubicBezTo>
                  <a:cubicBezTo>
                    <a:pt x="537817" y="725432"/>
                    <a:pt x="379774" y="718376"/>
                    <a:pt x="321918" y="678865"/>
                  </a:cubicBezTo>
                  <a:cubicBezTo>
                    <a:pt x="264062" y="639354"/>
                    <a:pt x="234428" y="558922"/>
                    <a:pt x="254183" y="484133"/>
                  </a:cubicBezTo>
                  <a:cubicBezTo>
                    <a:pt x="273938" y="409344"/>
                    <a:pt x="361428" y="268232"/>
                    <a:pt x="440450" y="230132"/>
                  </a:cubicBezTo>
                  <a:cubicBezTo>
                    <a:pt x="519472" y="192032"/>
                    <a:pt x="657761" y="220254"/>
                    <a:pt x="728317" y="255532"/>
                  </a:cubicBezTo>
                  <a:cubicBezTo>
                    <a:pt x="798873" y="290810"/>
                    <a:pt x="835562" y="367010"/>
                    <a:pt x="863784" y="441799"/>
                  </a:cubicBezTo>
                  <a:cubicBezTo>
                    <a:pt x="892006" y="516588"/>
                    <a:pt x="908939" y="629476"/>
                    <a:pt x="897650" y="704265"/>
                  </a:cubicBezTo>
                  <a:cubicBezTo>
                    <a:pt x="886361" y="779054"/>
                    <a:pt x="870839" y="848199"/>
                    <a:pt x="796050" y="890532"/>
                  </a:cubicBezTo>
                  <a:cubicBezTo>
                    <a:pt x="721261" y="932865"/>
                    <a:pt x="564628" y="970965"/>
                    <a:pt x="448917" y="958265"/>
                  </a:cubicBezTo>
                  <a:cubicBezTo>
                    <a:pt x="333206" y="945565"/>
                    <a:pt x="176572" y="890532"/>
                    <a:pt x="101783" y="814332"/>
                  </a:cubicBezTo>
                  <a:cubicBezTo>
                    <a:pt x="26994" y="738132"/>
                    <a:pt x="-2638" y="605487"/>
                    <a:pt x="184" y="501065"/>
                  </a:cubicBezTo>
                  <a:cubicBezTo>
                    <a:pt x="3006" y="396643"/>
                    <a:pt x="39695" y="271054"/>
                    <a:pt x="118717" y="187799"/>
                  </a:cubicBezTo>
                  <a:cubicBezTo>
                    <a:pt x="197739" y="104544"/>
                    <a:pt x="345906" y="12822"/>
                    <a:pt x="474317" y="1533"/>
                  </a:cubicBezTo>
                  <a:cubicBezTo>
                    <a:pt x="602728" y="-9756"/>
                    <a:pt x="781940" y="42454"/>
                    <a:pt x="889184" y="120065"/>
                  </a:cubicBezTo>
                  <a:cubicBezTo>
                    <a:pt x="996428" y="197676"/>
                    <a:pt x="1057106" y="362070"/>
                    <a:pt x="1117784" y="52646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dk1"/>
                </a:solidFill>
              </a:endParaRPr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7AAFD556-4E10-480B-9520-F70658CEF006}"/>
                </a:ext>
              </a:extLst>
            </p:cNvPr>
            <p:cNvGrpSpPr/>
            <p:nvPr/>
          </p:nvGrpSpPr>
          <p:grpSpPr>
            <a:xfrm rot="12288564">
              <a:off x="4278968" y="1674358"/>
              <a:ext cx="91010" cy="134273"/>
              <a:chOff x="3987558" y="2680361"/>
              <a:chExt cx="91010" cy="134273"/>
            </a:xfrm>
          </p:grpSpPr>
          <p:cxnSp>
            <p:nvCxnSpPr>
              <p:cNvPr id="113" name="Conector recto 112">
                <a:extLst>
                  <a:ext uri="{FF2B5EF4-FFF2-40B4-BE49-F238E27FC236}">
                    <a16:creationId xmlns:a16="http://schemas.microsoft.com/office/drawing/2014/main" id="{D33C7DE6-6A57-4605-BE1F-DA067E443559}"/>
                  </a:ext>
                </a:extLst>
              </p:cNvPr>
              <p:cNvCxnSpPr>
                <a:cxnSpLocks/>
              </p:cNvCxnSpPr>
              <p:nvPr/>
            </p:nvCxnSpPr>
            <p:spPr>
              <a:xfrm rot="13481973">
                <a:off x="4034118" y="2721561"/>
                <a:ext cx="44450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14" name="Conector recto 113">
                <a:extLst>
                  <a:ext uri="{FF2B5EF4-FFF2-40B4-BE49-F238E27FC236}">
                    <a16:creationId xmlns:a16="http://schemas.microsoft.com/office/drawing/2014/main" id="{31389BF4-EAE8-482F-8BDD-69D7C5C34F72}"/>
                  </a:ext>
                </a:extLst>
              </p:cNvPr>
              <p:cNvCxnSpPr>
                <a:cxnSpLocks/>
              </p:cNvCxnSpPr>
              <p:nvPr/>
            </p:nvCxnSpPr>
            <p:spPr>
              <a:xfrm rot="13481973" flipV="1">
                <a:off x="3987558" y="2680361"/>
                <a:ext cx="54302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117" name="Grupo 116">
              <a:extLst>
                <a:ext uri="{FF2B5EF4-FFF2-40B4-BE49-F238E27FC236}">
                  <a16:creationId xmlns:a16="http://schemas.microsoft.com/office/drawing/2014/main" id="{F94A5EFB-92A7-47DE-9361-A7B513A360E2}"/>
                </a:ext>
              </a:extLst>
            </p:cNvPr>
            <p:cNvGrpSpPr/>
            <p:nvPr/>
          </p:nvGrpSpPr>
          <p:grpSpPr>
            <a:xfrm rot="250809">
              <a:off x="4650500" y="2540365"/>
              <a:ext cx="91010" cy="134273"/>
              <a:chOff x="3987558" y="2680361"/>
              <a:chExt cx="91010" cy="134273"/>
            </a:xfrm>
          </p:grpSpPr>
          <p:cxnSp>
            <p:nvCxnSpPr>
              <p:cNvPr id="118" name="Conector recto 117">
                <a:extLst>
                  <a:ext uri="{FF2B5EF4-FFF2-40B4-BE49-F238E27FC236}">
                    <a16:creationId xmlns:a16="http://schemas.microsoft.com/office/drawing/2014/main" id="{D3AD6212-EFD0-4AC7-BABE-96F0C1B12749}"/>
                  </a:ext>
                </a:extLst>
              </p:cNvPr>
              <p:cNvCxnSpPr>
                <a:cxnSpLocks/>
              </p:cNvCxnSpPr>
              <p:nvPr/>
            </p:nvCxnSpPr>
            <p:spPr>
              <a:xfrm rot="13481973">
                <a:off x="4034118" y="2721561"/>
                <a:ext cx="44450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19" name="Conector recto 118">
                <a:extLst>
                  <a:ext uri="{FF2B5EF4-FFF2-40B4-BE49-F238E27FC236}">
                    <a16:creationId xmlns:a16="http://schemas.microsoft.com/office/drawing/2014/main" id="{34223592-C29E-40CB-A066-67AF5878651F}"/>
                  </a:ext>
                </a:extLst>
              </p:cNvPr>
              <p:cNvCxnSpPr>
                <a:cxnSpLocks/>
              </p:cNvCxnSpPr>
              <p:nvPr/>
            </p:nvCxnSpPr>
            <p:spPr>
              <a:xfrm rot="13481973" flipV="1">
                <a:off x="3987558" y="2680361"/>
                <a:ext cx="54302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120" name="Grupo 119">
              <a:extLst>
                <a:ext uri="{FF2B5EF4-FFF2-40B4-BE49-F238E27FC236}">
                  <a16:creationId xmlns:a16="http://schemas.microsoft.com/office/drawing/2014/main" id="{7760992F-8F97-4191-90FA-2E7F3EC92CE0}"/>
                </a:ext>
              </a:extLst>
            </p:cNvPr>
            <p:cNvGrpSpPr/>
            <p:nvPr/>
          </p:nvGrpSpPr>
          <p:grpSpPr>
            <a:xfrm rot="9697989">
              <a:off x="4146808" y="2060849"/>
              <a:ext cx="91010" cy="134273"/>
              <a:chOff x="3987558" y="2680361"/>
              <a:chExt cx="91010" cy="134273"/>
            </a:xfrm>
          </p:grpSpPr>
          <p:cxnSp>
            <p:nvCxnSpPr>
              <p:cNvPr id="121" name="Conector recto 120">
                <a:extLst>
                  <a:ext uri="{FF2B5EF4-FFF2-40B4-BE49-F238E27FC236}">
                    <a16:creationId xmlns:a16="http://schemas.microsoft.com/office/drawing/2014/main" id="{854721BE-B2C8-4DB9-B6F9-0F0FC54D8637}"/>
                  </a:ext>
                </a:extLst>
              </p:cNvPr>
              <p:cNvCxnSpPr>
                <a:cxnSpLocks/>
              </p:cNvCxnSpPr>
              <p:nvPr/>
            </p:nvCxnSpPr>
            <p:spPr>
              <a:xfrm rot="13481973">
                <a:off x="4034118" y="2721561"/>
                <a:ext cx="44450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22" name="Conector recto 121">
                <a:extLst>
                  <a:ext uri="{FF2B5EF4-FFF2-40B4-BE49-F238E27FC236}">
                    <a16:creationId xmlns:a16="http://schemas.microsoft.com/office/drawing/2014/main" id="{1CA16E8B-0892-4D1D-8825-B3B5EDE59C87}"/>
                  </a:ext>
                </a:extLst>
              </p:cNvPr>
              <p:cNvCxnSpPr>
                <a:cxnSpLocks/>
              </p:cNvCxnSpPr>
              <p:nvPr/>
            </p:nvCxnSpPr>
            <p:spPr>
              <a:xfrm rot="13481973" flipV="1">
                <a:off x="3987558" y="2680361"/>
                <a:ext cx="54302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318F66FB-C993-4316-A029-A7804EA3DF7C}"/>
              </a:ext>
            </a:extLst>
          </p:cNvPr>
          <p:cNvGrpSpPr/>
          <p:nvPr/>
        </p:nvGrpSpPr>
        <p:grpSpPr>
          <a:xfrm>
            <a:off x="5459416" y="759955"/>
            <a:ext cx="2447318" cy="3000929"/>
            <a:chOff x="6284990" y="759955"/>
            <a:chExt cx="2447318" cy="3000929"/>
          </a:xfrm>
        </p:grpSpPr>
        <p:grpSp>
          <p:nvGrpSpPr>
            <p:cNvPr id="123" name="Grupo 122">
              <a:extLst>
                <a:ext uri="{FF2B5EF4-FFF2-40B4-BE49-F238E27FC236}">
                  <a16:creationId xmlns:a16="http://schemas.microsoft.com/office/drawing/2014/main" id="{147D8E33-677E-4649-9378-F0C303451ADC}"/>
                </a:ext>
              </a:extLst>
            </p:cNvPr>
            <p:cNvGrpSpPr/>
            <p:nvPr/>
          </p:nvGrpSpPr>
          <p:grpSpPr>
            <a:xfrm>
              <a:off x="6293556" y="1120603"/>
              <a:ext cx="2188872" cy="2194097"/>
              <a:chOff x="5205931" y="848725"/>
              <a:chExt cx="2160000" cy="2160000"/>
            </a:xfrm>
          </p:grpSpPr>
          <p:cxnSp>
            <p:nvCxnSpPr>
              <p:cNvPr id="124" name="Conector recto 123">
                <a:extLst>
                  <a:ext uri="{FF2B5EF4-FFF2-40B4-BE49-F238E27FC236}">
                    <a16:creationId xmlns:a16="http://schemas.microsoft.com/office/drawing/2014/main" id="{E9A4A01F-92D0-4145-A659-5BF3DE4A82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69026" y="848725"/>
                <a:ext cx="16905" cy="216000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25" name="Conector recto 124">
                <a:extLst>
                  <a:ext uri="{FF2B5EF4-FFF2-40B4-BE49-F238E27FC236}">
                    <a16:creationId xmlns:a16="http://schemas.microsoft.com/office/drawing/2014/main" id="{5D68811E-C3A9-404C-AC57-C6F203714A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5931" y="1957961"/>
                <a:ext cx="216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CuadroTexto 125">
                  <a:extLst>
                    <a:ext uri="{FF2B5EF4-FFF2-40B4-BE49-F238E27FC236}">
                      <a16:creationId xmlns:a16="http://schemas.microsoft.com/office/drawing/2014/main" id="{CCDBF729-8044-49B9-A0B1-513427EC58D7}"/>
                    </a:ext>
                  </a:extLst>
                </p:cNvPr>
                <p:cNvSpPr txBox="1"/>
                <p:nvPr/>
              </p:nvSpPr>
              <p:spPr>
                <a:xfrm>
                  <a:off x="7235813" y="759955"/>
                  <a:ext cx="270095" cy="2145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26" name="CuadroTexto 125">
                  <a:extLst>
                    <a:ext uri="{FF2B5EF4-FFF2-40B4-BE49-F238E27FC236}">
                      <a16:creationId xmlns:a16="http://schemas.microsoft.com/office/drawing/2014/main" id="{CCDBF729-8044-49B9-A0B1-513427EC5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5813" y="759955"/>
                  <a:ext cx="270095" cy="214583"/>
                </a:xfrm>
                <a:prstGeom prst="rect">
                  <a:avLst/>
                </a:prstGeom>
                <a:blipFill>
                  <a:blip r:embed="rId6"/>
                  <a:stretch>
                    <a:fillRect r="-36364" b="-7142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CuadroTexto 126">
                  <a:extLst>
                    <a:ext uri="{FF2B5EF4-FFF2-40B4-BE49-F238E27FC236}">
                      <a16:creationId xmlns:a16="http://schemas.microsoft.com/office/drawing/2014/main" id="{59DC54B6-894A-4746-9393-29165054EDCE}"/>
                    </a:ext>
                  </a:extLst>
                </p:cNvPr>
                <p:cNvSpPr txBox="1"/>
                <p:nvPr/>
              </p:nvSpPr>
              <p:spPr>
                <a:xfrm>
                  <a:off x="8465297" y="2032766"/>
                  <a:ext cx="267011" cy="2145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27" name="CuadroTexto 126">
                  <a:extLst>
                    <a:ext uri="{FF2B5EF4-FFF2-40B4-BE49-F238E27FC236}">
                      <a16:creationId xmlns:a16="http://schemas.microsoft.com/office/drawing/2014/main" id="{59DC54B6-894A-4746-9393-29165054ED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5297" y="2032766"/>
                  <a:ext cx="267011" cy="214583"/>
                </a:xfrm>
                <a:prstGeom prst="rect">
                  <a:avLst/>
                </a:prstGeom>
                <a:blipFill>
                  <a:blip r:embed="rId7"/>
                  <a:stretch>
                    <a:fillRect r="-36364" b="-6666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8" name="CuadroTexto 127">
              <a:extLst>
                <a:ext uri="{FF2B5EF4-FFF2-40B4-BE49-F238E27FC236}">
                  <a16:creationId xmlns:a16="http://schemas.microsoft.com/office/drawing/2014/main" id="{A8C4BEFD-2F7D-4BB6-9378-689544AA159F}"/>
                </a:ext>
              </a:extLst>
            </p:cNvPr>
            <p:cNvSpPr txBox="1"/>
            <p:nvPr/>
          </p:nvSpPr>
          <p:spPr>
            <a:xfrm>
              <a:off x="6284990" y="3422330"/>
              <a:ext cx="21888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err="1"/>
                <a:t>Inestable</a:t>
              </a:r>
              <a:endParaRPr lang="es-CL" sz="1600" dirty="0"/>
            </a:p>
          </p:txBody>
        </p:sp>
        <p:sp>
          <p:nvSpPr>
            <p:cNvPr id="129" name="Forma libre: forma 128">
              <a:extLst>
                <a:ext uri="{FF2B5EF4-FFF2-40B4-BE49-F238E27FC236}">
                  <a16:creationId xmlns:a16="http://schemas.microsoft.com/office/drawing/2014/main" id="{11C5C229-E2A1-4CF2-BAB4-1A6829DE79A6}"/>
                </a:ext>
              </a:extLst>
            </p:cNvPr>
            <p:cNvSpPr/>
            <p:nvPr/>
          </p:nvSpPr>
          <p:spPr>
            <a:xfrm rot="9818347" flipH="1">
              <a:off x="6738647" y="1601983"/>
              <a:ext cx="1336646" cy="1187041"/>
            </a:xfrm>
            <a:custGeom>
              <a:avLst/>
              <a:gdLst>
                <a:gd name="connsiteX0" fmla="*/ 617590 w 1134057"/>
                <a:gd name="connsiteY0" fmla="*/ 447170 h 904772"/>
                <a:gd name="connsiteX1" fmla="*/ 558323 w 1134057"/>
                <a:gd name="connsiteY1" fmla="*/ 557237 h 904772"/>
                <a:gd name="connsiteX2" fmla="*/ 431323 w 1134057"/>
                <a:gd name="connsiteY2" fmla="*/ 472570 h 904772"/>
                <a:gd name="connsiteX3" fmla="*/ 524457 w 1134057"/>
                <a:gd name="connsiteY3" fmla="*/ 362504 h 904772"/>
                <a:gd name="connsiteX4" fmla="*/ 693790 w 1134057"/>
                <a:gd name="connsiteY4" fmla="*/ 345570 h 904772"/>
                <a:gd name="connsiteX5" fmla="*/ 753057 w 1134057"/>
                <a:gd name="connsiteY5" fmla="*/ 421770 h 904772"/>
                <a:gd name="connsiteX6" fmla="*/ 719190 w 1134057"/>
                <a:gd name="connsiteY6" fmla="*/ 599570 h 904772"/>
                <a:gd name="connsiteX7" fmla="*/ 617590 w 1134057"/>
                <a:gd name="connsiteY7" fmla="*/ 667304 h 904772"/>
                <a:gd name="connsiteX8" fmla="*/ 295857 w 1134057"/>
                <a:gd name="connsiteY8" fmla="*/ 624970 h 904772"/>
                <a:gd name="connsiteX9" fmla="*/ 185790 w 1134057"/>
                <a:gd name="connsiteY9" fmla="*/ 438704 h 904772"/>
                <a:gd name="connsiteX10" fmla="*/ 456723 w 1134057"/>
                <a:gd name="connsiteY10" fmla="*/ 176237 h 904772"/>
                <a:gd name="connsiteX11" fmla="*/ 744590 w 1134057"/>
                <a:gd name="connsiteY11" fmla="*/ 201637 h 904772"/>
                <a:gd name="connsiteX12" fmla="*/ 880057 w 1134057"/>
                <a:gd name="connsiteY12" fmla="*/ 387904 h 904772"/>
                <a:gd name="connsiteX13" fmla="*/ 913923 w 1134057"/>
                <a:gd name="connsiteY13" fmla="*/ 650370 h 904772"/>
                <a:gd name="connsiteX14" fmla="*/ 812323 w 1134057"/>
                <a:gd name="connsiteY14" fmla="*/ 836637 h 904772"/>
                <a:gd name="connsiteX15" fmla="*/ 465190 w 1134057"/>
                <a:gd name="connsiteY15" fmla="*/ 904370 h 904772"/>
                <a:gd name="connsiteX16" fmla="*/ 50323 w 1134057"/>
                <a:gd name="connsiteY16" fmla="*/ 811237 h 904772"/>
                <a:gd name="connsiteX17" fmla="*/ 16457 w 1134057"/>
                <a:gd name="connsiteY17" fmla="*/ 447170 h 904772"/>
                <a:gd name="connsiteX18" fmla="*/ 134990 w 1134057"/>
                <a:gd name="connsiteY18" fmla="*/ 133904 h 904772"/>
                <a:gd name="connsiteX19" fmla="*/ 490590 w 1134057"/>
                <a:gd name="connsiteY19" fmla="*/ 6904 h 904772"/>
                <a:gd name="connsiteX20" fmla="*/ 905457 w 1134057"/>
                <a:gd name="connsiteY20" fmla="*/ 66170 h 904772"/>
                <a:gd name="connsiteX21" fmla="*/ 1134057 w 1134057"/>
                <a:gd name="connsiteY21" fmla="*/ 472570 h 904772"/>
                <a:gd name="connsiteX0" fmla="*/ 601317 w 1117784"/>
                <a:gd name="connsiteY0" fmla="*/ 447170 h 906851"/>
                <a:gd name="connsiteX1" fmla="*/ 542050 w 1117784"/>
                <a:gd name="connsiteY1" fmla="*/ 557237 h 906851"/>
                <a:gd name="connsiteX2" fmla="*/ 415050 w 1117784"/>
                <a:gd name="connsiteY2" fmla="*/ 472570 h 906851"/>
                <a:gd name="connsiteX3" fmla="*/ 508184 w 1117784"/>
                <a:gd name="connsiteY3" fmla="*/ 362504 h 906851"/>
                <a:gd name="connsiteX4" fmla="*/ 677517 w 1117784"/>
                <a:gd name="connsiteY4" fmla="*/ 345570 h 906851"/>
                <a:gd name="connsiteX5" fmla="*/ 736784 w 1117784"/>
                <a:gd name="connsiteY5" fmla="*/ 421770 h 906851"/>
                <a:gd name="connsiteX6" fmla="*/ 702917 w 1117784"/>
                <a:gd name="connsiteY6" fmla="*/ 599570 h 906851"/>
                <a:gd name="connsiteX7" fmla="*/ 601317 w 1117784"/>
                <a:gd name="connsiteY7" fmla="*/ 667304 h 906851"/>
                <a:gd name="connsiteX8" fmla="*/ 279584 w 1117784"/>
                <a:gd name="connsiteY8" fmla="*/ 624970 h 906851"/>
                <a:gd name="connsiteX9" fmla="*/ 169517 w 1117784"/>
                <a:gd name="connsiteY9" fmla="*/ 438704 h 906851"/>
                <a:gd name="connsiteX10" fmla="*/ 440450 w 1117784"/>
                <a:gd name="connsiteY10" fmla="*/ 176237 h 906851"/>
                <a:gd name="connsiteX11" fmla="*/ 728317 w 1117784"/>
                <a:gd name="connsiteY11" fmla="*/ 201637 h 906851"/>
                <a:gd name="connsiteX12" fmla="*/ 863784 w 1117784"/>
                <a:gd name="connsiteY12" fmla="*/ 387904 h 906851"/>
                <a:gd name="connsiteX13" fmla="*/ 897650 w 1117784"/>
                <a:gd name="connsiteY13" fmla="*/ 650370 h 906851"/>
                <a:gd name="connsiteX14" fmla="*/ 796050 w 1117784"/>
                <a:gd name="connsiteY14" fmla="*/ 836637 h 906851"/>
                <a:gd name="connsiteX15" fmla="*/ 448917 w 1117784"/>
                <a:gd name="connsiteY15" fmla="*/ 904370 h 906851"/>
                <a:gd name="connsiteX16" fmla="*/ 101783 w 1117784"/>
                <a:gd name="connsiteY16" fmla="*/ 760437 h 906851"/>
                <a:gd name="connsiteX17" fmla="*/ 184 w 1117784"/>
                <a:gd name="connsiteY17" fmla="*/ 447170 h 906851"/>
                <a:gd name="connsiteX18" fmla="*/ 118717 w 1117784"/>
                <a:gd name="connsiteY18" fmla="*/ 133904 h 906851"/>
                <a:gd name="connsiteX19" fmla="*/ 474317 w 1117784"/>
                <a:gd name="connsiteY19" fmla="*/ 6904 h 906851"/>
                <a:gd name="connsiteX20" fmla="*/ 889184 w 1117784"/>
                <a:gd name="connsiteY20" fmla="*/ 66170 h 906851"/>
                <a:gd name="connsiteX21" fmla="*/ 1117784 w 1117784"/>
                <a:gd name="connsiteY21" fmla="*/ 472570 h 906851"/>
                <a:gd name="connsiteX0" fmla="*/ 601317 w 1117784"/>
                <a:gd name="connsiteY0" fmla="*/ 501065 h 960746"/>
                <a:gd name="connsiteX1" fmla="*/ 542050 w 1117784"/>
                <a:gd name="connsiteY1" fmla="*/ 611132 h 960746"/>
                <a:gd name="connsiteX2" fmla="*/ 415050 w 1117784"/>
                <a:gd name="connsiteY2" fmla="*/ 526465 h 960746"/>
                <a:gd name="connsiteX3" fmla="*/ 508184 w 1117784"/>
                <a:gd name="connsiteY3" fmla="*/ 416399 h 960746"/>
                <a:gd name="connsiteX4" fmla="*/ 677517 w 1117784"/>
                <a:gd name="connsiteY4" fmla="*/ 399465 h 960746"/>
                <a:gd name="connsiteX5" fmla="*/ 736784 w 1117784"/>
                <a:gd name="connsiteY5" fmla="*/ 475665 h 960746"/>
                <a:gd name="connsiteX6" fmla="*/ 702917 w 1117784"/>
                <a:gd name="connsiteY6" fmla="*/ 653465 h 960746"/>
                <a:gd name="connsiteX7" fmla="*/ 601317 w 1117784"/>
                <a:gd name="connsiteY7" fmla="*/ 721199 h 960746"/>
                <a:gd name="connsiteX8" fmla="*/ 279584 w 1117784"/>
                <a:gd name="connsiteY8" fmla="*/ 678865 h 960746"/>
                <a:gd name="connsiteX9" fmla="*/ 169517 w 1117784"/>
                <a:gd name="connsiteY9" fmla="*/ 492599 h 960746"/>
                <a:gd name="connsiteX10" fmla="*/ 440450 w 1117784"/>
                <a:gd name="connsiteY10" fmla="*/ 230132 h 960746"/>
                <a:gd name="connsiteX11" fmla="*/ 728317 w 1117784"/>
                <a:gd name="connsiteY11" fmla="*/ 255532 h 960746"/>
                <a:gd name="connsiteX12" fmla="*/ 863784 w 1117784"/>
                <a:gd name="connsiteY12" fmla="*/ 441799 h 960746"/>
                <a:gd name="connsiteX13" fmla="*/ 897650 w 1117784"/>
                <a:gd name="connsiteY13" fmla="*/ 704265 h 960746"/>
                <a:gd name="connsiteX14" fmla="*/ 796050 w 1117784"/>
                <a:gd name="connsiteY14" fmla="*/ 890532 h 960746"/>
                <a:gd name="connsiteX15" fmla="*/ 448917 w 1117784"/>
                <a:gd name="connsiteY15" fmla="*/ 958265 h 960746"/>
                <a:gd name="connsiteX16" fmla="*/ 101783 w 1117784"/>
                <a:gd name="connsiteY16" fmla="*/ 814332 h 960746"/>
                <a:gd name="connsiteX17" fmla="*/ 184 w 1117784"/>
                <a:gd name="connsiteY17" fmla="*/ 501065 h 960746"/>
                <a:gd name="connsiteX18" fmla="*/ 118717 w 1117784"/>
                <a:gd name="connsiteY18" fmla="*/ 187799 h 960746"/>
                <a:gd name="connsiteX19" fmla="*/ 474317 w 1117784"/>
                <a:gd name="connsiteY19" fmla="*/ 1533 h 960746"/>
                <a:gd name="connsiteX20" fmla="*/ 889184 w 1117784"/>
                <a:gd name="connsiteY20" fmla="*/ 120065 h 960746"/>
                <a:gd name="connsiteX21" fmla="*/ 1117784 w 1117784"/>
                <a:gd name="connsiteY21" fmla="*/ 526465 h 960746"/>
                <a:gd name="connsiteX0" fmla="*/ 601317 w 1117784"/>
                <a:gd name="connsiteY0" fmla="*/ 501065 h 960746"/>
                <a:gd name="connsiteX1" fmla="*/ 542050 w 1117784"/>
                <a:gd name="connsiteY1" fmla="*/ 611132 h 960746"/>
                <a:gd name="connsiteX2" fmla="*/ 415050 w 1117784"/>
                <a:gd name="connsiteY2" fmla="*/ 526465 h 960746"/>
                <a:gd name="connsiteX3" fmla="*/ 508184 w 1117784"/>
                <a:gd name="connsiteY3" fmla="*/ 416399 h 960746"/>
                <a:gd name="connsiteX4" fmla="*/ 677517 w 1117784"/>
                <a:gd name="connsiteY4" fmla="*/ 399465 h 960746"/>
                <a:gd name="connsiteX5" fmla="*/ 736784 w 1117784"/>
                <a:gd name="connsiteY5" fmla="*/ 475665 h 960746"/>
                <a:gd name="connsiteX6" fmla="*/ 702917 w 1117784"/>
                <a:gd name="connsiteY6" fmla="*/ 653465 h 960746"/>
                <a:gd name="connsiteX7" fmla="*/ 601317 w 1117784"/>
                <a:gd name="connsiteY7" fmla="*/ 721199 h 960746"/>
                <a:gd name="connsiteX8" fmla="*/ 321918 w 1117784"/>
                <a:gd name="connsiteY8" fmla="*/ 678865 h 960746"/>
                <a:gd name="connsiteX9" fmla="*/ 169517 w 1117784"/>
                <a:gd name="connsiteY9" fmla="*/ 492599 h 960746"/>
                <a:gd name="connsiteX10" fmla="*/ 440450 w 1117784"/>
                <a:gd name="connsiteY10" fmla="*/ 230132 h 960746"/>
                <a:gd name="connsiteX11" fmla="*/ 728317 w 1117784"/>
                <a:gd name="connsiteY11" fmla="*/ 255532 h 960746"/>
                <a:gd name="connsiteX12" fmla="*/ 863784 w 1117784"/>
                <a:gd name="connsiteY12" fmla="*/ 441799 h 960746"/>
                <a:gd name="connsiteX13" fmla="*/ 897650 w 1117784"/>
                <a:gd name="connsiteY13" fmla="*/ 704265 h 960746"/>
                <a:gd name="connsiteX14" fmla="*/ 796050 w 1117784"/>
                <a:gd name="connsiteY14" fmla="*/ 890532 h 960746"/>
                <a:gd name="connsiteX15" fmla="*/ 448917 w 1117784"/>
                <a:gd name="connsiteY15" fmla="*/ 958265 h 960746"/>
                <a:gd name="connsiteX16" fmla="*/ 101783 w 1117784"/>
                <a:gd name="connsiteY16" fmla="*/ 814332 h 960746"/>
                <a:gd name="connsiteX17" fmla="*/ 184 w 1117784"/>
                <a:gd name="connsiteY17" fmla="*/ 501065 h 960746"/>
                <a:gd name="connsiteX18" fmla="*/ 118717 w 1117784"/>
                <a:gd name="connsiteY18" fmla="*/ 187799 h 960746"/>
                <a:gd name="connsiteX19" fmla="*/ 474317 w 1117784"/>
                <a:gd name="connsiteY19" fmla="*/ 1533 h 960746"/>
                <a:gd name="connsiteX20" fmla="*/ 889184 w 1117784"/>
                <a:gd name="connsiteY20" fmla="*/ 120065 h 960746"/>
                <a:gd name="connsiteX21" fmla="*/ 1117784 w 1117784"/>
                <a:gd name="connsiteY21" fmla="*/ 526465 h 960746"/>
                <a:gd name="connsiteX0" fmla="*/ 601317 w 1117784"/>
                <a:gd name="connsiteY0" fmla="*/ 501065 h 960746"/>
                <a:gd name="connsiteX1" fmla="*/ 542050 w 1117784"/>
                <a:gd name="connsiteY1" fmla="*/ 611132 h 960746"/>
                <a:gd name="connsiteX2" fmla="*/ 415050 w 1117784"/>
                <a:gd name="connsiteY2" fmla="*/ 526465 h 960746"/>
                <a:gd name="connsiteX3" fmla="*/ 508184 w 1117784"/>
                <a:gd name="connsiteY3" fmla="*/ 416399 h 960746"/>
                <a:gd name="connsiteX4" fmla="*/ 677517 w 1117784"/>
                <a:gd name="connsiteY4" fmla="*/ 399465 h 960746"/>
                <a:gd name="connsiteX5" fmla="*/ 736784 w 1117784"/>
                <a:gd name="connsiteY5" fmla="*/ 475665 h 960746"/>
                <a:gd name="connsiteX6" fmla="*/ 702917 w 1117784"/>
                <a:gd name="connsiteY6" fmla="*/ 653465 h 960746"/>
                <a:gd name="connsiteX7" fmla="*/ 601317 w 1117784"/>
                <a:gd name="connsiteY7" fmla="*/ 721199 h 960746"/>
                <a:gd name="connsiteX8" fmla="*/ 321918 w 1117784"/>
                <a:gd name="connsiteY8" fmla="*/ 678865 h 960746"/>
                <a:gd name="connsiteX9" fmla="*/ 254183 w 1117784"/>
                <a:gd name="connsiteY9" fmla="*/ 484133 h 960746"/>
                <a:gd name="connsiteX10" fmla="*/ 440450 w 1117784"/>
                <a:gd name="connsiteY10" fmla="*/ 230132 h 960746"/>
                <a:gd name="connsiteX11" fmla="*/ 728317 w 1117784"/>
                <a:gd name="connsiteY11" fmla="*/ 255532 h 960746"/>
                <a:gd name="connsiteX12" fmla="*/ 863784 w 1117784"/>
                <a:gd name="connsiteY12" fmla="*/ 441799 h 960746"/>
                <a:gd name="connsiteX13" fmla="*/ 897650 w 1117784"/>
                <a:gd name="connsiteY13" fmla="*/ 704265 h 960746"/>
                <a:gd name="connsiteX14" fmla="*/ 796050 w 1117784"/>
                <a:gd name="connsiteY14" fmla="*/ 890532 h 960746"/>
                <a:gd name="connsiteX15" fmla="*/ 448917 w 1117784"/>
                <a:gd name="connsiteY15" fmla="*/ 958265 h 960746"/>
                <a:gd name="connsiteX16" fmla="*/ 101783 w 1117784"/>
                <a:gd name="connsiteY16" fmla="*/ 814332 h 960746"/>
                <a:gd name="connsiteX17" fmla="*/ 184 w 1117784"/>
                <a:gd name="connsiteY17" fmla="*/ 501065 h 960746"/>
                <a:gd name="connsiteX18" fmla="*/ 118717 w 1117784"/>
                <a:gd name="connsiteY18" fmla="*/ 187799 h 960746"/>
                <a:gd name="connsiteX19" fmla="*/ 474317 w 1117784"/>
                <a:gd name="connsiteY19" fmla="*/ 1533 h 960746"/>
                <a:gd name="connsiteX20" fmla="*/ 889184 w 1117784"/>
                <a:gd name="connsiteY20" fmla="*/ 120065 h 960746"/>
                <a:gd name="connsiteX21" fmla="*/ 1117784 w 1117784"/>
                <a:gd name="connsiteY21" fmla="*/ 526465 h 960746"/>
                <a:gd name="connsiteX0" fmla="*/ 601317 w 1117784"/>
                <a:gd name="connsiteY0" fmla="*/ 501065 h 960746"/>
                <a:gd name="connsiteX1" fmla="*/ 542050 w 1117784"/>
                <a:gd name="connsiteY1" fmla="*/ 611132 h 960746"/>
                <a:gd name="connsiteX2" fmla="*/ 440450 w 1117784"/>
                <a:gd name="connsiteY2" fmla="*/ 517999 h 960746"/>
                <a:gd name="connsiteX3" fmla="*/ 508184 w 1117784"/>
                <a:gd name="connsiteY3" fmla="*/ 416399 h 960746"/>
                <a:gd name="connsiteX4" fmla="*/ 677517 w 1117784"/>
                <a:gd name="connsiteY4" fmla="*/ 399465 h 960746"/>
                <a:gd name="connsiteX5" fmla="*/ 736784 w 1117784"/>
                <a:gd name="connsiteY5" fmla="*/ 475665 h 960746"/>
                <a:gd name="connsiteX6" fmla="*/ 702917 w 1117784"/>
                <a:gd name="connsiteY6" fmla="*/ 653465 h 960746"/>
                <a:gd name="connsiteX7" fmla="*/ 601317 w 1117784"/>
                <a:gd name="connsiteY7" fmla="*/ 721199 h 960746"/>
                <a:gd name="connsiteX8" fmla="*/ 321918 w 1117784"/>
                <a:gd name="connsiteY8" fmla="*/ 678865 h 960746"/>
                <a:gd name="connsiteX9" fmla="*/ 254183 w 1117784"/>
                <a:gd name="connsiteY9" fmla="*/ 484133 h 960746"/>
                <a:gd name="connsiteX10" fmla="*/ 440450 w 1117784"/>
                <a:gd name="connsiteY10" fmla="*/ 230132 h 960746"/>
                <a:gd name="connsiteX11" fmla="*/ 728317 w 1117784"/>
                <a:gd name="connsiteY11" fmla="*/ 255532 h 960746"/>
                <a:gd name="connsiteX12" fmla="*/ 863784 w 1117784"/>
                <a:gd name="connsiteY12" fmla="*/ 441799 h 960746"/>
                <a:gd name="connsiteX13" fmla="*/ 897650 w 1117784"/>
                <a:gd name="connsiteY13" fmla="*/ 704265 h 960746"/>
                <a:gd name="connsiteX14" fmla="*/ 796050 w 1117784"/>
                <a:gd name="connsiteY14" fmla="*/ 890532 h 960746"/>
                <a:gd name="connsiteX15" fmla="*/ 448917 w 1117784"/>
                <a:gd name="connsiteY15" fmla="*/ 958265 h 960746"/>
                <a:gd name="connsiteX16" fmla="*/ 101783 w 1117784"/>
                <a:gd name="connsiteY16" fmla="*/ 814332 h 960746"/>
                <a:gd name="connsiteX17" fmla="*/ 184 w 1117784"/>
                <a:gd name="connsiteY17" fmla="*/ 501065 h 960746"/>
                <a:gd name="connsiteX18" fmla="*/ 118717 w 1117784"/>
                <a:gd name="connsiteY18" fmla="*/ 187799 h 960746"/>
                <a:gd name="connsiteX19" fmla="*/ 474317 w 1117784"/>
                <a:gd name="connsiteY19" fmla="*/ 1533 h 960746"/>
                <a:gd name="connsiteX20" fmla="*/ 889184 w 1117784"/>
                <a:gd name="connsiteY20" fmla="*/ 120065 h 960746"/>
                <a:gd name="connsiteX21" fmla="*/ 1117784 w 1117784"/>
                <a:gd name="connsiteY21" fmla="*/ 526465 h 96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17784" h="960746">
                  <a:moveTo>
                    <a:pt x="601317" y="501065"/>
                  </a:moveTo>
                  <a:cubicBezTo>
                    <a:pt x="587206" y="553982"/>
                    <a:pt x="568861" y="608310"/>
                    <a:pt x="542050" y="611132"/>
                  </a:cubicBezTo>
                  <a:cubicBezTo>
                    <a:pt x="515239" y="613954"/>
                    <a:pt x="446094" y="550454"/>
                    <a:pt x="440450" y="517999"/>
                  </a:cubicBezTo>
                  <a:cubicBezTo>
                    <a:pt x="434806" y="485544"/>
                    <a:pt x="468673" y="436155"/>
                    <a:pt x="508184" y="416399"/>
                  </a:cubicBezTo>
                  <a:cubicBezTo>
                    <a:pt x="547695" y="396643"/>
                    <a:pt x="639417" y="389587"/>
                    <a:pt x="677517" y="399465"/>
                  </a:cubicBezTo>
                  <a:cubicBezTo>
                    <a:pt x="715617" y="409343"/>
                    <a:pt x="732551" y="433332"/>
                    <a:pt x="736784" y="475665"/>
                  </a:cubicBezTo>
                  <a:cubicBezTo>
                    <a:pt x="741017" y="517998"/>
                    <a:pt x="725495" y="612543"/>
                    <a:pt x="702917" y="653465"/>
                  </a:cubicBezTo>
                  <a:cubicBezTo>
                    <a:pt x="680339" y="694387"/>
                    <a:pt x="664817" y="716966"/>
                    <a:pt x="601317" y="721199"/>
                  </a:cubicBezTo>
                  <a:cubicBezTo>
                    <a:pt x="537817" y="725432"/>
                    <a:pt x="379774" y="718376"/>
                    <a:pt x="321918" y="678865"/>
                  </a:cubicBezTo>
                  <a:cubicBezTo>
                    <a:pt x="264062" y="639354"/>
                    <a:pt x="234428" y="558922"/>
                    <a:pt x="254183" y="484133"/>
                  </a:cubicBezTo>
                  <a:cubicBezTo>
                    <a:pt x="273938" y="409344"/>
                    <a:pt x="361428" y="268232"/>
                    <a:pt x="440450" y="230132"/>
                  </a:cubicBezTo>
                  <a:cubicBezTo>
                    <a:pt x="519472" y="192032"/>
                    <a:pt x="657761" y="220254"/>
                    <a:pt x="728317" y="255532"/>
                  </a:cubicBezTo>
                  <a:cubicBezTo>
                    <a:pt x="798873" y="290810"/>
                    <a:pt x="835562" y="367010"/>
                    <a:pt x="863784" y="441799"/>
                  </a:cubicBezTo>
                  <a:cubicBezTo>
                    <a:pt x="892006" y="516588"/>
                    <a:pt x="908939" y="629476"/>
                    <a:pt x="897650" y="704265"/>
                  </a:cubicBezTo>
                  <a:cubicBezTo>
                    <a:pt x="886361" y="779054"/>
                    <a:pt x="870839" y="848199"/>
                    <a:pt x="796050" y="890532"/>
                  </a:cubicBezTo>
                  <a:cubicBezTo>
                    <a:pt x="721261" y="932865"/>
                    <a:pt x="564628" y="970965"/>
                    <a:pt x="448917" y="958265"/>
                  </a:cubicBezTo>
                  <a:cubicBezTo>
                    <a:pt x="333206" y="945565"/>
                    <a:pt x="176572" y="890532"/>
                    <a:pt x="101783" y="814332"/>
                  </a:cubicBezTo>
                  <a:cubicBezTo>
                    <a:pt x="26994" y="738132"/>
                    <a:pt x="-2638" y="605487"/>
                    <a:pt x="184" y="501065"/>
                  </a:cubicBezTo>
                  <a:cubicBezTo>
                    <a:pt x="3006" y="396643"/>
                    <a:pt x="39695" y="271054"/>
                    <a:pt x="118717" y="187799"/>
                  </a:cubicBezTo>
                  <a:cubicBezTo>
                    <a:pt x="197739" y="104544"/>
                    <a:pt x="345906" y="12822"/>
                    <a:pt x="474317" y="1533"/>
                  </a:cubicBezTo>
                  <a:cubicBezTo>
                    <a:pt x="602728" y="-9756"/>
                    <a:pt x="781940" y="42454"/>
                    <a:pt x="889184" y="120065"/>
                  </a:cubicBezTo>
                  <a:cubicBezTo>
                    <a:pt x="996428" y="197676"/>
                    <a:pt x="1057106" y="362070"/>
                    <a:pt x="1117784" y="526465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dk1"/>
                </a:solidFill>
              </a:endParaRPr>
            </a:p>
          </p:txBody>
        </p:sp>
        <p:grpSp>
          <p:nvGrpSpPr>
            <p:cNvPr id="130" name="Grupo 129">
              <a:extLst>
                <a:ext uri="{FF2B5EF4-FFF2-40B4-BE49-F238E27FC236}">
                  <a16:creationId xmlns:a16="http://schemas.microsoft.com/office/drawing/2014/main" id="{22DC3A98-1570-434E-B2B8-5E32D54E8C6B}"/>
                </a:ext>
              </a:extLst>
            </p:cNvPr>
            <p:cNvGrpSpPr/>
            <p:nvPr/>
          </p:nvGrpSpPr>
          <p:grpSpPr>
            <a:xfrm rot="18956820">
              <a:off x="7982562" y="1935948"/>
              <a:ext cx="91010" cy="134273"/>
              <a:chOff x="3987558" y="2680361"/>
              <a:chExt cx="91010" cy="134273"/>
            </a:xfrm>
          </p:grpSpPr>
          <p:cxnSp>
            <p:nvCxnSpPr>
              <p:cNvPr id="131" name="Conector recto 130">
                <a:extLst>
                  <a:ext uri="{FF2B5EF4-FFF2-40B4-BE49-F238E27FC236}">
                    <a16:creationId xmlns:a16="http://schemas.microsoft.com/office/drawing/2014/main" id="{23BBD974-DDD9-42DF-9D6A-199102E51797}"/>
                  </a:ext>
                </a:extLst>
              </p:cNvPr>
              <p:cNvCxnSpPr>
                <a:cxnSpLocks/>
              </p:cNvCxnSpPr>
              <p:nvPr/>
            </p:nvCxnSpPr>
            <p:spPr>
              <a:xfrm rot="13481973">
                <a:off x="4034118" y="2721561"/>
                <a:ext cx="44450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32" name="Conector recto 131">
                <a:extLst>
                  <a:ext uri="{FF2B5EF4-FFF2-40B4-BE49-F238E27FC236}">
                    <a16:creationId xmlns:a16="http://schemas.microsoft.com/office/drawing/2014/main" id="{0339CFF7-93B4-4BCE-A918-8DE906CA2B46}"/>
                  </a:ext>
                </a:extLst>
              </p:cNvPr>
              <p:cNvCxnSpPr>
                <a:cxnSpLocks/>
              </p:cNvCxnSpPr>
              <p:nvPr/>
            </p:nvCxnSpPr>
            <p:spPr>
              <a:xfrm rot="13481973" flipV="1">
                <a:off x="3987558" y="2680361"/>
                <a:ext cx="54302" cy="9307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21292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4CA06DAE-3EFB-4F48-A2AD-F193245AD9B6}"/>
              </a:ext>
            </a:extLst>
          </p:cNvPr>
          <p:cNvGrpSpPr/>
          <p:nvPr/>
        </p:nvGrpSpPr>
        <p:grpSpPr>
          <a:xfrm>
            <a:off x="118534" y="110067"/>
            <a:ext cx="2804400" cy="2802460"/>
            <a:chOff x="5063067" y="897467"/>
            <a:chExt cx="2804400" cy="2802460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688A829F-4204-4771-BA82-3679B929F756}"/>
                </a:ext>
              </a:extLst>
            </p:cNvPr>
            <p:cNvSpPr/>
            <p:nvPr/>
          </p:nvSpPr>
          <p:spPr>
            <a:xfrm>
              <a:off x="5063067" y="897467"/>
              <a:ext cx="2804400" cy="2802460"/>
            </a:xfrm>
            <a:prstGeom prst="ellipse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6AC6BE35-6A8A-4C29-8647-9C309997C096}"/>
                </a:ext>
              </a:extLst>
            </p:cNvPr>
            <p:cNvSpPr/>
            <p:nvPr/>
          </p:nvSpPr>
          <p:spPr>
            <a:xfrm>
              <a:off x="5930907" y="1796961"/>
              <a:ext cx="1068719" cy="100347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dk1"/>
                </a:solidFill>
              </a:endParaRPr>
            </a:p>
          </p:txBody>
        </p: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3F50570A-EE2E-49AF-A166-3FFD6892A489}"/>
                </a:ext>
              </a:extLst>
            </p:cNvPr>
            <p:cNvCxnSpPr>
              <a:cxnSpLocks/>
              <a:endCxn id="52" idx="7"/>
            </p:cNvCxnSpPr>
            <p:nvPr/>
          </p:nvCxnSpPr>
          <p:spPr>
            <a:xfrm flipV="1">
              <a:off x="6468533" y="1943916"/>
              <a:ext cx="374583" cy="359017"/>
            </a:xfrm>
            <a:prstGeom prst="line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6E930D2E-8CDA-455F-84F3-5F1C1D761332}"/>
                </a:ext>
              </a:extLst>
            </p:cNvPr>
            <p:cNvCxnSpPr>
              <a:cxnSpLocks/>
              <a:endCxn id="4" idx="5"/>
            </p:cNvCxnSpPr>
            <p:nvPr/>
          </p:nvCxnSpPr>
          <p:spPr>
            <a:xfrm>
              <a:off x="6468533" y="2302933"/>
              <a:ext cx="988239" cy="986583"/>
            </a:xfrm>
            <a:prstGeom prst="line">
              <a:avLst/>
            </a:prstGeom>
            <a:ln w="28575">
              <a:solidFill>
                <a:schemeClr val="accent6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944ECD96-9375-4277-8771-CF5E768C20BE}"/>
                    </a:ext>
                  </a:extLst>
                </p:cNvPr>
                <p:cNvSpPr txBox="1"/>
                <p:nvPr/>
              </p:nvSpPr>
              <p:spPr>
                <a:xfrm>
                  <a:off x="6449357" y="1844624"/>
                  <a:ext cx="33866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L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944ECD96-9375-4277-8771-CF5E768C20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9357" y="1844624"/>
                  <a:ext cx="338667" cy="30777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FBFB7785-C678-4309-986B-F3756FDB41A6}"/>
                    </a:ext>
                  </a:extLst>
                </p:cNvPr>
                <p:cNvSpPr txBox="1"/>
                <p:nvPr/>
              </p:nvSpPr>
              <p:spPr>
                <a:xfrm>
                  <a:off x="7219871" y="2863789"/>
                  <a:ext cx="33866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L" sz="14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es-CL" sz="14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FBFB7785-C678-4309-986B-F3756FDB41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9871" y="2863789"/>
                  <a:ext cx="338667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BA907359-160C-442D-B4A0-7B1CD88D74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5665" y="2309646"/>
              <a:ext cx="119601" cy="352304"/>
            </a:xfrm>
            <a:prstGeom prst="line">
              <a:avLst/>
            </a:prstGeom>
            <a:ln w="28575">
              <a:solidFill>
                <a:srgbClr val="CC00FF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3E1668B5-7435-47CD-8AE3-DF350857ABA8}"/>
                    </a:ext>
                  </a:extLst>
                </p:cNvPr>
                <p:cNvSpPr txBox="1"/>
                <p:nvPr/>
              </p:nvSpPr>
              <p:spPr>
                <a:xfrm>
                  <a:off x="6317157" y="2496012"/>
                  <a:ext cx="33866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3E1668B5-7435-47CD-8AE3-DF350857AB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7157" y="2496012"/>
                  <a:ext cx="338667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FDF60CD5-46D1-4094-AEF3-7B66BD6D5C01}"/>
                    </a:ext>
                  </a:extLst>
                </p:cNvPr>
                <p:cNvSpPr txBox="1"/>
                <p:nvPr/>
              </p:nvSpPr>
              <p:spPr>
                <a:xfrm>
                  <a:off x="6176331" y="2056465"/>
                  <a:ext cx="33866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FDF60CD5-46D1-4094-AEF3-7B66BD6D5C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6331" y="2056465"/>
                  <a:ext cx="338667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0431F1FF-2067-4145-A31F-76494CEDA8C7}"/>
                </a:ext>
              </a:extLst>
            </p:cNvPr>
            <p:cNvSpPr/>
            <p:nvPr/>
          </p:nvSpPr>
          <p:spPr>
            <a:xfrm>
              <a:off x="5387000" y="1380039"/>
              <a:ext cx="2174072" cy="1874194"/>
            </a:xfrm>
            <a:custGeom>
              <a:avLst/>
              <a:gdLst>
                <a:gd name="connsiteX0" fmla="*/ 979933 w 2174072"/>
                <a:gd name="connsiteY0" fmla="*/ 1244628 h 1874194"/>
                <a:gd name="connsiteX1" fmla="*/ 548133 w 2174072"/>
                <a:gd name="connsiteY1" fmla="*/ 1083761 h 1874194"/>
                <a:gd name="connsiteX2" fmla="*/ 412667 w 2174072"/>
                <a:gd name="connsiteY2" fmla="*/ 321761 h 1874194"/>
                <a:gd name="connsiteX3" fmla="*/ 878333 w 2174072"/>
                <a:gd name="connsiteY3" fmla="*/ 84694 h 1874194"/>
                <a:gd name="connsiteX4" fmla="*/ 1445600 w 2174072"/>
                <a:gd name="connsiteY4" fmla="*/ 1718761 h 1874194"/>
                <a:gd name="connsiteX5" fmla="*/ 844467 w 2174072"/>
                <a:gd name="connsiteY5" fmla="*/ 1701828 h 1874194"/>
                <a:gd name="connsiteX6" fmla="*/ 23200 w 2174072"/>
                <a:gd name="connsiteY6" fmla="*/ 787428 h 1874194"/>
                <a:gd name="connsiteX7" fmla="*/ 1826600 w 2174072"/>
                <a:gd name="connsiteY7" fmla="*/ 127028 h 1874194"/>
                <a:gd name="connsiteX8" fmla="*/ 2165267 w 2174072"/>
                <a:gd name="connsiteY8" fmla="*/ 838228 h 1874194"/>
                <a:gd name="connsiteX9" fmla="*/ 1674200 w 2174072"/>
                <a:gd name="connsiteY9" fmla="*/ 1811894 h 187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74072" h="1874194">
                  <a:moveTo>
                    <a:pt x="979933" y="1244628"/>
                  </a:moveTo>
                  <a:cubicBezTo>
                    <a:pt x="811305" y="1241100"/>
                    <a:pt x="642677" y="1237572"/>
                    <a:pt x="548133" y="1083761"/>
                  </a:cubicBezTo>
                  <a:cubicBezTo>
                    <a:pt x="453589" y="929950"/>
                    <a:pt x="357634" y="488272"/>
                    <a:pt x="412667" y="321761"/>
                  </a:cubicBezTo>
                  <a:cubicBezTo>
                    <a:pt x="467700" y="155250"/>
                    <a:pt x="706178" y="-148139"/>
                    <a:pt x="878333" y="84694"/>
                  </a:cubicBezTo>
                  <a:cubicBezTo>
                    <a:pt x="1050488" y="317527"/>
                    <a:pt x="1451244" y="1449239"/>
                    <a:pt x="1445600" y="1718761"/>
                  </a:cubicBezTo>
                  <a:cubicBezTo>
                    <a:pt x="1439956" y="1988283"/>
                    <a:pt x="1081534" y="1857050"/>
                    <a:pt x="844467" y="1701828"/>
                  </a:cubicBezTo>
                  <a:cubicBezTo>
                    <a:pt x="607400" y="1546606"/>
                    <a:pt x="-140489" y="1049895"/>
                    <a:pt x="23200" y="787428"/>
                  </a:cubicBezTo>
                  <a:cubicBezTo>
                    <a:pt x="186889" y="524961"/>
                    <a:pt x="1469589" y="118561"/>
                    <a:pt x="1826600" y="127028"/>
                  </a:cubicBezTo>
                  <a:cubicBezTo>
                    <a:pt x="2183611" y="135495"/>
                    <a:pt x="2190667" y="557417"/>
                    <a:pt x="2165267" y="838228"/>
                  </a:cubicBezTo>
                  <a:cubicBezTo>
                    <a:pt x="2139867" y="1119039"/>
                    <a:pt x="1907033" y="1465466"/>
                    <a:pt x="1674200" y="1811894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2A336A01-2C3C-489B-892E-A42D8227F156}"/>
                    </a:ext>
                  </a:extLst>
                </p:cNvPr>
                <p:cNvSpPr txBox="1"/>
                <p:nvPr/>
              </p:nvSpPr>
              <p:spPr>
                <a:xfrm>
                  <a:off x="6843116" y="3121223"/>
                  <a:ext cx="33866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2A336A01-2C3C-489B-892E-A42D8227F1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3116" y="3121223"/>
                  <a:ext cx="338667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46429"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AF46D035-DC62-477D-A160-85780050C2A8}"/>
              </a:ext>
            </a:extLst>
          </p:cNvPr>
          <p:cNvGrpSpPr/>
          <p:nvPr/>
        </p:nvGrpSpPr>
        <p:grpSpPr>
          <a:xfrm>
            <a:off x="3065792" y="121016"/>
            <a:ext cx="2804400" cy="2802460"/>
            <a:chOff x="4004467" y="110067"/>
            <a:chExt cx="2804400" cy="2802460"/>
          </a:xfrm>
        </p:grpSpPr>
        <p:grpSp>
          <p:nvGrpSpPr>
            <p:cNvPr id="68" name="Grupo 67">
              <a:extLst>
                <a:ext uri="{FF2B5EF4-FFF2-40B4-BE49-F238E27FC236}">
                  <a16:creationId xmlns:a16="http://schemas.microsoft.com/office/drawing/2014/main" id="{92D46DCF-44FE-4572-AE98-BA0E7C21282B}"/>
                </a:ext>
              </a:extLst>
            </p:cNvPr>
            <p:cNvGrpSpPr/>
            <p:nvPr/>
          </p:nvGrpSpPr>
          <p:grpSpPr>
            <a:xfrm>
              <a:off x="4004467" y="110067"/>
              <a:ext cx="2804400" cy="2802460"/>
              <a:chOff x="5063067" y="897467"/>
              <a:chExt cx="2804400" cy="2802460"/>
            </a:xfrm>
          </p:grpSpPr>
          <p:sp>
            <p:nvSpPr>
              <p:cNvPr id="69" name="Elipse 68">
                <a:extLst>
                  <a:ext uri="{FF2B5EF4-FFF2-40B4-BE49-F238E27FC236}">
                    <a16:creationId xmlns:a16="http://schemas.microsoft.com/office/drawing/2014/main" id="{80F51C46-95FC-4513-961C-685F8E5D827E}"/>
                  </a:ext>
                </a:extLst>
              </p:cNvPr>
              <p:cNvSpPr/>
              <p:nvPr/>
            </p:nvSpPr>
            <p:spPr>
              <a:xfrm>
                <a:off x="5063067" y="897467"/>
                <a:ext cx="2804400" cy="2802460"/>
              </a:xfrm>
              <a:prstGeom prst="ellipse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70" name="Elipse 69">
                <a:extLst>
                  <a:ext uri="{FF2B5EF4-FFF2-40B4-BE49-F238E27FC236}">
                    <a16:creationId xmlns:a16="http://schemas.microsoft.com/office/drawing/2014/main" id="{03BB40CB-3B60-4C39-BD8D-BC29D8EC6DD6}"/>
                  </a:ext>
                </a:extLst>
              </p:cNvPr>
              <p:cNvSpPr/>
              <p:nvPr/>
            </p:nvSpPr>
            <p:spPr>
              <a:xfrm>
                <a:off x="5930907" y="1796961"/>
                <a:ext cx="1068719" cy="1003472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dk1"/>
                  </a:solidFill>
                </a:endParaRPr>
              </a:p>
            </p:txBody>
          </p:sp>
          <p:cxnSp>
            <p:nvCxnSpPr>
              <p:cNvPr id="71" name="Conector recto 70">
                <a:extLst>
                  <a:ext uri="{FF2B5EF4-FFF2-40B4-BE49-F238E27FC236}">
                    <a16:creationId xmlns:a16="http://schemas.microsoft.com/office/drawing/2014/main" id="{BA3EA174-E799-4D1F-B6DB-B4CDD80A7418}"/>
                  </a:ext>
                </a:extLst>
              </p:cNvPr>
              <p:cNvCxnSpPr>
                <a:cxnSpLocks/>
                <a:endCxn id="70" idx="7"/>
              </p:cNvCxnSpPr>
              <p:nvPr/>
            </p:nvCxnSpPr>
            <p:spPr>
              <a:xfrm flipV="1">
                <a:off x="6468533" y="1943916"/>
                <a:ext cx="374583" cy="359017"/>
              </a:xfrm>
              <a:prstGeom prst="line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2" name="Conector recto 71">
                <a:extLst>
                  <a:ext uri="{FF2B5EF4-FFF2-40B4-BE49-F238E27FC236}">
                    <a16:creationId xmlns:a16="http://schemas.microsoft.com/office/drawing/2014/main" id="{5073A3D9-0108-4D10-A1F2-29ABEF7A94B8}"/>
                  </a:ext>
                </a:extLst>
              </p:cNvPr>
              <p:cNvCxnSpPr>
                <a:cxnSpLocks/>
                <a:endCxn id="69" idx="5"/>
              </p:cNvCxnSpPr>
              <p:nvPr/>
            </p:nvCxnSpPr>
            <p:spPr>
              <a:xfrm>
                <a:off x="6468533" y="2302933"/>
                <a:ext cx="988239" cy="986583"/>
              </a:xfrm>
              <a:prstGeom prst="line">
                <a:avLst/>
              </a:prstGeom>
              <a:ln w="28575">
                <a:solidFill>
                  <a:schemeClr val="accent6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CuadroTexto 72">
                    <a:extLst>
                      <a:ext uri="{FF2B5EF4-FFF2-40B4-BE49-F238E27FC236}">
                        <a16:creationId xmlns:a16="http://schemas.microsoft.com/office/drawing/2014/main" id="{34F34BE8-2ED5-4CB2-A54D-DE5B54BD3D84}"/>
                      </a:ext>
                    </a:extLst>
                  </p:cNvPr>
                  <p:cNvSpPr txBox="1"/>
                  <p:nvPr/>
                </p:nvSpPr>
                <p:spPr>
                  <a:xfrm>
                    <a:off x="6449357" y="1844624"/>
                    <a:ext cx="338667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L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oMath>
                      </m:oMathPara>
                    </a14:m>
                    <a:endParaRPr lang="es-CL" sz="14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3" name="CuadroTexto 72">
                    <a:extLst>
                      <a:ext uri="{FF2B5EF4-FFF2-40B4-BE49-F238E27FC236}">
                        <a16:creationId xmlns:a16="http://schemas.microsoft.com/office/drawing/2014/main" id="{34F34BE8-2ED5-4CB2-A54D-DE5B54BD3D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9357" y="1844624"/>
                    <a:ext cx="338667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CuadroTexto 73">
                    <a:extLst>
                      <a:ext uri="{FF2B5EF4-FFF2-40B4-BE49-F238E27FC236}">
                        <a16:creationId xmlns:a16="http://schemas.microsoft.com/office/drawing/2014/main" id="{AA2BA7AE-93F0-4811-A867-67F59BC2EBB5}"/>
                      </a:ext>
                    </a:extLst>
                  </p:cNvPr>
                  <p:cNvSpPr txBox="1"/>
                  <p:nvPr/>
                </p:nvSpPr>
                <p:spPr>
                  <a:xfrm>
                    <a:off x="7219871" y="2863789"/>
                    <a:ext cx="338667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L" sz="1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oMath>
                      </m:oMathPara>
                    </a14:m>
                    <a:endParaRPr lang="es-CL" sz="14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4" name="CuadroTexto 73">
                    <a:extLst>
                      <a:ext uri="{FF2B5EF4-FFF2-40B4-BE49-F238E27FC236}">
                        <a16:creationId xmlns:a16="http://schemas.microsoft.com/office/drawing/2014/main" id="{AA2BA7AE-93F0-4811-A867-67F59BC2EB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19871" y="2863789"/>
                    <a:ext cx="338667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5" name="Conector recto 74">
                <a:extLst>
                  <a:ext uri="{FF2B5EF4-FFF2-40B4-BE49-F238E27FC236}">
                    <a16:creationId xmlns:a16="http://schemas.microsoft.com/office/drawing/2014/main" id="{F32F0E3A-4909-4EF4-9C12-87620397DF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45665" y="2309646"/>
                <a:ext cx="119601" cy="352304"/>
              </a:xfrm>
              <a:prstGeom prst="line">
                <a:avLst/>
              </a:prstGeom>
              <a:ln w="28575">
                <a:solidFill>
                  <a:srgbClr val="CC00FF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CuadroTexto 75">
                    <a:extLst>
                      <a:ext uri="{FF2B5EF4-FFF2-40B4-BE49-F238E27FC236}">
                        <a16:creationId xmlns:a16="http://schemas.microsoft.com/office/drawing/2014/main" id="{678F0CDB-F617-4B1A-B863-A130AD3D742F}"/>
                      </a:ext>
                    </a:extLst>
                  </p:cNvPr>
                  <p:cNvSpPr txBox="1"/>
                  <p:nvPr/>
                </p:nvSpPr>
                <p:spPr>
                  <a:xfrm>
                    <a:off x="6317157" y="2496012"/>
                    <a:ext cx="338667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L" sz="14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6" name="CuadroTexto 75">
                    <a:extLst>
                      <a:ext uri="{FF2B5EF4-FFF2-40B4-BE49-F238E27FC236}">
                        <a16:creationId xmlns:a16="http://schemas.microsoft.com/office/drawing/2014/main" id="{678F0CDB-F617-4B1A-B863-A130AD3D74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17157" y="2496012"/>
                    <a:ext cx="338667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CuadroTexto 76">
                    <a:extLst>
                      <a:ext uri="{FF2B5EF4-FFF2-40B4-BE49-F238E27FC236}">
                        <a16:creationId xmlns:a16="http://schemas.microsoft.com/office/drawing/2014/main" id="{98F17568-9F9D-4238-9C05-D732F07EA08F}"/>
                      </a:ext>
                    </a:extLst>
                  </p:cNvPr>
                  <p:cNvSpPr txBox="1"/>
                  <p:nvPr/>
                </p:nvSpPr>
                <p:spPr>
                  <a:xfrm>
                    <a:off x="6176331" y="2056465"/>
                    <a:ext cx="338667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oMath>
                      </m:oMathPara>
                    </a14:m>
                    <a:endParaRPr lang="es-CL" sz="1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7" name="CuadroTexto 76">
                    <a:extLst>
                      <a:ext uri="{FF2B5EF4-FFF2-40B4-BE49-F238E27FC236}">
                        <a16:creationId xmlns:a16="http://schemas.microsoft.com/office/drawing/2014/main" id="{98F17568-9F9D-4238-9C05-D732F07EA0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76331" y="2056465"/>
                    <a:ext cx="338667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CuadroTexto 78">
                    <a:extLst>
                      <a:ext uri="{FF2B5EF4-FFF2-40B4-BE49-F238E27FC236}">
                        <a16:creationId xmlns:a16="http://schemas.microsoft.com/office/drawing/2014/main" id="{17A148DF-CE3C-4087-A783-6CA7FA097901}"/>
                      </a:ext>
                    </a:extLst>
                  </p:cNvPr>
                  <p:cNvSpPr txBox="1"/>
                  <p:nvPr/>
                </p:nvSpPr>
                <p:spPr>
                  <a:xfrm>
                    <a:off x="6843116" y="3121223"/>
                    <a:ext cx="338667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sz="14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9" name="CuadroTexto 78">
                    <a:extLst>
                      <a:ext uri="{FF2B5EF4-FFF2-40B4-BE49-F238E27FC236}">
                        <a16:creationId xmlns:a16="http://schemas.microsoft.com/office/drawing/2014/main" id="{17A148DF-CE3C-4087-A783-6CA7FA0979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43116" y="3121223"/>
                    <a:ext cx="338667" cy="3077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47273"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1" name="Forma libre: forma 80">
              <a:extLst>
                <a:ext uri="{FF2B5EF4-FFF2-40B4-BE49-F238E27FC236}">
                  <a16:creationId xmlns:a16="http://schemas.microsoft.com/office/drawing/2014/main" id="{3F903CC6-DFF7-428E-BAFB-B8935E2965DF}"/>
                </a:ext>
              </a:extLst>
            </p:cNvPr>
            <p:cNvSpPr/>
            <p:nvPr/>
          </p:nvSpPr>
          <p:spPr>
            <a:xfrm rot="13110801" flipH="1">
              <a:off x="4690106" y="783453"/>
              <a:ext cx="1193914" cy="1206310"/>
            </a:xfrm>
            <a:custGeom>
              <a:avLst/>
              <a:gdLst>
                <a:gd name="connsiteX0" fmla="*/ 617590 w 1134057"/>
                <a:gd name="connsiteY0" fmla="*/ 447170 h 904772"/>
                <a:gd name="connsiteX1" fmla="*/ 558323 w 1134057"/>
                <a:gd name="connsiteY1" fmla="*/ 557237 h 904772"/>
                <a:gd name="connsiteX2" fmla="*/ 431323 w 1134057"/>
                <a:gd name="connsiteY2" fmla="*/ 472570 h 904772"/>
                <a:gd name="connsiteX3" fmla="*/ 524457 w 1134057"/>
                <a:gd name="connsiteY3" fmla="*/ 362504 h 904772"/>
                <a:gd name="connsiteX4" fmla="*/ 693790 w 1134057"/>
                <a:gd name="connsiteY4" fmla="*/ 345570 h 904772"/>
                <a:gd name="connsiteX5" fmla="*/ 753057 w 1134057"/>
                <a:gd name="connsiteY5" fmla="*/ 421770 h 904772"/>
                <a:gd name="connsiteX6" fmla="*/ 719190 w 1134057"/>
                <a:gd name="connsiteY6" fmla="*/ 599570 h 904772"/>
                <a:gd name="connsiteX7" fmla="*/ 617590 w 1134057"/>
                <a:gd name="connsiteY7" fmla="*/ 667304 h 904772"/>
                <a:gd name="connsiteX8" fmla="*/ 295857 w 1134057"/>
                <a:gd name="connsiteY8" fmla="*/ 624970 h 904772"/>
                <a:gd name="connsiteX9" fmla="*/ 185790 w 1134057"/>
                <a:gd name="connsiteY9" fmla="*/ 438704 h 904772"/>
                <a:gd name="connsiteX10" fmla="*/ 456723 w 1134057"/>
                <a:gd name="connsiteY10" fmla="*/ 176237 h 904772"/>
                <a:gd name="connsiteX11" fmla="*/ 744590 w 1134057"/>
                <a:gd name="connsiteY11" fmla="*/ 201637 h 904772"/>
                <a:gd name="connsiteX12" fmla="*/ 880057 w 1134057"/>
                <a:gd name="connsiteY12" fmla="*/ 387904 h 904772"/>
                <a:gd name="connsiteX13" fmla="*/ 913923 w 1134057"/>
                <a:gd name="connsiteY13" fmla="*/ 650370 h 904772"/>
                <a:gd name="connsiteX14" fmla="*/ 812323 w 1134057"/>
                <a:gd name="connsiteY14" fmla="*/ 836637 h 904772"/>
                <a:gd name="connsiteX15" fmla="*/ 465190 w 1134057"/>
                <a:gd name="connsiteY15" fmla="*/ 904370 h 904772"/>
                <a:gd name="connsiteX16" fmla="*/ 50323 w 1134057"/>
                <a:gd name="connsiteY16" fmla="*/ 811237 h 904772"/>
                <a:gd name="connsiteX17" fmla="*/ 16457 w 1134057"/>
                <a:gd name="connsiteY17" fmla="*/ 447170 h 904772"/>
                <a:gd name="connsiteX18" fmla="*/ 134990 w 1134057"/>
                <a:gd name="connsiteY18" fmla="*/ 133904 h 904772"/>
                <a:gd name="connsiteX19" fmla="*/ 490590 w 1134057"/>
                <a:gd name="connsiteY19" fmla="*/ 6904 h 904772"/>
                <a:gd name="connsiteX20" fmla="*/ 905457 w 1134057"/>
                <a:gd name="connsiteY20" fmla="*/ 66170 h 904772"/>
                <a:gd name="connsiteX21" fmla="*/ 1134057 w 1134057"/>
                <a:gd name="connsiteY21" fmla="*/ 472570 h 904772"/>
                <a:gd name="connsiteX0" fmla="*/ 601317 w 1117784"/>
                <a:gd name="connsiteY0" fmla="*/ 447170 h 906851"/>
                <a:gd name="connsiteX1" fmla="*/ 542050 w 1117784"/>
                <a:gd name="connsiteY1" fmla="*/ 557237 h 906851"/>
                <a:gd name="connsiteX2" fmla="*/ 415050 w 1117784"/>
                <a:gd name="connsiteY2" fmla="*/ 472570 h 906851"/>
                <a:gd name="connsiteX3" fmla="*/ 508184 w 1117784"/>
                <a:gd name="connsiteY3" fmla="*/ 362504 h 906851"/>
                <a:gd name="connsiteX4" fmla="*/ 677517 w 1117784"/>
                <a:gd name="connsiteY4" fmla="*/ 345570 h 906851"/>
                <a:gd name="connsiteX5" fmla="*/ 736784 w 1117784"/>
                <a:gd name="connsiteY5" fmla="*/ 421770 h 906851"/>
                <a:gd name="connsiteX6" fmla="*/ 702917 w 1117784"/>
                <a:gd name="connsiteY6" fmla="*/ 599570 h 906851"/>
                <a:gd name="connsiteX7" fmla="*/ 601317 w 1117784"/>
                <a:gd name="connsiteY7" fmla="*/ 667304 h 906851"/>
                <a:gd name="connsiteX8" fmla="*/ 279584 w 1117784"/>
                <a:gd name="connsiteY8" fmla="*/ 624970 h 906851"/>
                <a:gd name="connsiteX9" fmla="*/ 169517 w 1117784"/>
                <a:gd name="connsiteY9" fmla="*/ 438704 h 906851"/>
                <a:gd name="connsiteX10" fmla="*/ 440450 w 1117784"/>
                <a:gd name="connsiteY10" fmla="*/ 176237 h 906851"/>
                <a:gd name="connsiteX11" fmla="*/ 728317 w 1117784"/>
                <a:gd name="connsiteY11" fmla="*/ 201637 h 906851"/>
                <a:gd name="connsiteX12" fmla="*/ 863784 w 1117784"/>
                <a:gd name="connsiteY12" fmla="*/ 387904 h 906851"/>
                <a:gd name="connsiteX13" fmla="*/ 897650 w 1117784"/>
                <a:gd name="connsiteY13" fmla="*/ 650370 h 906851"/>
                <a:gd name="connsiteX14" fmla="*/ 796050 w 1117784"/>
                <a:gd name="connsiteY14" fmla="*/ 836637 h 906851"/>
                <a:gd name="connsiteX15" fmla="*/ 448917 w 1117784"/>
                <a:gd name="connsiteY15" fmla="*/ 904370 h 906851"/>
                <a:gd name="connsiteX16" fmla="*/ 101783 w 1117784"/>
                <a:gd name="connsiteY16" fmla="*/ 760437 h 906851"/>
                <a:gd name="connsiteX17" fmla="*/ 184 w 1117784"/>
                <a:gd name="connsiteY17" fmla="*/ 447170 h 906851"/>
                <a:gd name="connsiteX18" fmla="*/ 118717 w 1117784"/>
                <a:gd name="connsiteY18" fmla="*/ 133904 h 906851"/>
                <a:gd name="connsiteX19" fmla="*/ 474317 w 1117784"/>
                <a:gd name="connsiteY19" fmla="*/ 6904 h 906851"/>
                <a:gd name="connsiteX20" fmla="*/ 889184 w 1117784"/>
                <a:gd name="connsiteY20" fmla="*/ 66170 h 906851"/>
                <a:gd name="connsiteX21" fmla="*/ 1117784 w 1117784"/>
                <a:gd name="connsiteY21" fmla="*/ 472570 h 906851"/>
                <a:gd name="connsiteX0" fmla="*/ 601317 w 1117784"/>
                <a:gd name="connsiteY0" fmla="*/ 501065 h 960746"/>
                <a:gd name="connsiteX1" fmla="*/ 542050 w 1117784"/>
                <a:gd name="connsiteY1" fmla="*/ 611132 h 960746"/>
                <a:gd name="connsiteX2" fmla="*/ 415050 w 1117784"/>
                <a:gd name="connsiteY2" fmla="*/ 526465 h 960746"/>
                <a:gd name="connsiteX3" fmla="*/ 508184 w 1117784"/>
                <a:gd name="connsiteY3" fmla="*/ 416399 h 960746"/>
                <a:gd name="connsiteX4" fmla="*/ 677517 w 1117784"/>
                <a:gd name="connsiteY4" fmla="*/ 399465 h 960746"/>
                <a:gd name="connsiteX5" fmla="*/ 736784 w 1117784"/>
                <a:gd name="connsiteY5" fmla="*/ 475665 h 960746"/>
                <a:gd name="connsiteX6" fmla="*/ 702917 w 1117784"/>
                <a:gd name="connsiteY6" fmla="*/ 653465 h 960746"/>
                <a:gd name="connsiteX7" fmla="*/ 601317 w 1117784"/>
                <a:gd name="connsiteY7" fmla="*/ 721199 h 960746"/>
                <a:gd name="connsiteX8" fmla="*/ 279584 w 1117784"/>
                <a:gd name="connsiteY8" fmla="*/ 678865 h 960746"/>
                <a:gd name="connsiteX9" fmla="*/ 169517 w 1117784"/>
                <a:gd name="connsiteY9" fmla="*/ 492599 h 960746"/>
                <a:gd name="connsiteX10" fmla="*/ 440450 w 1117784"/>
                <a:gd name="connsiteY10" fmla="*/ 230132 h 960746"/>
                <a:gd name="connsiteX11" fmla="*/ 728317 w 1117784"/>
                <a:gd name="connsiteY11" fmla="*/ 255532 h 960746"/>
                <a:gd name="connsiteX12" fmla="*/ 863784 w 1117784"/>
                <a:gd name="connsiteY12" fmla="*/ 441799 h 960746"/>
                <a:gd name="connsiteX13" fmla="*/ 897650 w 1117784"/>
                <a:gd name="connsiteY13" fmla="*/ 704265 h 960746"/>
                <a:gd name="connsiteX14" fmla="*/ 796050 w 1117784"/>
                <a:gd name="connsiteY14" fmla="*/ 890532 h 960746"/>
                <a:gd name="connsiteX15" fmla="*/ 448917 w 1117784"/>
                <a:gd name="connsiteY15" fmla="*/ 958265 h 960746"/>
                <a:gd name="connsiteX16" fmla="*/ 101783 w 1117784"/>
                <a:gd name="connsiteY16" fmla="*/ 814332 h 960746"/>
                <a:gd name="connsiteX17" fmla="*/ 184 w 1117784"/>
                <a:gd name="connsiteY17" fmla="*/ 501065 h 960746"/>
                <a:gd name="connsiteX18" fmla="*/ 118717 w 1117784"/>
                <a:gd name="connsiteY18" fmla="*/ 187799 h 960746"/>
                <a:gd name="connsiteX19" fmla="*/ 474317 w 1117784"/>
                <a:gd name="connsiteY19" fmla="*/ 1533 h 960746"/>
                <a:gd name="connsiteX20" fmla="*/ 889184 w 1117784"/>
                <a:gd name="connsiteY20" fmla="*/ 120065 h 960746"/>
                <a:gd name="connsiteX21" fmla="*/ 1117784 w 1117784"/>
                <a:gd name="connsiteY21" fmla="*/ 526465 h 960746"/>
                <a:gd name="connsiteX0" fmla="*/ 601317 w 1117784"/>
                <a:gd name="connsiteY0" fmla="*/ 501065 h 960746"/>
                <a:gd name="connsiteX1" fmla="*/ 542050 w 1117784"/>
                <a:gd name="connsiteY1" fmla="*/ 611132 h 960746"/>
                <a:gd name="connsiteX2" fmla="*/ 415050 w 1117784"/>
                <a:gd name="connsiteY2" fmla="*/ 526465 h 960746"/>
                <a:gd name="connsiteX3" fmla="*/ 508184 w 1117784"/>
                <a:gd name="connsiteY3" fmla="*/ 416399 h 960746"/>
                <a:gd name="connsiteX4" fmla="*/ 677517 w 1117784"/>
                <a:gd name="connsiteY4" fmla="*/ 399465 h 960746"/>
                <a:gd name="connsiteX5" fmla="*/ 736784 w 1117784"/>
                <a:gd name="connsiteY5" fmla="*/ 475665 h 960746"/>
                <a:gd name="connsiteX6" fmla="*/ 702917 w 1117784"/>
                <a:gd name="connsiteY6" fmla="*/ 653465 h 960746"/>
                <a:gd name="connsiteX7" fmla="*/ 601317 w 1117784"/>
                <a:gd name="connsiteY7" fmla="*/ 721199 h 960746"/>
                <a:gd name="connsiteX8" fmla="*/ 321918 w 1117784"/>
                <a:gd name="connsiteY8" fmla="*/ 678865 h 960746"/>
                <a:gd name="connsiteX9" fmla="*/ 169517 w 1117784"/>
                <a:gd name="connsiteY9" fmla="*/ 492599 h 960746"/>
                <a:gd name="connsiteX10" fmla="*/ 440450 w 1117784"/>
                <a:gd name="connsiteY10" fmla="*/ 230132 h 960746"/>
                <a:gd name="connsiteX11" fmla="*/ 728317 w 1117784"/>
                <a:gd name="connsiteY11" fmla="*/ 255532 h 960746"/>
                <a:gd name="connsiteX12" fmla="*/ 863784 w 1117784"/>
                <a:gd name="connsiteY12" fmla="*/ 441799 h 960746"/>
                <a:gd name="connsiteX13" fmla="*/ 897650 w 1117784"/>
                <a:gd name="connsiteY13" fmla="*/ 704265 h 960746"/>
                <a:gd name="connsiteX14" fmla="*/ 796050 w 1117784"/>
                <a:gd name="connsiteY14" fmla="*/ 890532 h 960746"/>
                <a:gd name="connsiteX15" fmla="*/ 448917 w 1117784"/>
                <a:gd name="connsiteY15" fmla="*/ 958265 h 960746"/>
                <a:gd name="connsiteX16" fmla="*/ 101783 w 1117784"/>
                <a:gd name="connsiteY16" fmla="*/ 814332 h 960746"/>
                <a:gd name="connsiteX17" fmla="*/ 184 w 1117784"/>
                <a:gd name="connsiteY17" fmla="*/ 501065 h 960746"/>
                <a:gd name="connsiteX18" fmla="*/ 118717 w 1117784"/>
                <a:gd name="connsiteY18" fmla="*/ 187799 h 960746"/>
                <a:gd name="connsiteX19" fmla="*/ 474317 w 1117784"/>
                <a:gd name="connsiteY19" fmla="*/ 1533 h 960746"/>
                <a:gd name="connsiteX20" fmla="*/ 889184 w 1117784"/>
                <a:gd name="connsiteY20" fmla="*/ 120065 h 960746"/>
                <a:gd name="connsiteX21" fmla="*/ 1117784 w 1117784"/>
                <a:gd name="connsiteY21" fmla="*/ 526465 h 960746"/>
                <a:gd name="connsiteX0" fmla="*/ 601317 w 1117784"/>
                <a:gd name="connsiteY0" fmla="*/ 501065 h 960746"/>
                <a:gd name="connsiteX1" fmla="*/ 542050 w 1117784"/>
                <a:gd name="connsiteY1" fmla="*/ 611132 h 960746"/>
                <a:gd name="connsiteX2" fmla="*/ 415050 w 1117784"/>
                <a:gd name="connsiteY2" fmla="*/ 526465 h 960746"/>
                <a:gd name="connsiteX3" fmla="*/ 508184 w 1117784"/>
                <a:gd name="connsiteY3" fmla="*/ 416399 h 960746"/>
                <a:gd name="connsiteX4" fmla="*/ 677517 w 1117784"/>
                <a:gd name="connsiteY4" fmla="*/ 399465 h 960746"/>
                <a:gd name="connsiteX5" fmla="*/ 736784 w 1117784"/>
                <a:gd name="connsiteY5" fmla="*/ 475665 h 960746"/>
                <a:gd name="connsiteX6" fmla="*/ 702917 w 1117784"/>
                <a:gd name="connsiteY6" fmla="*/ 653465 h 960746"/>
                <a:gd name="connsiteX7" fmla="*/ 601317 w 1117784"/>
                <a:gd name="connsiteY7" fmla="*/ 721199 h 960746"/>
                <a:gd name="connsiteX8" fmla="*/ 321918 w 1117784"/>
                <a:gd name="connsiteY8" fmla="*/ 678865 h 960746"/>
                <a:gd name="connsiteX9" fmla="*/ 254183 w 1117784"/>
                <a:gd name="connsiteY9" fmla="*/ 484133 h 960746"/>
                <a:gd name="connsiteX10" fmla="*/ 440450 w 1117784"/>
                <a:gd name="connsiteY10" fmla="*/ 230132 h 960746"/>
                <a:gd name="connsiteX11" fmla="*/ 728317 w 1117784"/>
                <a:gd name="connsiteY11" fmla="*/ 255532 h 960746"/>
                <a:gd name="connsiteX12" fmla="*/ 863784 w 1117784"/>
                <a:gd name="connsiteY12" fmla="*/ 441799 h 960746"/>
                <a:gd name="connsiteX13" fmla="*/ 897650 w 1117784"/>
                <a:gd name="connsiteY13" fmla="*/ 704265 h 960746"/>
                <a:gd name="connsiteX14" fmla="*/ 796050 w 1117784"/>
                <a:gd name="connsiteY14" fmla="*/ 890532 h 960746"/>
                <a:gd name="connsiteX15" fmla="*/ 448917 w 1117784"/>
                <a:gd name="connsiteY15" fmla="*/ 958265 h 960746"/>
                <a:gd name="connsiteX16" fmla="*/ 101783 w 1117784"/>
                <a:gd name="connsiteY16" fmla="*/ 814332 h 960746"/>
                <a:gd name="connsiteX17" fmla="*/ 184 w 1117784"/>
                <a:gd name="connsiteY17" fmla="*/ 501065 h 960746"/>
                <a:gd name="connsiteX18" fmla="*/ 118717 w 1117784"/>
                <a:gd name="connsiteY18" fmla="*/ 187799 h 960746"/>
                <a:gd name="connsiteX19" fmla="*/ 474317 w 1117784"/>
                <a:gd name="connsiteY19" fmla="*/ 1533 h 960746"/>
                <a:gd name="connsiteX20" fmla="*/ 889184 w 1117784"/>
                <a:gd name="connsiteY20" fmla="*/ 120065 h 960746"/>
                <a:gd name="connsiteX21" fmla="*/ 1117784 w 1117784"/>
                <a:gd name="connsiteY21" fmla="*/ 526465 h 960746"/>
                <a:gd name="connsiteX0" fmla="*/ 601317 w 1117784"/>
                <a:gd name="connsiteY0" fmla="*/ 501065 h 960746"/>
                <a:gd name="connsiteX1" fmla="*/ 542050 w 1117784"/>
                <a:gd name="connsiteY1" fmla="*/ 611132 h 960746"/>
                <a:gd name="connsiteX2" fmla="*/ 440450 w 1117784"/>
                <a:gd name="connsiteY2" fmla="*/ 517999 h 960746"/>
                <a:gd name="connsiteX3" fmla="*/ 508184 w 1117784"/>
                <a:gd name="connsiteY3" fmla="*/ 416399 h 960746"/>
                <a:gd name="connsiteX4" fmla="*/ 677517 w 1117784"/>
                <a:gd name="connsiteY4" fmla="*/ 399465 h 960746"/>
                <a:gd name="connsiteX5" fmla="*/ 736784 w 1117784"/>
                <a:gd name="connsiteY5" fmla="*/ 475665 h 960746"/>
                <a:gd name="connsiteX6" fmla="*/ 702917 w 1117784"/>
                <a:gd name="connsiteY6" fmla="*/ 653465 h 960746"/>
                <a:gd name="connsiteX7" fmla="*/ 601317 w 1117784"/>
                <a:gd name="connsiteY7" fmla="*/ 721199 h 960746"/>
                <a:gd name="connsiteX8" fmla="*/ 321918 w 1117784"/>
                <a:gd name="connsiteY8" fmla="*/ 678865 h 960746"/>
                <a:gd name="connsiteX9" fmla="*/ 254183 w 1117784"/>
                <a:gd name="connsiteY9" fmla="*/ 484133 h 960746"/>
                <a:gd name="connsiteX10" fmla="*/ 440450 w 1117784"/>
                <a:gd name="connsiteY10" fmla="*/ 230132 h 960746"/>
                <a:gd name="connsiteX11" fmla="*/ 728317 w 1117784"/>
                <a:gd name="connsiteY11" fmla="*/ 255532 h 960746"/>
                <a:gd name="connsiteX12" fmla="*/ 863784 w 1117784"/>
                <a:gd name="connsiteY12" fmla="*/ 441799 h 960746"/>
                <a:gd name="connsiteX13" fmla="*/ 897650 w 1117784"/>
                <a:gd name="connsiteY13" fmla="*/ 704265 h 960746"/>
                <a:gd name="connsiteX14" fmla="*/ 796050 w 1117784"/>
                <a:gd name="connsiteY14" fmla="*/ 890532 h 960746"/>
                <a:gd name="connsiteX15" fmla="*/ 448917 w 1117784"/>
                <a:gd name="connsiteY15" fmla="*/ 958265 h 960746"/>
                <a:gd name="connsiteX16" fmla="*/ 101783 w 1117784"/>
                <a:gd name="connsiteY16" fmla="*/ 814332 h 960746"/>
                <a:gd name="connsiteX17" fmla="*/ 184 w 1117784"/>
                <a:gd name="connsiteY17" fmla="*/ 501065 h 960746"/>
                <a:gd name="connsiteX18" fmla="*/ 118717 w 1117784"/>
                <a:gd name="connsiteY18" fmla="*/ 187799 h 960746"/>
                <a:gd name="connsiteX19" fmla="*/ 474317 w 1117784"/>
                <a:gd name="connsiteY19" fmla="*/ 1533 h 960746"/>
                <a:gd name="connsiteX20" fmla="*/ 889184 w 1117784"/>
                <a:gd name="connsiteY20" fmla="*/ 120065 h 960746"/>
                <a:gd name="connsiteX21" fmla="*/ 1117784 w 1117784"/>
                <a:gd name="connsiteY21" fmla="*/ 526465 h 960746"/>
                <a:gd name="connsiteX0" fmla="*/ 601317 w 908244"/>
                <a:gd name="connsiteY0" fmla="*/ 501065 h 960746"/>
                <a:gd name="connsiteX1" fmla="*/ 542050 w 908244"/>
                <a:gd name="connsiteY1" fmla="*/ 611132 h 960746"/>
                <a:gd name="connsiteX2" fmla="*/ 440450 w 908244"/>
                <a:gd name="connsiteY2" fmla="*/ 517999 h 960746"/>
                <a:gd name="connsiteX3" fmla="*/ 508184 w 908244"/>
                <a:gd name="connsiteY3" fmla="*/ 416399 h 960746"/>
                <a:gd name="connsiteX4" fmla="*/ 677517 w 908244"/>
                <a:gd name="connsiteY4" fmla="*/ 399465 h 960746"/>
                <a:gd name="connsiteX5" fmla="*/ 736784 w 908244"/>
                <a:gd name="connsiteY5" fmla="*/ 475665 h 960746"/>
                <a:gd name="connsiteX6" fmla="*/ 702917 w 908244"/>
                <a:gd name="connsiteY6" fmla="*/ 653465 h 960746"/>
                <a:gd name="connsiteX7" fmla="*/ 601317 w 908244"/>
                <a:gd name="connsiteY7" fmla="*/ 721199 h 960746"/>
                <a:gd name="connsiteX8" fmla="*/ 321918 w 908244"/>
                <a:gd name="connsiteY8" fmla="*/ 678865 h 960746"/>
                <a:gd name="connsiteX9" fmla="*/ 254183 w 908244"/>
                <a:gd name="connsiteY9" fmla="*/ 484133 h 960746"/>
                <a:gd name="connsiteX10" fmla="*/ 440450 w 908244"/>
                <a:gd name="connsiteY10" fmla="*/ 230132 h 960746"/>
                <a:gd name="connsiteX11" fmla="*/ 728317 w 908244"/>
                <a:gd name="connsiteY11" fmla="*/ 255532 h 960746"/>
                <a:gd name="connsiteX12" fmla="*/ 863784 w 908244"/>
                <a:gd name="connsiteY12" fmla="*/ 441799 h 960746"/>
                <a:gd name="connsiteX13" fmla="*/ 897650 w 908244"/>
                <a:gd name="connsiteY13" fmla="*/ 704265 h 960746"/>
                <a:gd name="connsiteX14" fmla="*/ 796050 w 908244"/>
                <a:gd name="connsiteY14" fmla="*/ 890532 h 960746"/>
                <a:gd name="connsiteX15" fmla="*/ 448917 w 908244"/>
                <a:gd name="connsiteY15" fmla="*/ 958265 h 960746"/>
                <a:gd name="connsiteX16" fmla="*/ 101783 w 908244"/>
                <a:gd name="connsiteY16" fmla="*/ 814332 h 960746"/>
                <a:gd name="connsiteX17" fmla="*/ 184 w 908244"/>
                <a:gd name="connsiteY17" fmla="*/ 501065 h 960746"/>
                <a:gd name="connsiteX18" fmla="*/ 118717 w 908244"/>
                <a:gd name="connsiteY18" fmla="*/ 187799 h 960746"/>
                <a:gd name="connsiteX19" fmla="*/ 474317 w 908244"/>
                <a:gd name="connsiteY19" fmla="*/ 1533 h 960746"/>
                <a:gd name="connsiteX20" fmla="*/ 889184 w 908244"/>
                <a:gd name="connsiteY20" fmla="*/ 120065 h 960746"/>
                <a:gd name="connsiteX21" fmla="*/ 674080 w 908244"/>
                <a:gd name="connsiteY21" fmla="*/ 312891 h 960746"/>
                <a:gd name="connsiteX0" fmla="*/ 601317 w 901186"/>
                <a:gd name="connsiteY0" fmla="*/ 499566 h 959247"/>
                <a:gd name="connsiteX1" fmla="*/ 542050 w 901186"/>
                <a:gd name="connsiteY1" fmla="*/ 609633 h 959247"/>
                <a:gd name="connsiteX2" fmla="*/ 440450 w 901186"/>
                <a:gd name="connsiteY2" fmla="*/ 516500 h 959247"/>
                <a:gd name="connsiteX3" fmla="*/ 508184 w 901186"/>
                <a:gd name="connsiteY3" fmla="*/ 414900 h 959247"/>
                <a:gd name="connsiteX4" fmla="*/ 677517 w 901186"/>
                <a:gd name="connsiteY4" fmla="*/ 397966 h 959247"/>
                <a:gd name="connsiteX5" fmla="*/ 736784 w 901186"/>
                <a:gd name="connsiteY5" fmla="*/ 474166 h 959247"/>
                <a:gd name="connsiteX6" fmla="*/ 702917 w 901186"/>
                <a:gd name="connsiteY6" fmla="*/ 651966 h 959247"/>
                <a:gd name="connsiteX7" fmla="*/ 601317 w 901186"/>
                <a:gd name="connsiteY7" fmla="*/ 719700 h 959247"/>
                <a:gd name="connsiteX8" fmla="*/ 321918 w 901186"/>
                <a:gd name="connsiteY8" fmla="*/ 677366 h 959247"/>
                <a:gd name="connsiteX9" fmla="*/ 254183 w 901186"/>
                <a:gd name="connsiteY9" fmla="*/ 482634 h 959247"/>
                <a:gd name="connsiteX10" fmla="*/ 440450 w 901186"/>
                <a:gd name="connsiteY10" fmla="*/ 228633 h 959247"/>
                <a:gd name="connsiteX11" fmla="*/ 728317 w 901186"/>
                <a:gd name="connsiteY11" fmla="*/ 254033 h 959247"/>
                <a:gd name="connsiteX12" fmla="*/ 863784 w 901186"/>
                <a:gd name="connsiteY12" fmla="*/ 440300 h 959247"/>
                <a:gd name="connsiteX13" fmla="*/ 897650 w 901186"/>
                <a:gd name="connsiteY13" fmla="*/ 702766 h 959247"/>
                <a:gd name="connsiteX14" fmla="*/ 796050 w 901186"/>
                <a:gd name="connsiteY14" fmla="*/ 889033 h 959247"/>
                <a:gd name="connsiteX15" fmla="*/ 448917 w 901186"/>
                <a:gd name="connsiteY15" fmla="*/ 956766 h 959247"/>
                <a:gd name="connsiteX16" fmla="*/ 101783 w 901186"/>
                <a:gd name="connsiteY16" fmla="*/ 812833 h 959247"/>
                <a:gd name="connsiteX17" fmla="*/ 184 w 901186"/>
                <a:gd name="connsiteY17" fmla="*/ 499566 h 959247"/>
                <a:gd name="connsiteX18" fmla="*/ 118717 w 901186"/>
                <a:gd name="connsiteY18" fmla="*/ 186300 h 959247"/>
                <a:gd name="connsiteX19" fmla="*/ 474317 w 901186"/>
                <a:gd name="connsiteY19" fmla="*/ 34 h 959247"/>
                <a:gd name="connsiteX20" fmla="*/ 556795 w 901186"/>
                <a:gd name="connsiteY20" fmla="*/ 199495 h 959247"/>
                <a:gd name="connsiteX21" fmla="*/ 674080 w 901186"/>
                <a:gd name="connsiteY21" fmla="*/ 311392 h 959247"/>
                <a:gd name="connsiteX0" fmla="*/ 601317 w 901186"/>
                <a:gd name="connsiteY0" fmla="*/ 364340 h 824021"/>
                <a:gd name="connsiteX1" fmla="*/ 542050 w 901186"/>
                <a:gd name="connsiteY1" fmla="*/ 474407 h 824021"/>
                <a:gd name="connsiteX2" fmla="*/ 440450 w 901186"/>
                <a:gd name="connsiteY2" fmla="*/ 381274 h 824021"/>
                <a:gd name="connsiteX3" fmla="*/ 508184 w 901186"/>
                <a:gd name="connsiteY3" fmla="*/ 279674 h 824021"/>
                <a:gd name="connsiteX4" fmla="*/ 677517 w 901186"/>
                <a:gd name="connsiteY4" fmla="*/ 262740 h 824021"/>
                <a:gd name="connsiteX5" fmla="*/ 736784 w 901186"/>
                <a:gd name="connsiteY5" fmla="*/ 338940 h 824021"/>
                <a:gd name="connsiteX6" fmla="*/ 702917 w 901186"/>
                <a:gd name="connsiteY6" fmla="*/ 516740 h 824021"/>
                <a:gd name="connsiteX7" fmla="*/ 601317 w 901186"/>
                <a:gd name="connsiteY7" fmla="*/ 584474 h 824021"/>
                <a:gd name="connsiteX8" fmla="*/ 321918 w 901186"/>
                <a:gd name="connsiteY8" fmla="*/ 542140 h 824021"/>
                <a:gd name="connsiteX9" fmla="*/ 254183 w 901186"/>
                <a:gd name="connsiteY9" fmla="*/ 347408 h 824021"/>
                <a:gd name="connsiteX10" fmla="*/ 440450 w 901186"/>
                <a:gd name="connsiteY10" fmla="*/ 93407 h 824021"/>
                <a:gd name="connsiteX11" fmla="*/ 728317 w 901186"/>
                <a:gd name="connsiteY11" fmla="*/ 118807 h 824021"/>
                <a:gd name="connsiteX12" fmla="*/ 863784 w 901186"/>
                <a:gd name="connsiteY12" fmla="*/ 305074 h 824021"/>
                <a:gd name="connsiteX13" fmla="*/ 897650 w 901186"/>
                <a:gd name="connsiteY13" fmla="*/ 567540 h 824021"/>
                <a:gd name="connsiteX14" fmla="*/ 796050 w 901186"/>
                <a:gd name="connsiteY14" fmla="*/ 753807 h 824021"/>
                <a:gd name="connsiteX15" fmla="*/ 448917 w 901186"/>
                <a:gd name="connsiteY15" fmla="*/ 821540 h 824021"/>
                <a:gd name="connsiteX16" fmla="*/ 101783 w 901186"/>
                <a:gd name="connsiteY16" fmla="*/ 677607 h 824021"/>
                <a:gd name="connsiteX17" fmla="*/ 184 w 901186"/>
                <a:gd name="connsiteY17" fmla="*/ 364340 h 824021"/>
                <a:gd name="connsiteX18" fmla="*/ 118717 w 901186"/>
                <a:gd name="connsiteY18" fmla="*/ 51074 h 824021"/>
                <a:gd name="connsiteX19" fmla="*/ 291179 w 901186"/>
                <a:gd name="connsiteY19" fmla="*/ 1758 h 824021"/>
                <a:gd name="connsiteX20" fmla="*/ 556795 w 901186"/>
                <a:gd name="connsiteY20" fmla="*/ 64269 h 824021"/>
                <a:gd name="connsiteX21" fmla="*/ 674080 w 901186"/>
                <a:gd name="connsiteY21" fmla="*/ 176166 h 824021"/>
                <a:gd name="connsiteX0" fmla="*/ 601317 w 901186"/>
                <a:gd name="connsiteY0" fmla="*/ 417994 h 877675"/>
                <a:gd name="connsiteX1" fmla="*/ 542050 w 901186"/>
                <a:gd name="connsiteY1" fmla="*/ 528061 h 877675"/>
                <a:gd name="connsiteX2" fmla="*/ 440450 w 901186"/>
                <a:gd name="connsiteY2" fmla="*/ 434928 h 877675"/>
                <a:gd name="connsiteX3" fmla="*/ 508184 w 901186"/>
                <a:gd name="connsiteY3" fmla="*/ 333328 h 877675"/>
                <a:gd name="connsiteX4" fmla="*/ 677517 w 901186"/>
                <a:gd name="connsiteY4" fmla="*/ 316394 h 877675"/>
                <a:gd name="connsiteX5" fmla="*/ 736784 w 901186"/>
                <a:gd name="connsiteY5" fmla="*/ 392594 h 877675"/>
                <a:gd name="connsiteX6" fmla="*/ 702917 w 901186"/>
                <a:gd name="connsiteY6" fmla="*/ 570394 h 877675"/>
                <a:gd name="connsiteX7" fmla="*/ 601317 w 901186"/>
                <a:gd name="connsiteY7" fmla="*/ 638128 h 877675"/>
                <a:gd name="connsiteX8" fmla="*/ 321918 w 901186"/>
                <a:gd name="connsiteY8" fmla="*/ 595794 h 877675"/>
                <a:gd name="connsiteX9" fmla="*/ 254183 w 901186"/>
                <a:gd name="connsiteY9" fmla="*/ 401062 h 877675"/>
                <a:gd name="connsiteX10" fmla="*/ 440450 w 901186"/>
                <a:gd name="connsiteY10" fmla="*/ 147061 h 877675"/>
                <a:gd name="connsiteX11" fmla="*/ 728317 w 901186"/>
                <a:gd name="connsiteY11" fmla="*/ 172461 h 877675"/>
                <a:gd name="connsiteX12" fmla="*/ 863784 w 901186"/>
                <a:gd name="connsiteY12" fmla="*/ 358728 h 877675"/>
                <a:gd name="connsiteX13" fmla="*/ 897650 w 901186"/>
                <a:gd name="connsiteY13" fmla="*/ 621194 h 877675"/>
                <a:gd name="connsiteX14" fmla="*/ 796050 w 901186"/>
                <a:gd name="connsiteY14" fmla="*/ 807461 h 877675"/>
                <a:gd name="connsiteX15" fmla="*/ 448917 w 901186"/>
                <a:gd name="connsiteY15" fmla="*/ 875194 h 877675"/>
                <a:gd name="connsiteX16" fmla="*/ 101783 w 901186"/>
                <a:gd name="connsiteY16" fmla="*/ 731261 h 877675"/>
                <a:gd name="connsiteX17" fmla="*/ 184 w 901186"/>
                <a:gd name="connsiteY17" fmla="*/ 417994 h 877675"/>
                <a:gd name="connsiteX18" fmla="*/ 118717 w 901186"/>
                <a:gd name="connsiteY18" fmla="*/ 104728 h 877675"/>
                <a:gd name="connsiteX19" fmla="*/ 260793 w 901186"/>
                <a:gd name="connsiteY19" fmla="*/ 92 h 877675"/>
                <a:gd name="connsiteX20" fmla="*/ 556795 w 901186"/>
                <a:gd name="connsiteY20" fmla="*/ 117923 h 877675"/>
                <a:gd name="connsiteX21" fmla="*/ 674080 w 901186"/>
                <a:gd name="connsiteY21" fmla="*/ 229820 h 877675"/>
                <a:gd name="connsiteX0" fmla="*/ 601317 w 901186"/>
                <a:gd name="connsiteY0" fmla="*/ 418337 h 878018"/>
                <a:gd name="connsiteX1" fmla="*/ 542050 w 901186"/>
                <a:gd name="connsiteY1" fmla="*/ 528404 h 878018"/>
                <a:gd name="connsiteX2" fmla="*/ 440450 w 901186"/>
                <a:gd name="connsiteY2" fmla="*/ 435271 h 878018"/>
                <a:gd name="connsiteX3" fmla="*/ 508184 w 901186"/>
                <a:gd name="connsiteY3" fmla="*/ 333671 h 878018"/>
                <a:gd name="connsiteX4" fmla="*/ 677517 w 901186"/>
                <a:gd name="connsiteY4" fmla="*/ 316737 h 878018"/>
                <a:gd name="connsiteX5" fmla="*/ 736784 w 901186"/>
                <a:gd name="connsiteY5" fmla="*/ 392937 h 878018"/>
                <a:gd name="connsiteX6" fmla="*/ 702917 w 901186"/>
                <a:gd name="connsiteY6" fmla="*/ 570737 h 878018"/>
                <a:gd name="connsiteX7" fmla="*/ 601317 w 901186"/>
                <a:gd name="connsiteY7" fmla="*/ 638471 h 878018"/>
                <a:gd name="connsiteX8" fmla="*/ 321918 w 901186"/>
                <a:gd name="connsiteY8" fmla="*/ 596137 h 878018"/>
                <a:gd name="connsiteX9" fmla="*/ 254183 w 901186"/>
                <a:gd name="connsiteY9" fmla="*/ 401405 h 878018"/>
                <a:gd name="connsiteX10" fmla="*/ 440450 w 901186"/>
                <a:gd name="connsiteY10" fmla="*/ 147404 h 878018"/>
                <a:gd name="connsiteX11" fmla="*/ 728317 w 901186"/>
                <a:gd name="connsiteY11" fmla="*/ 172804 h 878018"/>
                <a:gd name="connsiteX12" fmla="*/ 863784 w 901186"/>
                <a:gd name="connsiteY12" fmla="*/ 359071 h 878018"/>
                <a:gd name="connsiteX13" fmla="*/ 897650 w 901186"/>
                <a:gd name="connsiteY13" fmla="*/ 621537 h 878018"/>
                <a:gd name="connsiteX14" fmla="*/ 796050 w 901186"/>
                <a:gd name="connsiteY14" fmla="*/ 807804 h 878018"/>
                <a:gd name="connsiteX15" fmla="*/ 448917 w 901186"/>
                <a:gd name="connsiteY15" fmla="*/ 875537 h 878018"/>
                <a:gd name="connsiteX16" fmla="*/ 101783 w 901186"/>
                <a:gd name="connsiteY16" fmla="*/ 731604 h 878018"/>
                <a:gd name="connsiteX17" fmla="*/ 184 w 901186"/>
                <a:gd name="connsiteY17" fmla="*/ 418337 h 878018"/>
                <a:gd name="connsiteX18" fmla="*/ 118717 w 901186"/>
                <a:gd name="connsiteY18" fmla="*/ 105071 h 878018"/>
                <a:gd name="connsiteX19" fmla="*/ 260793 w 901186"/>
                <a:gd name="connsiteY19" fmla="*/ 435 h 878018"/>
                <a:gd name="connsiteX20" fmla="*/ 557753 w 901186"/>
                <a:gd name="connsiteY20" fmla="*/ 86610 h 878018"/>
                <a:gd name="connsiteX21" fmla="*/ 674080 w 901186"/>
                <a:gd name="connsiteY21" fmla="*/ 230163 h 878018"/>
                <a:gd name="connsiteX0" fmla="*/ 603963 w 903832"/>
                <a:gd name="connsiteY0" fmla="*/ 420006 h 879687"/>
                <a:gd name="connsiteX1" fmla="*/ 544696 w 903832"/>
                <a:gd name="connsiteY1" fmla="*/ 530073 h 879687"/>
                <a:gd name="connsiteX2" fmla="*/ 443096 w 903832"/>
                <a:gd name="connsiteY2" fmla="*/ 436940 h 879687"/>
                <a:gd name="connsiteX3" fmla="*/ 510830 w 903832"/>
                <a:gd name="connsiteY3" fmla="*/ 335340 h 879687"/>
                <a:gd name="connsiteX4" fmla="*/ 680163 w 903832"/>
                <a:gd name="connsiteY4" fmla="*/ 318406 h 879687"/>
                <a:gd name="connsiteX5" fmla="*/ 739430 w 903832"/>
                <a:gd name="connsiteY5" fmla="*/ 394606 h 879687"/>
                <a:gd name="connsiteX6" fmla="*/ 705563 w 903832"/>
                <a:gd name="connsiteY6" fmla="*/ 572406 h 879687"/>
                <a:gd name="connsiteX7" fmla="*/ 603963 w 903832"/>
                <a:gd name="connsiteY7" fmla="*/ 640140 h 879687"/>
                <a:gd name="connsiteX8" fmla="*/ 324564 w 903832"/>
                <a:gd name="connsiteY8" fmla="*/ 597806 h 879687"/>
                <a:gd name="connsiteX9" fmla="*/ 256829 w 903832"/>
                <a:gd name="connsiteY9" fmla="*/ 403074 h 879687"/>
                <a:gd name="connsiteX10" fmla="*/ 443096 w 903832"/>
                <a:gd name="connsiteY10" fmla="*/ 149073 h 879687"/>
                <a:gd name="connsiteX11" fmla="*/ 730963 w 903832"/>
                <a:gd name="connsiteY11" fmla="*/ 174473 h 879687"/>
                <a:gd name="connsiteX12" fmla="*/ 866430 w 903832"/>
                <a:gd name="connsiteY12" fmla="*/ 360740 h 879687"/>
                <a:gd name="connsiteX13" fmla="*/ 900296 w 903832"/>
                <a:gd name="connsiteY13" fmla="*/ 623206 h 879687"/>
                <a:gd name="connsiteX14" fmla="*/ 798696 w 903832"/>
                <a:gd name="connsiteY14" fmla="*/ 809473 h 879687"/>
                <a:gd name="connsiteX15" fmla="*/ 451563 w 903832"/>
                <a:gd name="connsiteY15" fmla="*/ 877206 h 879687"/>
                <a:gd name="connsiteX16" fmla="*/ 104429 w 903832"/>
                <a:gd name="connsiteY16" fmla="*/ 733273 h 879687"/>
                <a:gd name="connsiteX17" fmla="*/ 2830 w 903832"/>
                <a:gd name="connsiteY17" fmla="*/ 420006 h 879687"/>
                <a:gd name="connsiteX18" fmla="*/ 49513 w 903832"/>
                <a:gd name="connsiteY18" fmla="*/ 141535 h 879687"/>
                <a:gd name="connsiteX19" fmla="*/ 263439 w 903832"/>
                <a:gd name="connsiteY19" fmla="*/ 2104 h 879687"/>
                <a:gd name="connsiteX20" fmla="*/ 560399 w 903832"/>
                <a:gd name="connsiteY20" fmla="*/ 88279 h 879687"/>
                <a:gd name="connsiteX21" fmla="*/ 676726 w 903832"/>
                <a:gd name="connsiteY21" fmla="*/ 231832 h 879687"/>
                <a:gd name="connsiteX0" fmla="*/ 660362 w 960231"/>
                <a:gd name="connsiteY0" fmla="*/ 420006 h 879687"/>
                <a:gd name="connsiteX1" fmla="*/ 601095 w 960231"/>
                <a:gd name="connsiteY1" fmla="*/ 530073 h 879687"/>
                <a:gd name="connsiteX2" fmla="*/ 499495 w 960231"/>
                <a:gd name="connsiteY2" fmla="*/ 436940 h 879687"/>
                <a:gd name="connsiteX3" fmla="*/ 567229 w 960231"/>
                <a:gd name="connsiteY3" fmla="*/ 335340 h 879687"/>
                <a:gd name="connsiteX4" fmla="*/ 736562 w 960231"/>
                <a:gd name="connsiteY4" fmla="*/ 318406 h 879687"/>
                <a:gd name="connsiteX5" fmla="*/ 795829 w 960231"/>
                <a:gd name="connsiteY5" fmla="*/ 394606 h 879687"/>
                <a:gd name="connsiteX6" fmla="*/ 761962 w 960231"/>
                <a:gd name="connsiteY6" fmla="*/ 572406 h 879687"/>
                <a:gd name="connsiteX7" fmla="*/ 660362 w 960231"/>
                <a:gd name="connsiteY7" fmla="*/ 640140 h 879687"/>
                <a:gd name="connsiteX8" fmla="*/ 380963 w 960231"/>
                <a:gd name="connsiteY8" fmla="*/ 597806 h 879687"/>
                <a:gd name="connsiteX9" fmla="*/ 313228 w 960231"/>
                <a:gd name="connsiteY9" fmla="*/ 403074 h 879687"/>
                <a:gd name="connsiteX10" fmla="*/ 499495 w 960231"/>
                <a:gd name="connsiteY10" fmla="*/ 149073 h 879687"/>
                <a:gd name="connsiteX11" fmla="*/ 787362 w 960231"/>
                <a:gd name="connsiteY11" fmla="*/ 174473 h 879687"/>
                <a:gd name="connsiteX12" fmla="*/ 922829 w 960231"/>
                <a:gd name="connsiteY12" fmla="*/ 360740 h 879687"/>
                <a:gd name="connsiteX13" fmla="*/ 956695 w 960231"/>
                <a:gd name="connsiteY13" fmla="*/ 623206 h 879687"/>
                <a:gd name="connsiteX14" fmla="*/ 855095 w 960231"/>
                <a:gd name="connsiteY14" fmla="*/ 809473 h 879687"/>
                <a:gd name="connsiteX15" fmla="*/ 507962 w 960231"/>
                <a:gd name="connsiteY15" fmla="*/ 877206 h 879687"/>
                <a:gd name="connsiteX16" fmla="*/ 160828 w 960231"/>
                <a:gd name="connsiteY16" fmla="*/ 733273 h 879687"/>
                <a:gd name="connsiteX17" fmla="*/ 918 w 960231"/>
                <a:gd name="connsiteY17" fmla="*/ 448834 h 879687"/>
                <a:gd name="connsiteX18" fmla="*/ 105912 w 960231"/>
                <a:gd name="connsiteY18" fmla="*/ 141535 h 879687"/>
                <a:gd name="connsiteX19" fmla="*/ 319838 w 960231"/>
                <a:gd name="connsiteY19" fmla="*/ 2104 h 879687"/>
                <a:gd name="connsiteX20" fmla="*/ 616798 w 960231"/>
                <a:gd name="connsiteY20" fmla="*/ 88279 h 879687"/>
                <a:gd name="connsiteX21" fmla="*/ 733125 w 960231"/>
                <a:gd name="connsiteY21" fmla="*/ 231832 h 879687"/>
                <a:gd name="connsiteX0" fmla="*/ 660362 w 960680"/>
                <a:gd name="connsiteY0" fmla="*/ 420006 h 879687"/>
                <a:gd name="connsiteX1" fmla="*/ 601095 w 960680"/>
                <a:gd name="connsiteY1" fmla="*/ 530073 h 879687"/>
                <a:gd name="connsiteX2" fmla="*/ 499495 w 960680"/>
                <a:gd name="connsiteY2" fmla="*/ 436940 h 879687"/>
                <a:gd name="connsiteX3" fmla="*/ 567229 w 960680"/>
                <a:gd name="connsiteY3" fmla="*/ 335340 h 879687"/>
                <a:gd name="connsiteX4" fmla="*/ 736562 w 960680"/>
                <a:gd name="connsiteY4" fmla="*/ 318406 h 879687"/>
                <a:gd name="connsiteX5" fmla="*/ 795829 w 960680"/>
                <a:gd name="connsiteY5" fmla="*/ 394606 h 879687"/>
                <a:gd name="connsiteX6" fmla="*/ 761962 w 960680"/>
                <a:gd name="connsiteY6" fmla="*/ 572406 h 879687"/>
                <a:gd name="connsiteX7" fmla="*/ 660362 w 960680"/>
                <a:gd name="connsiteY7" fmla="*/ 640140 h 879687"/>
                <a:gd name="connsiteX8" fmla="*/ 380963 w 960680"/>
                <a:gd name="connsiteY8" fmla="*/ 597806 h 879687"/>
                <a:gd name="connsiteX9" fmla="*/ 313228 w 960680"/>
                <a:gd name="connsiteY9" fmla="*/ 403074 h 879687"/>
                <a:gd name="connsiteX10" fmla="*/ 499495 w 960680"/>
                <a:gd name="connsiteY10" fmla="*/ 149073 h 879687"/>
                <a:gd name="connsiteX11" fmla="*/ 764551 w 960680"/>
                <a:gd name="connsiteY11" fmla="*/ 222008 h 879687"/>
                <a:gd name="connsiteX12" fmla="*/ 922829 w 960680"/>
                <a:gd name="connsiteY12" fmla="*/ 360740 h 879687"/>
                <a:gd name="connsiteX13" fmla="*/ 956695 w 960680"/>
                <a:gd name="connsiteY13" fmla="*/ 623206 h 879687"/>
                <a:gd name="connsiteX14" fmla="*/ 855095 w 960680"/>
                <a:gd name="connsiteY14" fmla="*/ 809473 h 879687"/>
                <a:gd name="connsiteX15" fmla="*/ 507962 w 960680"/>
                <a:gd name="connsiteY15" fmla="*/ 877206 h 879687"/>
                <a:gd name="connsiteX16" fmla="*/ 160828 w 960680"/>
                <a:gd name="connsiteY16" fmla="*/ 733273 h 879687"/>
                <a:gd name="connsiteX17" fmla="*/ 918 w 960680"/>
                <a:gd name="connsiteY17" fmla="*/ 448834 h 879687"/>
                <a:gd name="connsiteX18" fmla="*/ 105912 w 960680"/>
                <a:gd name="connsiteY18" fmla="*/ 141535 h 879687"/>
                <a:gd name="connsiteX19" fmla="*/ 319838 w 960680"/>
                <a:gd name="connsiteY19" fmla="*/ 2104 h 879687"/>
                <a:gd name="connsiteX20" fmla="*/ 616798 w 960680"/>
                <a:gd name="connsiteY20" fmla="*/ 88279 h 879687"/>
                <a:gd name="connsiteX21" fmla="*/ 733125 w 960680"/>
                <a:gd name="connsiteY21" fmla="*/ 231832 h 879687"/>
                <a:gd name="connsiteX0" fmla="*/ 660362 w 960680"/>
                <a:gd name="connsiteY0" fmla="*/ 420006 h 879687"/>
                <a:gd name="connsiteX1" fmla="*/ 601095 w 960680"/>
                <a:gd name="connsiteY1" fmla="*/ 530073 h 879687"/>
                <a:gd name="connsiteX2" fmla="*/ 499495 w 960680"/>
                <a:gd name="connsiteY2" fmla="*/ 436940 h 879687"/>
                <a:gd name="connsiteX3" fmla="*/ 567229 w 960680"/>
                <a:gd name="connsiteY3" fmla="*/ 335340 h 879687"/>
                <a:gd name="connsiteX4" fmla="*/ 736562 w 960680"/>
                <a:gd name="connsiteY4" fmla="*/ 318406 h 879687"/>
                <a:gd name="connsiteX5" fmla="*/ 795829 w 960680"/>
                <a:gd name="connsiteY5" fmla="*/ 394606 h 879687"/>
                <a:gd name="connsiteX6" fmla="*/ 761962 w 960680"/>
                <a:gd name="connsiteY6" fmla="*/ 572406 h 879687"/>
                <a:gd name="connsiteX7" fmla="*/ 660362 w 960680"/>
                <a:gd name="connsiteY7" fmla="*/ 640140 h 879687"/>
                <a:gd name="connsiteX8" fmla="*/ 380963 w 960680"/>
                <a:gd name="connsiteY8" fmla="*/ 597806 h 879687"/>
                <a:gd name="connsiteX9" fmla="*/ 313228 w 960680"/>
                <a:gd name="connsiteY9" fmla="*/ 403074 h 879687"/>
                <a:gd name="connsiteX10" fmla="*/ 515276 w 960680"/>
                <a:gd name="connsiteY10" fmla="*/ 201461 h 879687"/>
                <a:gd name="connsiteX11" fmla="*/ 764551 w 960680"/>
                <a:gd name="connsiteY11" fmla="*/ 222008 h 879687"/>
                <a:gd name="connsiteX12" fmla="*/ 922829 w 960680"/>
                <a:gd name="connsiteY12" fmla="*/ 360740 h 879687"/>
                <a:gd name="connsiteX13" fmla="*/ 956695 w 960680"/>
                <a:gd name="connsiteY13" fmla="*/ 623206 h 879687"/>
                <a:gd name="connsiteX14" fmla="*/ 855095 w 960680"/>
                <a:gd name="connsiteY14" fmla="*/ 809473 h 879687"/>
                <a:gd name="connsiteX15" fmla="*/ 507962 w 960680"/>
                <a:gd name="connsiteY15" fmla="*/ 877206 h 879687"/>
                <a:gd name="connsiteX16" fmla="*/ 160828 w 960680"/>
                <a:gd name="connsiteY16" fmla="*/ 733273 h 879687"/>
                <a:gd name="connsiteX17" fmla="*/ 918 w 960680"/>
                <a:gd name="connsiteY17" fmla="*/ 448834 h 879687"/>
                <a:gd name="connsiteX18" fmla="*/ 105912 w 960680"/>
                <a:gd name="connsiteY18" fmla="*/ 141535 h 879687"/>
                <a:gd name="connsiteX19" fmla="*/ 319838 w 960680"/>
                <a:gd name="connsiteY19" fmla="*/ 2104 h 879687"/>
                <a:gd name="connsiteX20" fmla="*/ 616798 w 960680"/>
                <a:gd name="connsiteY20" fmla="*/ 88279 h 879687"/>
                <a:gd name="connsiteX21" fmla="*/ 733125 w 960680"/>
                <a:gd name="connsiteY21" fmla="*/ 231832 h 879687"/>
                <a:gd name="connsiteX0" fmla="*/ 660362 w 960680"/>
                <a:gd name="connsiteY0" fmla="*/ 420006 h 879687"/>
                <a:gd name="connsiteX1" fmla="*/ 601095 w 960680"/>
                <a:gd name="connsiteY1" fmla="*/ 530073 h 879687"/>
                <a:gd name="connsiteX2" fmla="*/ 499495 w 960680"/>
                <a:gd name="connsiteY2" fmla="*/ 436940 h 879687"/>
                <a:gd name="connsiteX3" fmla="*/ 567229 w 960680"/>
                <a:gd name="connsiteY3" fmla="*/ 335340 h 879687"/>
                <a:gd name="connsiteX4" fmla="*/ 736562 w 960680"/>
                <a:gd name="connsiteY4" fmla="*/ 318406 h 879687"/>
                <a:gd name="connsiteX5" fmla="*/ 795829 w 960680"/>
                <a:gd name="connsiteY5" fmla="*/ 394606 h 879687"/>
                <a:gd name="connsiteX6" fmla="*/ 761962 w 960680"/>
                <a:gd name="connsiteY6" fmla="*/ 572406 h 879687"/>
                <a:gd name="connsiteX7" fmla="*/ 660362 w 960680"/>
                <a:gd name="connsiteY7" fmla="*/ 640140 h 879687"/>
                <a:gd name="connsiteX8" fmla="*/ 380963 w 960680"/>
                <a:gd name="connsiteY8" fmla="*/ 597806 h 879687"/>
                <a:gd name="connsiteX9" fmla="*/ 391478 w 960680"/>
                <a:gd name="connsiteY9" fmla="*/ 421679 h 879687"/>
                <a:gd name="connsiteX10" fmla="*/ 515276 w 960680"/>
                <a:gd name="connsiteY10" fmla="*/ 201461 h 879687"/>
                <a:gd name="connsiteX11" fmla="*/ 764551 w 960680"/>
                <a:gd name="connsiteY11" fmla="*/ 222008 h 879687"/>
                <a:gd name="connsiteX12" fmla="*/ 922829 w 960680"/>
                <a:gd name="connsiteY12" fmla="*/ 360740 h 879687"/>
                <a:gd name="connsiteX13" fmla="*/ 956695 w 960680"/>
                <a:gd name="connsiteY13" fmla="*/ 623206 h 879687"/>
                <a:gd name="connsiteX14" fmla="*/ 855095 w 960680"/>
                <a:gd name="connsiteY14" fmla="*/ 809473 h 879687"/>
                <a:gd name="connsiteX15" fmla="*/ 507962 w 960680"/>
                <a:gd name="connsiteY15" fmla="*/ 877206 h 879687"/>
                <a:gd name="connsiteX16" fmla="*/ 160828 w 960680"/>
                <a:gd name="connsiteY16" fmla="*/ 733273 h 879687"/>
                <a:gd name="connsiteX17" fmla="*/ 918 w 960680"/>
                <a:gd name="connsiteY17" fmla="*/ 448834 h 879687"/>
                <a:gd name="connsiteX18" fmla="*/ 105912 w 960680"/>
                <a:gd name="connsiteY18" fmla="*/ 141535 h 879687"/>
                <a:gd name="connsiteX19" fmla="*/ 319838 w 960680"/>
                <a:gd name="connsiteY19" fmla="*/ 2104 h 879687"/>
                <a:gd name="connsiteX20" fmla="*/ 616798 w 960680"/>
                <a:gd name="connsiteY20" fmla="*/ 88279 h 879687"/>
                <a:gd name="connsiteX21" fmla="*/ 733125 w 960680"/>
                <a:gd name="connsiteY21" fmla="*/ 231832 h 879687"/>
                <a:gd name="connsiteX0" fmla="*/ 660362 w 960680"/>
                <a:gd name="connsiteY0" fmla="*/ 420006 h 879687"/>
                <a:gd name="connsiteX1" fmla="*/ 601095 w 960680"/>
                <a:gd name="connsiteY1" fmla="*/ 530073 h 879687"/>
                <a:gd name="connsiteX2" fmla="*/ 499495 w 960680"/>
                <a:gd name="connsiteY2" fmla="*/ 436940 h 879687"/>
                <a:gd name="connsiteX3" fmla="*/ 567229 w 960680"/>
                <a:gd name="connsiteY3" fmla="*/ 335340 h 879687"/>
                <a:gd name="connsiteX4" fmla="*/ 736562 w 960680"/>
                <a:gd name="connsiteY4" fmla="*/ 318406 h 879687"/>
                <a:gd name="connsiteX5" fmla="*/ 795829 w 960680"/>
                <a:gd name="connsiteY5" fmla="*/ 394606 h 879687"/>
                <a:gd name="connsiteX6" fmla="*/ 761962 w 960680"/>
                <a:gd name="connsiteY6" fmla="*/ 572406 h 879687"/>
                <a:gd name="connsiteX7" fmla="*/ 660362 w 960680"/>
                <a:gd name="connsiteY7" fmla="*/ 640140 h 879687"/>
                <a:gd name="connsiteX8" fmla="*/ 432985 w 960680"/>
                <a:gd name="connsiteY8" fmla="*/ 556135 h 879687"/>
                <a:gd name="connsiteX9" fmla="*/ 391478 w 960680"/>
                <a:gd name="connsiteY9" fmla="*/ 421679 h 879687"/>
                <a:gd name="connsiteX10" fmla="*/ 515276 w 960680"/>
                <a:gd name="connsiteY10" fmla="*/ 201461 h 879687"/>
                <a:gd name="connsiteX11" fmla="*/ 764551 w 960680"/>
                <a:gd name="connsiteY11" fmla="*/ 222008 h 879687"/>
                <a:gd name="connsiteX12" fmla="*/ 922829 w 960680"/>
                <a:gd name="connsiteY12" fmla="*/ 360740 h 879687"/>
                <a:gd name="connsiteX13" fmla="*/ 956695 w 960680"/>
                <a:gd name="connsiteY13" fmla="*/ 623206 h 879687"/>
                <a:gd name="connsiteX14" fmla="*/ 855095 w 960680"/>
                <a:gd name="connsiteY14" fmla="*/ 809473 h 879687"/>
                <a:gd name="connsiteX15" fmla="*/ 507962 w 960680"/>
                <a:gd name="connsiteY15" fmla="*/ 877206 h 879687"/>
                <a:gd name="connsiteX16" fmla="*/ 160828 w 960680"/>
                <a:gd name="connsiteY16" fmla="*/ 733273 h 879687"/>
                <a:gd name="connsiteX17" fmla="*/ 918 w 960680"/>
                <a:gd name="connsiteY17" fmla="*/ 448834 h 879687"/>
                <a:gd name="connsiteX18" fmla="*/ 105912 w 960680"/>
                <a:gd name="connsiteY18" fmla="*/ 141535 h 879687"/>
                <a:gd name="connsiteX19" fmla="*/ 319838 w 960680"/>
                <a:gd name="connsiteY19" fmla="*/ 2104 h 879687"/>
                <a:gd name="connsiteX20" fmla="*/ 616798 w 960680"/>
                <a:gd name="connsiteY20" fmla="*/ 88279 h 879687"/>
                <a:gd name="connsiteX21" fmla="*/ 733125 w 960680"/>
                <a:gd name="connsiteY21" fmla="*/ 231832 h 879687"/>
                <a:gd name="connsiteX0" fmla="*/ 660362 w 960680"/>
                <a:gd name="connsiteY0" fmla="*/ 420006 h 879687"/>
                <a:gd name="connsiteX1" fmla="*/ 601095 w 960680"/>
                <a:gd name="connsiteY1" fmla="*/ 530073 h 879687"/>
                <a:gd name="connsiteX2" fmla="*/ 499495 w 960680"/>
                <a:gd name="connsiteY2" fmla="*/ 436940 h 879687"/>
                <a:gd name="connsiteX3" fmla="*/ 567229 w 960680"/>
                <a:gd name="connsiteY3" fmla="*/ 335340 h 879687"/>
                <a:gd name="connsiteX4" fmla="*/ 736562 w 960680"/>
                <a:gd name="connsiteY4" fmla="*/ 318406 h 879687"/>
                <a:gd name="connsiteX5" fmla="*/ 795829 w 960680"/>
                <a:gd name="connsiteY5" fmla="*/ 394606 h 879687"/>
                <a:gd name="connsiteX6" fmla="*/ 761962 w 960680"/>
                <a:gd name="connsiteY6" fmla="*/ 572406 h 879687"/>
                <a:gd name="connsiteX7" fmla="*/ 655029 w 960680"/>
                <a:gd name="connsiteY7" fmla="*/ 595640 h 879687"/>
                <a:gd name="connsiteX8" fmla="*/ 432985 w 960680"/>
                <a:gd name="connsiteY8" fmla="*/ 556135 h 879687"/>
                <a:gd name="connsiteX9" fmla="*/ 391478 w 960680"/>
                <a:gd name="connsiteY9" fmla="*/ 421679 h 879687"/>
                <a:gd name="connsiteX10" fmla="*/ 515276 w 960680"/>
                <a:gd name="connsiteY10" fmla="*/ 201461 h 879687"/>
                <a:gd name="connsiteX11" fmla="*/ 764551 w 960680"/>
                <a:gd name="connsiteY11" fmla="*/ 222008 h 879687"/>
                <a:gd name="connsiteX12" fmla="*/ 922829 w 960680"/>
                <a:gd name="connsiteY12" fmla="*/ 360740 h 879687"/>
                <a:gd name="connsiteX13" fmla="*/ 956695 w 960680"/>
                <a:gd name="connsiteY13" fmla="*/ 623206 h 879687"/>
                <a:gd name="connsiteX14" fmla="*/ 855095 w 960680"/>
                <a:gd name="connsiteY14" fmla="*/ 809473 h 879687"/>
                <a:gd name="connsiteX15" fmla="*/ 507962 w 960680"/>
                <a:gd name="connsiteY15" fmla="*/ 877206 h 879687"/>
                <a:gd name="connsiteX16" fmla="*/ 160828 w 960680"/>
                <a:gd name="connsiteY16" fmla="*/ 733273 h 879687"/>
                <a:gd name="connsiteX17" fmla="*/ 918 w 960680"/>
                <a:gd name="connsiteY17" fmla="*/ 448834 h 879687"/>
                <a:gd name="connsiteX18" fmla="*/ 105912 w 960680"/>
                <a:gd name="connsiteY18" fmla="*/ 141535 h 879687"/>
                <a:gd name="connsiteX19" fmla="*/ 319838 w 960680"/>
                <a:gd name="connsiteY19" fmla="*/ 2104 h 879687"/>
                <a:gd name="connsiteX20" fmla="*/ 616798 w 960680"/>
                <a:gd name="connsiteY20" fmla="*/ 88279 h 879687"/>
                <a:gd name="connsiteX21" fmla="*/ 733125 w 960680"/>
                <a:gd name="connsiteY21" fmla="*/ 231832 h 879687"/>
                <a:gd name="connsiteX0" fmla="*/ 660362 w 960680"/>
                <a:gd name="connsiteY0" fmla="*/ 420006 h 879687"/>
                <a:gd name="connsiteX1" fmla="*/ 601095 w 960680"/>
                <a:gd name="connsiteY1" fmla="*/ 530073 h 879687"/>
                <a:gd name="connsiteX2" fmla="*/ 499495 w 960680"/>
                <a:gd name="connsiteY2" fmla="*/ 436940 h 879687"/>
                <a:gd name="connsiteX3" fmla="*/ 567229 w 960680"/>
                <a:gd name="connsiteY3" fmla="*/ 335340 h 879687"/>
                <a:gd name="connsiteX4" fmla="*/ 736562 w 960680"/>
                <a:gd name="connsiteY4" fmla="*/ 318406 h 879687"/>
                <a:gd name="connsiteX5" fmla="*/ 795829 w 960680"/>
                <a:gd name="connsiteY5" fmla="*/ 394606 h 879687"/>
                <a:gd name="connsiteX6" fmla="*/ 713881 w 960680"/>
                <a:gd name="connsiteY6" fmla="*/ 528010 h 879687"/>
                <a:gd name="connsiteX7" fmla="*/ 655029 w 960680"/>
                <a:gd name="connsiteY7" fmla="*/ 595640 h 879687"/>
                <a:gd name="connsiteX8" fmla="*/ 432985 w 960680"/>
                <a:gd name="connsiteY8" fmla="*/ 556135 h 879687"/>
                <a:gd name="connsiteX9" fmla="*/ 391478 w 960680"/>
                <a:gd name="connsiteY9" fmla="*/ 421679 h 879687"/>
                <a:gd name="connsiteX10" fmla="*/ 515276 w 960680"/>
                <a:gd name="connsiteY10" fmla="*/ 201461 h 879687"/>
                <a:gd name="connsiteX11" fmla="*/ 764551 w 960680"/>
                <a:gd name="connsiteY11" fmla="*/ 222008 h 879687"/>
                <a:gd name="connsiteX12" fmla="*/ 922829 w 960680"/>
                <a:gd name="connsiteY12" fmla="*/ 360740 h 879687"/>
                <a:gd name="connsiteX13" fmla="*/ 956695 w 960680"/>
                <a:gd name="connsiteY13" fmla="*/ 623206 h 879687"/>
                <a:gd name="connsiteX14" fmla="*/ 855095 w 960680"/>
                <a:gd name="connsiteY14" fmla="*/ 809473 h 879687"/>
                <a:gd name="connsiteX15" fmla="*/ 507962 w 960680"/>
                <a:gd name="connsiteY15" fmla="*/ 877206 h 879687"/>
                <a:gd name="connsiteX16" fmla="*/ 160828 w 960680"/>
                <a:gd name="connsiteY16" fmla="*/ 733273 h 879687"/>
                <a:gd name="connsiteX17" fmla="*/ 918 w 960680"/>
                <a:gd name="connsiteY17" fmla="*/ 448834 h 879687"/>
                <a:gd name="connsiteX18" fmla="*/ 105912 w 960680"/>
                <a:gd name="connsiteY18" fmla="*/ 141535 h 879687"/>
                <a:gd name="connsiteX19" fmla="*/ 319838 w 960680"/>
                <a:gd name="connsiteY19" fmla="*/ 2104 h 879687"/>
                <a:gd name="connsiteX20" fmla="*/ 616798 w 960680"/>
                <a:gd name="connsiteY20" fmla="*/ 88279 h 879687"/>
                <a:gd name="connsiteX21" fmla="*/ 733125 w 960680"/>
                <a:gd name="connsiteY21" fmla="*/ 231832 h 879687"/>
                <a:gd name="connsiteX0" fmla="*/ 660362 w 960680"/>
                <a:gd name="connsiteY0" fmla="*/ 420006 h 879687"/>
                <a:gd name="connsiteX1" fmla="*/ 601095 w 960680"/>
                <a:gd name="connsiteY1" fmla="*/ 530073 h 879687"/>
                <a:gd name="connsiteX2" fmla="*/ 499495 w 960680"/>
                <a:gd name="connsiteY2" fmla="*/ 436940 h 879687"/>
                <a:gd name="connsiteX3" fmla="*/ 567229 w 960680"/>
                <a:gd name="connsiteY3" fmla="*/ 335340 h 879687"/>
                <a:gd name="connsiteX4" fmla="*/ 736562 w 960680"/>
                <a:gd name="connsiteY4" fmla="*/ 318406 h 879687"/>
                <a:gd name="connsiteX5" fmla="*/ 766619 w 960680"/>
                <a:gd name="connsiteY5" fmla="*/ 388741 h 879687"/>
                <a:gd name="connsiteX6" fmla="*/ 713881 w 960680"/>
                <a:gd name="connsiteY6" fmla="*/ 528010 h 879687"/>
                <a:gd name="connsiteX7" fmla="*/ 655029 w 960680"/>
                <a:gd name="connsiteY7" fmla="*/ 595640 h 879687"/>
                <a:gd name="connsiteX8" fmla="*/ 432985 w 960680"/>
                <a:gd name="connsiteY8" fmla="*/ 556135 h 879687"/>
                <a:gd name="connsiteX9" fmla="*/ 391478 w 960680"/>
                <a:gd name="connsiteY9" fmla="*/ 421679 h 879687"/>
                <a:gd name="connsiteX10" fmla="*/ 515276 w 960680"/>
                <a:gd name="connsiteY10" fmla="*/ 201461 h 879687"/>
                <a:gd name="connsiteX11" fmla="*/ 764551 w 960680"/>
                <a:gd name="connsiteY11" fmla="*/ 222008 h 879687"/>
                <a:gd name="connsiteX12" fmla="*/ 922829 w 960680"/>
                <a:gd name="connsiteY12" fmla="*/ 360740 h 879687"/>
                <a:gd name="connsiteX13" fmla="*/ 956695 w 960680"/>
                <a:gd name="connsiteY13" fmla="*/ 623206 h 879687"/>
                <a:gd name="connsiteX14" fmla="*/ 855095 w 960680"/>
                <a:gd name="connsiteY14" fmla="*/ 809473 h 879687"/>
                <a:gd name="connsiteX15" fmla="*/ 507962 w 960680"/>
                <a:gd name="connsiteY15" fmla="*/ 877206 h 879687"/>
                <a:gd name="connsiteX16" fmla="*/ 160828 w 960680"/>
                <a:gd name="connsiteY16" fmla="*/ 733273 h 879687"/>
                <a:gd name="connsiteX17" fmla="*/ 918 w 960680"/>
                <a:gd name="connsiteY17" fmla="*/ 448834 h 879687"/>
                <a:gd name="connsiteX18" fmla="*/ 105912 w 960680"/>
                <a:gd name="connsiteY18" fmla="*/ 141535 h 879687"/>
                <a:gd name="connsiteX19" fmla="*/ 319838 w 960680"/>
                <a:gd name="connsiteY19" fmla="*/ 2104 h 879687"/>
                <a:gd name="connsiteX20" fmla="*/ 616798 w 960680"/>
                <a:gd name="connsiteY20" fmla="*/ 88279 h 879687"/>
                <a:gd name="connsiteX21" fmla="*/ 733125 w 960680"/>
                <a:gd name="connsiteY21" fmla="*/ 231832 h 879687"/>
                <a:gd name="connsiteX0" fmla="*/ 660362 w 960680"/>
                <a:gd name="connsiteY0" fmla="*/ 420006 h 879687"/>
                <a:gd name="connsiteX1" fmla="*/ 601095 w 960680"/>
                <a:gd name="connsiteY1" fmla="*/ 530073 h 879687"/>
                <a:gd name="connsiteX2" fmla="*/ 499495 w 960680"/>
                <a:gd name="connsiteY2" fmla="*/ 436940 h 879687"/>
                <a:gd name="connsiteX3" fmla="*/ 567229 w 960680"/>
                <a:gd name="connsiteY3" fmla="*/ 335340 h 879687"/>
                <a:gd name="connsiteX4" fmla="*/ 724090 w 960680"/>
                <a:gd name="connsiteY4" fmla="*/ 333273 h 879687"/>
                <a:gd name="connsiteX5" fmla="*/ 766619 w 960680"/>
                <a:gd name="connsiteY5" fmla="*/ 388741 h 879687"/>
                <a:gd name="connsiteX6" fmla="*/ 713881 w 960680"/>
                <a:gd name="connsiteY6" fmla="*/ 528010 h 879687"/>
                <a:gd name="connsiteX7" fmla="*/ 655029 w 960680"/>
                <a:gd name="connsiteY7" fmla="*/ 595640 h 879687"/>
                <a:gd name="connsiteX8" fmla="*/ 432985 w 960680"/>
                <a:gd name="connsiteY8" fmla="*/ 556135 h 879687"/>
                <a:gd name="connsiteX9" fmla="*/ 391478 w 960680"/>
                <a:gd name="connsiteY9" fmla="*/ 421679 h 879687"/>
                <a:gd name="connsiteX10" fmla="*/ 515276 w 960680"/>
                <a:gd name="connsiteY10" fmla="*/ 201461 h 879687"/>
                <a:gd name="connsiteX11" fmla="*/ 764551 w 960680"/>
                <a:gd name="connsiteY11" fmla="*/ 222008 h 879687"/>
                <a:gd name="connsiteX12" fmla="*/ 922829 w 960680"/>
                <a:gd name="connsiteY12" fmla="*/ 360740 h 879687"/>
                <a:gd name="connsiteX13" fmla="*/ 956695 w 960680"/>
                <a:gd name="connsiteY13" fmla="*/ 623206 h 879687"/>
                <a:gd name="connsiteX14" fmla="*/ 855095 w 960680"/>
                <a:gd name="connsiteY14" fmla="*/ 809473 h 879687"/>
                <a:gd name="connsiteX15" fmla="*/ 507962 w 960680"/>
                <a:gd name="connsiteY15" fmla="*/ 877206 h 879687"/>
                <a:gd name="connsiteX16" fmla="*/ 160828 w 960680"/>
                <a:gd name="connsiteY16" fmla="*/ 733273 h 879687"/>
                <a:gd name="connsiteX17" fmla="*/ 918 w 960680"/>
                <a:gd name="connsiteY17" fmla="*/ 448834 h 879687"/>
                <a:gd name="connsiteX18" fmla="*/ 105912 w 960680"/>
                <a:gd name="connsiteY18" fmla="*/ 141535 h 879687"/>
                <a:gd name="connsiteX19" fmla="*/ 319838 w 960680"/>
                <a:gd name="connsiteY19" fmla="*/ 2104 h 879687"/>
                <a:gd name="connsiteX20" fmla="*/ 616798 w 960680"/>
                <a:gd name="connsiteY20" fmla="*/ 88279 h 879687"/>
                <a:gd name="connsiteX21" fmla="*/ 733125 w 960680"/>
                <a:gd name="connsiteY21" fmla="*/ 231832 h 879687"/>
                <a:gd name="connsiteX0" fmla="*/ 660362 w 960680"/>
                <a:gd name="connsiteY0" fmla="*/ 420006 h 879687"/>
                <a:gd name="connsiteX1" fmla="*/ 601095 w 960680"/>
                <a:gd name="connsiteY1" fmla="*/ 530073 h 879687"/>
                <a:gd name="connsiteX2" fmla="*/ 499495 w 960680"/>
                <a:gd name="connsiteY2" fmla="*/ 436940 h 879687"/>
                <a:gd name="connsiteX3" fmla="*/ 567229 w 960680"/>
                <a:gd name="connsiteY3" fmla="*/ 335340 h 879687"/>
                <a:gd name="connsiteX4" fmla="*/ 724090 w 960680"/>
                <a:gd name="connsiteY4" fmla="*/ 333273 h 879687"/>
                <a:gd name="connsiteX5" fmla="*/ 766619 w 960680"/>
                <a:gd name="connsiteY5" fmla="*/ 388741 h 879687"/>
                <a:gd name="connsiteX6" fmla="*/ 713881 w 960680"/>
                <a:gd name="connsiteY6" fmla="*/ 528010 h 879687"/>
                <a:gd name="connsiteX7" fmla="*/ 655029 w 960680"/>
                <a:gd name="connsiteY7" fmla="*/ 595640 h 879687"/>
                <a:gd name="connsiteX8" fmla="*/ 432985 w 960680"/>
                <a:gd name="connsiteY8" fmla="*/ 556135 h 879687"/>
                <a:gd name="connsiteX9" fmla="*/ 391478 w 960680"/>
                <a:gd name="connsiteY9" fmla="*/ 421679 h 879687"/>
                <a:gd name="connsiteX10" fmla="*/ 515276 w 960680"/>
                <a:gd name="connsiteY10" fmla="*/ 201461 h 879687"/>
                <a:gd name="connsiteX11" fmla="*/ 764551 w 960680"/>
                <a:gd name="connsiteY11" fmla="*/ 222008 h 879687"/>
                <a:gd name="connsiteX12" fmla="*/ 922829 w 960680"/>
                <a:gd name="connsiteY12" fmla="*/ 360740 h 879687"/>
                <a:gd name="connsiteX13" fmla="*/ 956695 w 960680"/>
                <a:gd name="connsiteY13" fmla="*/ 623206 h 879687"/>
                <a:gd name="connsiteX14" fmla="*/ 855095 w 960680"/>
                <a:gd name="connsiteY14" fmla="*/ 809473 h 879687"/>
                <a:gd name="connsiteX15" fmla="*/ 507962 w 960680"/>
                <a:gd name="connsiteY15" fmla="*/ 877206 h 879687"/>
                <a:gd name="connsiteX16" fmla="*/ 160828 w 960680"/>
                <a:gd name="connsiteY16" fmla="*/ 733273 h 879687"/>
                <a:gd name="connsiteX17" fmla="*/ 918 w 960680"/>
                <a:gd name="connsiteY17" fmla="*/ 448834 h 879687"/>
                <a:gd name="connsiteX18" fmla="*/ 105912 w 960680"/>
                <a:gd name="connsiteY18" fmla="*/ 141535 h 879687"/>
                <a:gd name="connsiteX19" fmla="*/ 319838 w 960680"/>
                <a:gd name="connsiteY19" fmla="*/ 2104 h 879687"/>
                <a:gd name="connsiteX20" fmla="*/ 616798 w 960680"/>
                <a:gd name="connsiteY20" fmla="*/ 88279 h 879687"/>
                <a:gd name="connsiteX21" fmla="*/ 709986 w 960680"/>
                <a:gd name="connsiteY21" fmla="*/ 157700 h 879687"/>
                <a:gd name="connsiteX0" fmla="*/ 660362 w 961801"/>
                <a:gd name="connsiteY0" fmla="*/ 420006 h 879687"/>
                <a:gd name="connsiteX1" fmla="*/ 601095 w 961801"/>
                <a:gd name="connsiteY1" fmla="*/ 530073 h 879687"/>
                <a:gd name="connsiteX2" fmla="*/ 499495 w 961801"/>
                <a:gd name="connsiteY2" fmla="*/ 436940 h 879687"/>
                <a:gd name="connsiteX3" fmla="*/ 567229 w 961801"/>
                <a:gd name="connsiteY3" fmla="*/ 335340 h 879687"/>
                <a:gd name="connsiteX4" fmla="*/ 724090 w 961801"/>
                <a:gd name="connsiteY4" fmla="*/ 333273 h 879687"/>
                <a:gd name="connsiteX5" fmla="*/ 766619 w 961801"/>
                <a:gd name="connsiteY5" fmla="*/ 388741 h 879687"/>
                <a:gd name="connsiteX6" fmla="*/ 713881 w 961801"/>
                <a:gd name="connsiteY6" fmla="*/ 528010 h 879687"/>
                <a:gd name="connsiteX7" fmla="*/ 655029 w 961801"/>
                <a:gd name="connsiteY7" fmla="*/ 595640 h 879687"/>
                <a:gd name="connsiteX8" fmla="*/ 432985 w 961801"/>
                <a:gd name="connsiteY8" fmla="*/ 556135 h 879687"/>
                <a:gd name="connsiteX9" fmla="*/ 391478 w 961801"/>
                <a:gd name="connsiteY9" fmla="*/ 421679 h 879687"/>
                <a:gd name="connsiteX10" fmla="*/ 515276 w 961801"/>
                <a:gd name="connsiteY10" fmla="*/ 201461 h 879687"/>
                <a:gd name="connsiteX11" fmla="*/ 720627 w 961801"/>
                <a:gd name="connsiteY11" fmla="*/ 172657 h 879687"/>
                <a:gd name="connsiteX12" fmla="*/ 922829 w 961801"/>
                <a:gd name="connsiteY12" fmla="*/ 360740 h 879687"/>
                <a:gd name="connsiteX13" fmla="*/ 956695 w 961801"/>
                <a:gd name="connsiteY13" fmla="*/ 623206 h 879687"/>
                <a:gd name="connsiteX14" fmla="*/ 855095 w 961801"/>
                <a:gd name="connsiteY14" fmla="*/ 809473 h 879687"/>
                <a:gd name="connsiteX15" fmla="*/ 507962 w 961801"/>
                <a:gd name="connsiteY15" fmla="*/ 877206 h 879687"/>
                <a:gd name="connsiteX16" fmla="*/ 160828 w 961801"/>
                <a:gd name="connsiteY16" fmla="*/ 733273 h 879687"/>
                <a:gd name="connsiteX17" fmla="*/ 918 w 961801"/>
                <a:gd name="connsiteY17" fmla="*/ 448834 h 879687"/>
                <a:gd name="connsiteX18" fmla="*/ 105912 w 961801"/>
                <a:gd name="connsiteY18" fmla="*/ 141535 h 879687"/>
                <a:gd name="connsiteX19" fmla="*/ 319838 w 961801"/>
                <a:gd name="connsiteY19" fmla="*/ 2104 h 879687"/>
                <a:gd name="connsiteX20" fmla="*/ 616798 w 961801"/>
                <a:gd name="connsiteY20" fmla="*/ 88279 h 879687"/>
                <a:gd name="connsiteX21" fmla="*/ 709986 w 961801"/>
                <a:gd name="connsiteY21" fmla="*/ 157700 h 879687"/>
                <a:gd name="connsiteX0" fmla="*/ 660362 w 961801"/>
                <a:gd name="connsiteY0" fmla="*/ 420006 h 879687"/>
                <a:gd name="connsiteX1" fmla="*/ 601095 w 961801"/>
                <a:gd name="connsiteY1" fmla="*/ 530073 h 879687"/>
                <a:gd name="connsiteX2" fmla="*/ 499495 w 961801"/>
                <a:gd name="connsiteY2" fmla="*/ 436940 h 879687"/>
                <a:gd name="connsiteX3" fmla="*/ 567229 w 961801"/>
                <a:gd name="connsiteY3" fmla="*/ 335340 h 879687"/>
                <a:gd name="connsiteX4" fmla="*/ 724090 w 961801"/>
                <a:gd name="connsiteY4" fmla="*/ 333273 h 879687"/>
                <a:gd name="connsiteX5" fmla="*/ 766619 w 961801"/>
                <a:gd name="connsiteY5" fmla="*/ 388741 h 879687"/>
                <a:gd name="connsiteX6" fmla="*/ 713881 w 961801"/>
                <a:gd name="connsiteY6" fmla="*/ 528010 h 879687"/>
                <a:gd name="connsiteX7" fmla="*/ 655029 w 961801"/>
                <a:gd name="connsiteY7" fmla="*/ 595640 h 879687"/>
                <a:gd name="connsiteX8" fmla="*/ 432985 w 961801"/>
                <a:gd name="connsiteY8" fmla="*/ 556135 h 879687"/>
                <a:gd name="connsiteX9" fmla="*/ 391478 w 961801"/>
                <a:gd name="connsiteY9" fmla="*/ 421679 h 879687"/>
                <a:gd name="connsiteX10" fmla="*/ 515276 w 961801"/>
                <a:gd name="connsiteY10" fmla="*/ 201461 h 879687"/>
                <a:gd name="connsiteX11" fmla="*/ 720627 w 961801"/>
                <a:gd name="connsiteY11" fmla="*/ 172657 h 879687"/>
                <a:gd name="connsiteX12" fmla="*/ 922829 w 961801"/>
                <a:gd name="connsiteY12" fmla="*/ 360740 h 879687"/>
                <a:gd name="connsiteX13" fmla="*/ 956695 w 961801"/>
                <a:gd name="connsiteY13" fmla="*/ 623206 h 879687"/>
                <a:gd name="connsiteX14" fmla="*/ 855095 w 961801"/>
                <a:gd name="connsiteY14" fmla="*/ 809473 h 879687"/>
                <a:gd name="connsiteX15" fmla="*/ 507962 w 961801"/>
                <a:gd name="connsiteY15" fmla="*/ 877206 h 879687"/>
                <a:gd name="connsiteX16" fmla="*/ 160828 w 961801"/>
                <a:gd name="connsiteY16" fmla="*/ 733273 h 879687"/>
                <a:gd name="connsiteX17" fmla="*/ 918 w 961801"/>
                <a:gd name="connsiteY17" fmla="*/ 448834 h 879687"/>
                <a:gd name="connsiteX18" fmla="*/ 105912 w 961801"/>
                <a:gd name="connsiteY18" fmla="*/ 141535 h 879687"/>
                <a:gd name="connsiteX19" fmla="*/ 319838 w 961801"/>
                <a:gd name="connsiteY19" fmla="*/ 2104 h 879687"/>
                <a:gd name="connsiteX20" fmla="*/ 616798 w 961801"/>
                <a:gd name="connsiteY20" fmla="*/ 88279 h 879687"/>
                <a:gd name="connsiteX21" fmla="*/ 710205 w 961801"/>
                <a:gd name="connsiteY21" fmla="*/ 238811 h 879687"/>
                <a:gd name="connsiteX0" fmla="*/ 660362 w 961801"/>
                <a:gd name="connsiteY0" fmla="*/ 420006 h 879687"/>
                <a:gd name="connsiteX1" fmla="*/ 601095 w 961801"/>
                <a:gd name="connsiteY1" fmla="*/ 530073 h 879687"/>
                <a:gd name="connsiteX2" fmla="*/ 499495 w 961801"/>
                <a:gd name="connsiteY2" fmla="*/ 436940 h 879687"/>
                <a:gd name="connsiteX3" fmla="*/ 567229 w 961801"/>
                <a:gd name="connsiteY3" fmla="*/ 335340 h 879687"/>
                <a:gd name="connsiteX4" fmla="*/ 724090 w 961801"/>
                <a:gd name="connsiteY4" fmla="*/ 333273 h 879687"/>
                <a:gd name="connsiteX5" fmla="*/ 766619 w 961801"/>
                <a:gd name="connsiteY5" fmla="*/ 388741 h 879687"/>
                <a:gd name="connsiteX6" fmla="*/ 713881 w 961801"/>
                <a:gd name="connsiteY6" fmla="*/ 528010 h 879687"/>
                <a:gd name="connsiteX7" fmla="*/ 655029 w 961801"/>
                <a:gd name="connsiteY7" fmla="*/ 595640 h 879687"/>
                <a:gd name="connsiteX8" fmla="*/ 432985 w 961801"/>
                <a:gd name="connsiteY8" fmla="*/ 556135 h 879687"/>
                <a:gd name="connsiteX9" fmla="*/ 391478 w 961801"/>
                <a:gd name="connsiteY9" fmla="*/ 421679 h 879687"/>
                <a:gd name="connsiteX10" fmla="*/ 515276 w 961801"/>
                <a:gd name="connsiteY10" fmla="*/ 201461 h 879687"/>
                <a:gd name="connsiteX11" fmla="*/ 720627 w 961801"/>
                <a:gd name="connsiteY11" fmla="*/ 172657 h 879687"/>
                <a:gd name="connsiteX12" fmla="*/ 922829 w 961801"/>
                <a:gd name="connsiteY12" fmla="*/ 360740 h 879687"/>
                <a:gd name="connsiteX13" fmla="*/ 956695 w 961801"/>
                <a:gd name="connsiteY13" fmla="*/ 623206 h 879687"/>
                <a:gd name="connsiteX14" fmla="*/ 855095 w 961801"/>
                <a:gd name="connsiteY14" fmla="*/ 809473 h 879687"/>
                <a:gd name="connsiteX15" fmla="*/ 507962 w 961801"/>
                <a:gd name="connsiteY15" fmla="*/ 877206 h 879687"/>
                <a:gd name="connsiteX16" fmla="*/ 160828 w 961801"/>
                <a:gd name="connsiteY16" fmla="*/ 733273 h 879687"/>
                <a:gd name="connsiteX17" fmla="*/ 918 w 961801"/>
                <a:gd name="connsiteY17" fmla="*/ 448834 h 879687"/>
                <a:gd name="connsiteX18" fmla="*/ 105912 w 961801"/>
                <a:gd name="connsiteY18" fmla="*/ 141535 h 879687"/>
                <a:gd name="connsiteX19" fmla="*/ 319838 w 961801"/>
                <a:gd name="connsiteY19" fmla="*/ 2104 h 879687"/>
                <a:gd name="connsiteX20" fmla="*/ 616798 w 961801"/>
                <a:gd name="connsiteY20" fmla="*/ 88279 h 879687"/>
                <a:gd name="connsiteX21" fmla="*/ 697515 w 961801"/>
                <a:gd name="connsiteY21" fmla="*/ 172568 h 879687"/>
                <a:gd name="connsiteX0" fmla="*/ 660362 w 961801"/>
                <a:gd name="connsiteY0" fmla="*/ 420006 h 879687"/>
                <a:gd name="connsiteX1" fmla="*/ 601095 w 961801"/>
                <a:gd name="connsiteY1" fmla="*/ 530073 h 879687"/>
                <a:gd name="connsiteX2" fmla="*/ 499495 w 961801"/>
                <a:gd name="connsiteY2" fmla="*/ 436940 h 879687"/>
                <a:gd name="connsiteX3" fmla="*/ 567229 w 961801"/>
                <a:gd name="connsiteY3" fmla="*/ 335340 h 879687"/>
                <a:gd name="connsiteX4" fmla="*/ 724090 w 961801"/>
                <a:gd name="connsiteY4" fmla="*/ 333273 h 879687"/>
                <a:gd name="connsiteX5" fmla="*/ 766619 w 961801"/>
                <a:gd name="connsiteY5" fmla="*/ 388741 h 879687"/>
                <a:gd name="connsiteX6" fmla="*/ 713881 w 961801"/>
                <a:gd name="connsiteY6" fmla="*/ 528010 h 879687"/>
                <a:gd name="connsiteX7" fmla="*/ 655029 w 961801"/>
                <a:gd name="connsiteY7" fmla="*/ 595640 h 879687"/>
                <a:gd name="connsiteX8" fmla="*/ 432985 w 961801"/>
                <a:gd name="connsiteY8" fmla="*/ 556135 h 879687"/>
                <a:gd name="connsiteX9" fmla="*/ 391478 w 961801"/>
                <a:gd name="connsiteY9" fmla="*/ 421679 h 879687"/>
                <a:gd name="connsiteX10" fmla="*/ 530948 w 961801"/>
                <a:gd name="connsiteY10" fmla="*/ 213293 h 879687"/>
                <a:gd name="connsiteX11" fmla="*/ 720627 w 961801"/>
                <a:gd name="connsiteY11" fmla="*/ 172657 h 879687"/>
                <a:gd name="connsiteX12" fmla="*/ 922829 w 961801"/>
                <a:gd name="connsiteY12" fmla="*/ 360740 h 879687"/>
                <a:gd name="connsiteX13" fmla="*/ 956695 w 961801"/>
                <a:gd name="connsiteY13" fmla="*/ 623206 h 879687"/>
                <a:gd name="connsiteX14" fmla="*/ 855095 w 961801"/>
                <a:gd name="connsiteY14" fmla="*/ 809473 h 879687"/>
                <a:gd name="connsiteX15" fmla="*/ 507962 w 961801"/>
                <a:gd name="connsiteY15" fmla="*/ 877206 h 879687"/>
                <a:gd name="connsiteX16" fmla="*/ 160828 w 961801"/>
                <a:gd name="connsiteY16" fmla="*/ 733273 h 879687"/>
                <a:gd name="connsiteX17" fmla="*/ 918 w 961801"/>
                <a:gd name="connsiteY17" fmla="*/ 448834 h 879687"/>
                <a:gd name="connsiteX18" fmla="*/ 105912 w 961801"/>
                <a:gd name="connsiteY18" fmla="*/ 141535 h 879687"/>
                <a:gd name="connsiteX19" fmla="*/ 319838 w 961801"/>
                <a:gd name="connsiteY19" fmla="*/ 2104 h 879687"/>
                <a:gd name="connsiteX20" fmla="*/ 616798 w 961801"/>
                <a:gd name="connsiteY20" fmla="*/ 88279 h 879687"/>
                <a:gd name="connsiteX21" fmla="*/ 697515 w 961801"/>
                <a:gd name="connsiteY21" fmla="*/ 172568 h 879687"/>
                <a:gd name="connsiteX0" fmla="*/ 660362 w 961763"/>
                <a:gd name="connsiteY0" fmla="*/ 420006 h 879687"/>
                <a:gd name="connsiteX1" fmla="*/ 601095 w 961763"/>
                <a:gd name="connsiteY1" fmla="*/ 530073 h 879687"/>
                <a:gd name="connsiteX2" fmla="*/ 499495 w 961763"/>
                <a:gd name="connsiteY2" fmla="*/ 436940 h 879687"/>
                <a:gd name="connsiteX3" fmla="*/ 567229 w 961763"/>
                <a:gd name="connsiteY3" fmla="*/ 335340 h 879687"/>
                <a:gd name="connsiteX4" fmla="*/ 724090 w 961763"/>
                <a:gd name="connsiteY4" fmla="*/ 333273 h 879687"/>
                <a:gd name="connsiteX5" fmla="*/ 766619 w 961763"/>
                <a:gd name="connsiteY5" fmla="*/ 388741 h 879687"/>
                <a:gd name="connsiteX6" fmla="*/ 713881 w 961763"/>
                <a:gd name="connsiteY6" fmla="*/ 528010 h 879687"/>
                <a:gd name="connsiteX7" fmla="*/ 655029 w 961763"/>
                <a:gd name="connsiteY7" fmla="*/ 595640 h 879687"/>
                <a:gd name="connsiteX8" fmla="*/ 432985 w 961763"/>
                <a:gd name="connsiteY8" fmla="*/ 556135 h 879687"/>
                <a:gd name="connsiteX9" fmla="*/ 391478 w 961763"/>
                <a:gd name="connsiteY9" fmla="*/ 421679 h 879687"/>
                <a:gd name="connsiteX10" fmla="*/ 530948 w 961763"/>
                <a:gd name="connsiteY10" fmla="*/ 213293 h 879687"/>
                <a:gd name="connsiteX11" fmla="*/ 721912 w 961763"/>
                <a:gd name="connsiteY11" fmla="*/ 262668 h 879687"/>
                <a:gd name="connsiteX12" fmla="*/ 922829 w 961763"/>
                <a:gd name="connsiteY12" fmla="*/ 360740 h 879687"/>
                <a:gd name="connsiteX13" fmla="*/ 956695 w 961763"/>
                <a:gd name="connsiteY13" fmla="*/ 623206 h 879687"/>
                <a:gd name="connsiteX14" fmla="*/ 855095 w 961763"/>
                <a:gd name="connsiteY14" fmla="*/ 809473 h 879687"/>
                <a:gd name="connsiteX15" fmla="*/ 507962 w 961763"/>
                <a:gd name="connsiteY15" fmla="*/ 877206 h 879687"/>
                <a:gd name="connsiteX16" fmla="*/ 160828 w 961763"/>
                <a:gd name="connsiteY16" fmla="*/ 733273 h 879687"/>
                <a:gd name="connsiteX17" fmla="*/ 918 w 961763"/>
                <a:gd name="connsiteY17" fmla="*/ 448834 h 879687"/>
                <a:gd name="connsiteX18" fmla="*/ 105912 w 961763"/>
                <a:gd name="connsiteY18" fmla="*/ 141535 h 879687"/>
                <a:gd name="connsiteX19" fmla="*/ 319838 w 961763"/>
                <a:gd name="connsiteY19" fmla="*/ 2104 h 879687"/>
                <a:gd name="connsiteX20" fmla="*/ 616798 w 961763"/>
                <a:gd name="connsiteY20" fmla="*/ 88279 h 879687"/>
                <a:gd name="connsiteX21" fmla="*/ 697515 w 961763"/>
                <a:gd name="connsiteY21" fmla="*/ 172568 h 879687"/>
                <a:gd name="connsiteX0" fmla="*/ 660362 w 956709"/>
                <a:gd name="connsiteY0" fmla="*/ 420006 h 879687"/>
                <a:gd name="connsiteX1" fmla="*/ 601095 w 956709"/>
                <a:gd name="connsiteY1" fmla="*/ 530073 h 879687"/>
                <a:gd name="connsiteX2" fmla="*/ 499495 w 956709"/>
                <a:gd name="connsiteY2" fmla="*/ 436940 h 879687"/>
                <a:gd name="connsiteX3" fmla="*/ 567229 w 956709"/>
                <a:gd name="connsiteY3" fmla="*/ 335340 h 879687"/>
                <a:gd name="connsiteX4" fmla="*/ 724090 w 956709"/>
                <a:gd name="connsiteY4" fmla="*/ 333273 h 879687"/>
                <a:gd name="connsiteX5" fmla="*/ 766619 w 956709"/>
                <a:gd name="connsiteY5" fmla="*/ 388741 h 879687"/>
                <a:gd name="connsiteX6" fmla="*/ 713881 w 956709"/>
                <a:gd name="connsiteY6" fmla="*/ 528010 h 879687"/>
                <a:gd name="connsiteX7" fmla="*/ 655029 w 956709"/>
                <a:gd name="connsiteY7" fmla="*/ 595640 h 879687"/>
                <a:gd name="connsiteX8" fmla="*/ 432985 w 956709"/>
                <a:gd name="connsiteY8" fmla="*/ 556135 h 879687"/>
                <a:gd name="connsiteX9" fmla="*/ 391478 w 956709"/>
                <a:gd name="connsiteY9" fmla="*/ 421679 h 879687"/>
                <a:gd name="connsiteX10" fmla="*/ 530948 w 956709"/>
                <a:gd name="connsiteY10" fmla="*/ 213293 h 879687"/>
                <a:gd name="connsiteX11" fmla="*/ 721912 w 956709"/>
                <a:gd name="connsiteY11" fmla="*/ 262668 h 879687"/>
                <a:gd name="connsiteX12" fmla="*/ 861428 w 956709"/>
                <a:gd name="connsiteY12" fmla="*/ 403424 h 879687"/>
                <a:gd name="connsiteX13" fmla="*/ 956695 w 956709"/>
                <a:gd name="connsiteY13" fmla="*/ 623206 h 879687"/>
                <a:gd name="connsiteX14" fmla="*/ 855095 w 956709"/>
                <a:gd name="connsiteY14" fmla="*/ 809473 h 879687"/>
                <a:gd name="connsiteX15" fmla="*/ 507962 w 956709"/>
                <a:gd name="connsiteY15" fmla="*/ 877206 h 879687"/>
                <a:gd name="connsiteX16" fmla="*/ 160828 w 956709"/>
                <a:gd name="connsiteY16" fmla="*/ 733273 h 879687"/>
                <a:gd name="connsiteX17" fmla="*/ 918 w 956709"/>
                <a:gd name="connsiteY17" fmla="*/ 448834 h 879687"/>
                <a:gd name="connsiteX18" fmla="*/ 105912 w 956709"/>
                <a:gd name="connsiteY18" fmla="*/ 141535 h 879687"/>
                <a:gd name="connsiteX19" fmla="*/ 319838 w 956709"/>
                <a:gd name="connsiteY19" fmla="*/ 2104 h 879687"/>
                <a:gd name="connsiteX20" fmla="*/ 616798 w 956709"/>
                <a:gd name="connsiteY20" fmla="*/ 88279 h 879687"/>
                <a:gd name="connsiteX21" fmla="*/ 697515 w 956709"/>
                <a:gd name="connsiteY21" fmla="*/ 172568 h 879687"/>
                <a:gd name="connsiteX0" fmla="*/ 660362 w 956709"/>
                <a:gd name="connsiteY0" fmla="*/ 420006 h 879687"/>
                <a:gd name="connsiteX1" fmla="*/ 601095 w 956709"/>
                <a:gd name="connsiteY1" fmla="*/ 530073 h 879687"/>
                <a:gd name="connsiteX2" fmla="*/ 499495 w 956709"/>
                <a:gd name="connsiteY2" fmla="*/ 436940 h 879687"/>
                <a:gd name="connsiteX3" fmla="*/ 567229 w 956709"/>
                <a:gd name="connsiteY3" fmla="*/ 335340 h 879687"/>
                <a:gd name="connsiteX4" fmla="*/ 724090 w 956709"/>
                <a:gd name="connsiteY4" fmla="*/ 333273 h 879687"/>
                <a:gd name="connsiteX5" fmla="*/ 766619 w 956709"/>
                <a:gd name="connsiteY5" fmla="*/ 388741 h 879687"/>
                <a:gd name="connsiteX6" fmla="*/ 713881 w 956709"/>
                <a:gd name="connsiteY6" fmla="*/ 528010 h 879687"/>
                <a:gd name="connsiteX7" fmla="*/ 655029 w 956709"/>
                <a:gd name="connsiteY7" fmla="*/ 595640 h 879687"/>
                <a:gd name="connsiteX8" fmla="*/ 432985 w 956709"/>
                <a:gd name="connsiteY8" fmla="*/ 556135 h 879687"/>
                <a:gd name="connsiteX9" fmla="*/ 391478 w 956709"/>
                <a:gd name="connsiteY9" fmla="*/ 421679 h 879687"/>
                <a:gd name="connsiteX10" fmla="*/ 530949 w 956709"/>
                <a:gd name="connsiteY10" fmla="*/ 213293 h 879687"/>
                <a:gd name="connsiteX11" fmla="*/ 721912 w 956709"/>
                <a:gd name="connsiteY11" fmla="*/ 262668 h 879687"/>
                <a:gd name="connsiteX12" fmla="*/ 861428 w 956709"/>
                <a:gd name="connsiteY12" fmla="*/ 403424 h 879687"/>
                <a:gd name="connsiteX13" fmla="*/ 956695 w 956709"/>
                <a:gd name="connsiteY13" fmla="*/ 623206 h 879687"/>
                <a:gd name="connsiteX14" fmla="*/ 855095 w 956709"/>
                <a:gd name="connsiteY14" fmla="*/ 809473 h 879687"/>
                <a:gd name="connsiteX15" fmla="*/ 507962 w 956709"/>
                <a:gd name="connsiteY15" fmla="*/ 877206 h 879687"/>
                <a:gd name="connsiteX16" fmla="*/ 160828 w 956709"/>
                <a:gd name="connsiteY16" fmla="*/ 733273 h 879687"/>
                <a:gd name="connsiteX17" fmla="*/ 918 w 956709"/>
                <a:gd name="connsiteY17" fmla="*/ 448834 h 879687"/>
                <a:gd name="connsiteX18" fmla="*/ 105912 w 956709"/>
                <a:gd name="connsiteY18" fmla="*/ 141535 h 879687"/>
                <a:gd name="connsiteX19" fmla="*/ 319838 w 956709"/>
                <a:gd name="connsiteY19" fmla="*/ 2104 h 879687"/>
                <a:gd name="connsiteX20" fmla="*/ 616798 w 956709"/>
                <a:gd name="connsiteY20" fmla="*/ 88279 h 879687"/>
                <a:gd name="connsiteX21" fmla="*/ 697515 w 956709"/>
                <a:gd name="connsiteY21" fmla="*/ 172568 h 879687"/>
                <a:gd name="connsiteX0" fmla="*/ 660362 w 941041"/>
                <a:gd name="connsiteY0" fmla="*/ 420006 h 879780"/>
                <a:gd name="connsiteX1" fmla="*/ 601095 w 941041"/>
                <a:gd name="connsiteY1" fmla="*/ 530073 h 879780"/>
                <a:gd name="connsiteX2" fmla="*/ 499495 w 941041"/>
                <a:gd name="connsiteY2" fmla="*/ 436940 h 879780"/>
                <a:gd name="connsiteX3" fmla="*/ 567229 w 941041"/>
                <a:gd name="connsiteY3" fmla="*/ 335340 h 879780"/>
                <a:gd name="connsiteX4" fmla="*/ 724090 w 941041"/>
                <a:gd name="connsiteY4" fmla="*/ 333273 h 879780"/>
                <a:gd name="connsiteX5" fmla="*/ 766619 w 941041"/>
                <a:gd name="connsiteY5" fmla="*/ 388741 h 879780"/>
                <a:gd name="connsiteX6" fmla="*/ 713881 w 941041"/>
                <a:gd name="connsiteY6" fmla="*/ 528010 h 879780"/>
                <a:gd name="connsiteX7" fmla="*/ 655029 w 941041"/>
                <a:gd name="connsiteY7" fmla="*/ 595640 h 879780"/>
                <a:gd name="connsiteX8" fmla="*/ 432985 w 941041"/>
                <a:gd name="connsiteY8" fmla="*/ 556135 h 879780"/>
                <a:gd name="connsiteX9" fmla="*/ 391478 w 941041"/>
                <a:gd name="connsiteY9" fmla="*/ 421679 h 879780"/>
                <a:gd name="connsiteX10" fmla="*/ 530949 w 941041"/>
                <a:gd name="connsiteY10" fmla="*/ 213293 h 879780"/>
                <a:gd name="connsiteX11" fmla="*/ 721912 w 941041"/>
                <a:gd name="connsiteY11" fmla="*/ 262668 h 879780"/>
                <a:gd name="connsiteX12" fmla="*/ 861428 w 941041"/>
                <a:gd name="connsiteY12" fmla="*/ 403424 h 879780"/>
                <a:gd name="connsiteX13" fmla="*/ 941023 w 941041"/>
                <a:gd name="connsiteY13" fmla="*/ 611374 h 879780"/>
                <a:gd name="connsiteX14" fmla="*/ 855095 w 941041"/>
                <a:gd name="connsiteY14" fmla="*/ 809473 h 879780"/>
                <a:gd name="connsiteX15" fmla="*/ 507962 w 941041"/>
                <a:gd name="connsiteY15" fmla="*/ 877206 h 879780"/>
                <a:gd name="connsiteX16" fmla="*/ 160828 w 941041"/>
                <a:gd name="connsiteY16" fmla="*/ 733273 h 879780"/>
                <a:gd name="connsiteX17" fmla="*/ 918 w 941041"/>
                <a:gd name="connsiteY17" fmla="*/ 448834 h 879780"/>
                <a:gd name="connsiteX18" fmla="*/ 105912 w 941041"/>
                <a:gd name="connsiteY18" fmla="*/ 141535 h 879780"/>
                <a:gd name="connsiteX19" fmla="*/ 319838 w 941041"/>
                <a:gd name="connsiteY19" fmla="*/ 2104 h 879780"/>
                <a:gd name="connsiteX20" fmla="*/ 616798 w 941041"/>
                <a:gd name="connsiteY20" fmla="*/ 88279 h 879780"/>
                <a:gd name="connsiteX21" fmla="*/ 697515 w 941041"/>
                <a:gd name="connsiteY21" fmla="*/ 172568 h 879780"/>
                <a:gd name="connsiteX0" fmla="*/ 660362 w 941438"/>
                <a:gd name="connsiteY0" fmla="*/ 420006 h 878311"/>
                <a:gd name="connsiteX1" fmla="*/ 601095 w 941438"/>
                <a:gd name="connsiteY1" fmla="*/ 530073 h 878311"/>
                <a:gd name="connsiteX2" fmla="*/ 499495 w 941438"/>
                <a:gd name="connsiteY2" fmla="*/ 436940 h 878311"/>
                <a:gd name="connsiteX3" fmla="*/ 567229 w 941438"/>
                <a:gd name="connsiteY3" fmla="*/ 335340 h 878311"/>
                <a:gd name="connsiteX4" fmla="*/ 724090 w 941438"/>
                <a:gd name="connsiteY4" fmla="*/ 333273 h 878311"/>
                <a:gd name="connsiteX5" fmla="*/ 766619 w 941438"/>
                <a:gd name="connsiteY5" fmla="*/ 388741 h 878311"/>
                <a:gd name="connsiteX6" fmla="*/ 713881 w 941438"/>
                <a:gd name="connsiteY6" fmla="*/ 528010 h 878311"/>
                <a:gd name="connsiteX7" fmla="*/ 655029 w 941438"/>
                <a:gd name="connsiteY7" fmla="*/ 595640 h 878311"/>
                <a:gd name="connsiteX8" fmla="*/ 432985 w 941438"/>
                <a:gd name="connsiteY8" fmla="*/ 556135 h 878311"/>
                <a:gd name="connsiteX9" fmla="*/ 391478 w 941438"/>
                <a:gd name="connsiteY9" fmla="*/ 421679 h 878311"/>
                <a:gd name="connsiteX10" fmla="*/ 530949 w 941438"/>
                <a:gd name="connsiteY10" fmla="*/ 213293 h 878311"/>
                <a:gd name="connsiteX11" fmla="*/ 721912 w 941438"/>
                <a:gd name="connsiteY11" fmla="*/ 262668 h 878311"/>
                <a:gd name="connsiteX12" fmla="*/ 861428 w 941438"/>
                <a:gd name="connsiteY12" fmla="*/ 403424 h 878311"/>
                <a:gd name="connsiteX13" fmla="*/ 941023 w 941438"/>
                <a:gd name="connsiteY13" fmla="*/ 611374 h 878311"/>
                <a:gd name="connsiteX14" fmla="*/ 828975 w 941438"/>
                <a:gd name="connsiteY14" fmla="*/ 789752 h 878311"/>
                <a:gd name="connsiteX15" fmla="*/ 507962 w 941438"/>
                <a:gd name="connsiteY15" fmla="*/ 877206 h 878311"/>
                <a:gd name="connsiteX16" fmla="*/ 160828 w 941438"/>
                <a:gd name="connsiteY16" fmla="*/ 733273 h 878311"/>
                <a:gd name="connsiteX17" fmla="*/ 918 w 941438"/>
                <a:gd name="connsiteY17" fmla="*/ 448834 h 878311"/>
                <a:gd name="connsiteX18" fmla="*/ 105912 w 941438"/>
                <a:gd name="connsiteY18" fmla="*/ 141535 h 878311"/>
                <a:gd name="connsiteX19" fmla="*/ 319838 w 941438"/>
                <a:gd name="connsiteY19" fmla="*/ 2104 h 878311"/>
                <a:gd name="connsiteX20" fmla="*/ 616798 w 941438"/>
                <a:gd name="connsiteY20" fmla="*/ 88279 h 878311"/>
                <a:gd name="connsiteX21" fmla="*/ 697515 w 941438"/>
                <a:gd name="connsiteY21" fmla="*/ 172568 h 878311"/>
                <a:gd name="connsiteX0" fmla="*/ 660362 w 941438"/>
                <a:gd name="connsiteY0" fmla="*/ 423656 h 881961"/>
                <a:gd name="connsiteX1" fmla="*/ 601095 w 941438"/>
                <a:gd name="connsiteY1" fmla="*/ 533723 h 881961"/>
                <a:gd name="connsiteX2" fmla="*/ 499495 w 941438"/>
                <a:gd name="connsiteY2" fmla="*/ 440590 h 881961"/>
                <a:gd name="connsiteX3" fmla="*/ 567229 w 941438"/>
                <a:gd name="connsiteY3" fmla="*/ 338990 h 881961"/>
                <a:gd name="connsiteX4" fmla="*/ 724090 w 941438"/>
                <a:gd name="connsiteY4" fmla="*/ 336923 h 881961"/>
                <a:gd name="connsiteX5" fmla="*/ 766619 w 941438"/>
                <a:gd name="connsiteY5" fmla="*/ 392391 h 881961"/>
                <a:gd name="connsiteX6" fmla="*/ 713881 w 941438"/>
                <a:gd name="connsiteY6" fmla="*/ 531660 h 881961"/>
                <a:gd name="connsiteX7" fmla="*/ 655029 w 941438"/>
                <a:gd name="connsiteY7" fmla="*/ 599290 h 881961"/>
                <a:gd name="connsiteX8" fmla="*/ 432985 w 941438"/>
                <a:gd name="connsiteY8" fmla="*/ 559785 h 881961"/>
                <a:gd name="connsiteX9" fmla="*/ 391478 w 941438"/>
                <a:gd name="connsiteY9" fmla="*/ 425329 h 881961"/>
                <a:gd name="connsiteX10" fmla="*/ 530949 w 941438"/>
                <a:gd name="connsiteY10" fmla="*/ 216943 h 881961"/>
                <a:gd name="connsiteX11" fmla="*/ 721912 w 941438"/>
                <a:gd name="connsiteY11" fmla="*/ 266318 h 881961"/>
                <a:gd name="connsiteX12" fmla="*/ 861428 w 941438"/>
                <a:gd name="connsiteY12" fmla="*/ 407074 h 881961"/>
                <a:gd name="connsiteX13" fmla="*/ 941023 w 941438"/>
                <a:gd name="connsiteY13" fmla="*/ 615024 h 881961"/>
                <a:gd name="connsiteX14" fmla="*/ 828975 w 941438"/>
                <a:gd name="connsiteY14" fmla="*/ 793402 h 881961"/>
                <a:gd name="connsiteX15" fmla="*/ 507962 w 941438"/>
                <a:gd name="connsiteY15" fmla="*/ 880856 h 881961"/>
                <a:gd name="connsiteX16" fmla="*/ 160828 w 941438"/>
                <a:gd name="connsiteY16" fmla="*/ 736923 h 881961"/>
                <a:gd name="connsiteX17" fmla="*/ 918 w 941438"/>
                <a:gd name="connsiteY17" fmla="*/ 452484 h 881961"/>
                <a:gd name="connsiteX18" fmla="*/ 105912 w 941438"/>
                <a:gd name="connsiteY18" fmla="*/ 145185 h 881961"/>
                <a:gd name="connsiteX19" fmla="*/ 319838 w 941438"/>
                <a:gd name="connsiteY19" fmla="*/ 5754 h 881961"/>
                <a:gd name="connsiteX20" fmla="*/ 633428 w 941438"/>
                <a:gd name="connsiteY20" fmla="*/ 72104 h 881961"/>
                <a:gd name="connsiteX21" fmla="*/ 697515 w 941438"/>
                <a:gd name="connsiteY21" fmla="*/ 176218 h 881961"/>
                <a:gd name="connsiteX0" fmla="*/ 660362 w 941438"/>
                <a:gd name="connsiteY0" fmla="*/ 444113 h 902418"/>
                <a:gd name="connsiteX1" fmla="*/ 601095 w 941438"/>
                <a:gd name="connsiteY1" fmla="*/ 554180 h 902418"/>
                <a:gd name="connsiteX2" fmla="*/ 499495 w 941438"/>
                <a:gd name="connsiteY2" fmla="*/ 461047 h 902418"/>
                <a:gd name="connsiteX3" fmla="*/ 567229 w 941438"/>
                <a:gd name="connsiteY3" fmla="*/ 359447 h 902418"/>
                <a:gd name="connsiteX4" fmla="*/ 724090 w 941438"/>
                <a:gd name="connsiteY4" fmla="*/ 357380 h 902418"/>
                <a:gd name="connsiteX5" fmla="*/ 766619 w 941438"/>
                <a:gd name="connsiteY5" fmla="*/ 412848 h 902418"/>
                <a:gd name="connsiteX6" fmla="*/ 713881 w 941438"/>
                <a:gd name="connsiteY6" fmla="*/ 552117 h 902418"/>
                <a:gd name="connsiteX7" fmla="*/ 655029 w 941438"/>
                <a:gd name="connsiteY7" fmla="*/ 619747 h 902418"/>
                <a:gd name="connsiteX8" fmla="*/ 432985 w 941438"/>
                <a:gd name="connsiteY8" fmla="*/ 580242 h 902418"/>
                <a:gd name="connsiteX9" fmla="*/ 391478 w 941438"/>
                <a:gd name="connsiteY9" fmla="*/ 445786 h 902418"/>
                <a:gd name="connsiteX10" fmla="*/ 530949 w 941438"/>
                <a:gd name="connsiteY10" fmla="*/ 237400 h 902418"/>
                <a:gd name="connsiteX11" fmla="*/ 721912 w 941438"/>
                <a:gd name="connsiteY11" fmla="*/ 286775 h 902418"/>
                <a:gd name="connsiteX12" fmla="*/ 861428 w 941438"/>
                <a:gd name="connsiteY12" fmla="*/ 427531 h 902418"/>
                <a:gd name="connsiteX13" fmla="*/ 941023 w 941438"/>
                <a:gd name="connsiteY13" fmla="*/ 635481 h 902418"/>
                <a:gd name="connsiteX14" fmla="*/ 828975 w 941438"/>
                <a:gd name="connsiteY14" fmla="*/ 813859 h 902418"/>
                <a:gd name="connsiteX15" fmla="*/ 507962 w 941438"/>
                <a:gd name="connsiteY15" fmla="*/ 901313 h 902418"/>
                <a:gd name="connsiteX16" fmla="*/ 160828 w 941438"/>
                <a:gd name="connsiteY16" fmla="*/ 757380 h 902418"/>
                <a:gd name="connsiteX17" fmla="*/ 918 w 941438"/>
                <a:gd name="connsiteY17" fmla="*/ 472941 h 902418"/>
                <a:gd name="connsiteX18" fmla="*/ 105912 w 941438"/>
                <a:gd name="connsiteY18" fmla="*/ 165642 h 902418"/>
                <a:gd name="connsiteX19" fmla="*/ 319838 w 941438"/>
                <a:gd name="connsiteY19" fmla="*/ 26211 h 902418"/>
                <a:gd name="connsiteX20" fmla="*/ 551979 w 941438"/>
                <a:gd name="connsiteY20" fmla="*/ 47258 h 902418"/>
                <a:gd name="connsiteX21" fmla="*/ 697515 w 941438"/>
                <a:gd name="connsiteY21" fmla="*/ 196675 h 902418"/>
                <a:gd name="connsiteX0" fmla="*/ 660362 w 941438"/>
                <a:gd name="connsiteY0" fmla="*/ 444113 h 902418"/>
                <a:gd name="connsiteX1" fmla="*/ 601095 w 941438"/>
                <a:gd name="connsiteY1" fmla="*/ 554180 h 902418"/>
                <a:gd name="connsiteX2" fmla="*/ 499495 w 941438"/>
                <a:gd name="connsiteY2" fmla="*/ 461047 h 902418"/>
                <a:gd name="connsiteX3" fmla="*/ 567229 w 941438"/>
                <a:gd name="connsiteY3" fmla="*/ 359447 h 902418"/>
                <a:gd name="connsiteX4" fmla="*/ 724090 w 941438"/>
                <a:gd name="connsiteY4" fmla="*/ 357380 h 902418"/>
                <a:gd name="connsiteX5" fmla="*/ 766619 w 941438"/>
                <a:gd name="connsiteY5" fmla="*/ 412848 h 902418"/>
                <a:gd name="connsiteX6" fmla="*/ 713881 w 941438"/>
                <a:gd name="connsiteY6" fmla="*/ 552117 h 902418"/>
                <a:gd name="connsiteX7" fmla="*/ 655029 w 941438"/>
                <a:gd name="connsiteY7" fmla="*/ 619747 h 902418"/>
                <a:gd name="connsiteX8" fmla="*/ 432985 w 941438"/>
                <a:gd name="connsiteY8" fmla="*/ 580242 h 902418"/>
                <a:gd name="connsiteX9" fmla="*/ 391478 w 941438"/>
                <a:gd name="connsiteY9" fmla="*/ 445786 h 902418"/>
                <a:gd name="connsiteX10" fmla="*/ 530949 w 941438"/>
                <a:gd name="connsiteY10" fmla="*/ 237400 h 902418"/>
                <a:gd name="connsiteX11" fmla="*/ 721912 w 941438"/>
                <a:gd name="connsiteY11" fmla="*/ 286775 h 902418"/>
                <a:gd name="connsiteX12" fmla="*/ 861428 w 941438"/>
                <a:gd name="connsiteY12" fmla="*/ 427531 h 902418"/>
                <a:gd name="connsiteX13" fmla="*/ 941023 w 941438"/>
                <a:gd name="connsiteY13" fmla="*/ 635481 h 902418"/>
                <a:gd name="connsiteX14" fmla="*/ 828975 w 941438"/>
                <a:gd name="connsiteY14" fmla="*/ 813859 h 902418"/>
                <a:gd name="connsiteX15" fmla="*/ 507962 w 941438"/>
                <a:gd name="connsiteY15" fmla="*/ 901313 h 902418"/>
                <a:gd name="connsiteX16" fmla="*/ 160828 w 941438"/>
                <a:gd name="connsiteY16" fmla="*/ 757380 h 902418"/>
                <a:gd name="connsiteX17" fmla="*/ 918 w 941438"/>
                <a:gd name="connsiteY17" fmla="*/ 472941 h 902418"/>
                <a:gd name="connsiteX18" fmla="*/ 105912 w 941438"/>
                <a:gd name="connsiteY18" fmla="*/ 165642 h 902418"/>
                <a:gd name="connsiteX19" fmla="*/ 319838 w 941438"/>
                <a:gd name="connsiteY19" fmla="*/ 26211 h 902418"/>
                <a:gd name="connsiteX20" fmla="*/ 551979 w 941438"/>
                <a:gd name="connsiteY20" fmla="*/ 47258 h 902418"/>
                <a:gd name="connsiteX21" fmla="*/ 697515 w 941438"/>
                <a:gd name="connsiteY21" fmla="*/ 196675 h 902418"/>
                <a:gd name="connsiteX0" fmla="*/ 622838 w 941438"/>
                <a:gd name="connsiteY0" fmla="*/ 448160 h 902418"/>
                <a:gd name="connsiteX1" fmla="*/ 601095 w 941438"/>
                <a:gd name="connsiteY1" fmla="*/ 554180 h 902418"/>
                <a:gd name="connsiteX2" fmla="*/ 499495 w 941438"/>
                <a:gd name="connsiteY2" fmla="*/ 461047 h 902418"/>
                <a:gd name="connsiteX3" fmla="*/ 567229 w 941438"/>
                <a:gd name="connsiteY3" fmla="*/ 359447 h 902418"/>
                <a:gd name="connsiteX4" fmla="*/ 724090 w 941438"/>
                <a:gd name="connsiteY4" fmla="*/ 357380 h 902418"/>
                <a:gd name="connsiteX5" fmla="*/ 766619 w 941438"/>
                <a:gd name="connsiteY5" fmla="*/ 412848 h 902418"/>
                <a:gd name="connsiteX6" fmla="*/ 713881 w 941438"/>
                <a:gd name="connsiteY6" fmla="*/ 552117 h 902418"/>
                <a:gd name="connsiteX7" fmla="*/ 655029 w 941438"/>
                <a:gd name="connsiteY7" fmla="*/ 619747 h 902418"/>
                <a:gd name="connsiteX8" fmla="*/ 432985 w 941438"/>
                <a:gd name="connsiteY8" fmla="*/ 580242 h 902418"/>
                <a:gd name="connsiteX9" fmla="*/ 391478 w 941438"/>
                <a:gd name="connsiteY9" fmla="*/ 445786 h 902418"/>
                <a:gd name="connsiteX10" fmla="*/ 530949 w 941438"/>
                <a:gd name="connsiteY10" fmla="*/ 237400 h 902418"/>
                <a:gd name="connsiteX11" fmla="*/ 721912 w 941438"/>
                <a:gd name="connsiteY11" fmla="*/ 286775 h 902418"/>
                <a:gd name="connsiteX12" fmla="*/ 861428 w 941438"/>
                <a:gd name="connsiteY12" fmla="*/ 427531 h 902418"/>
                <a:gd name="connsiteX13" fmla="*/ 941023 w 941438"/>
                <a:gd name="connsiteY13" fmla="*/ 635481 h 902418"/>
                <a:gd name="connsiteX14" fmla="*/ 828975 w 941438"/>
                <a:gd name="connsiteY14" fmla="*/ 813859 h 902418"/>
                <a:gd name="connsiteX15" fmla="*/ 507962 w 941438"/>
                <a:gd name="connsiteY15" fmla="*/ 901313 h 902418"/>
                <a:gd name="connsiteX16" fmla="*/ 160828 w 941438"/>
                <a:gd name="connsiteY16" fmla="*/ 757380 h 902418"/>
                <a:gd name="connsiteX17" fmla="*/ 918 w 941438"/>
                <a:gd name="connsiteY17" fmla="*/ 472941 h 902418"/>
                <a:gd name="connsiteX18" fmla="*/ 105912 w 941438"/>
                <a:gd name="connsiteY18" fmla="*/ 165642 h 902418"/>
                <a:gd name="connsiteX19" fmla="*/ 319838 w 941438"/>
                <a:gd name="connsiteY19" fmla="*/ 26211 h 902418"/>
                <a:gd name="connsiteX20" fmla="*/ 551979 w 941438"/>
                <a:gd name="connsiteY20" fmla="*/ 47258 h 902418"/>
                <a:gd name="connsiteX21" fmla="*/ 697515 w 941438"/>
                <a:gd name="connsiteY21" fmla="*/ 196675 h 902418"/>
                <a:gd name="connsiteX0" fmla="*/ 622838 w 941438"/>
                <a:gd name="connsiteY0" fmla="*/ 448160 h 902418"/>
                <a:gd name="connsiteX1" fmla="*/ 601095 w 941438"/>
                <a:gd name="connsiteY1" fmla="*/ 554180 h 902418"/>
                <a:gd name="connsiteX2" fmla="*/ 499495 w 941438"/>
                <a:gd name="connsiteY2" fmla="*/ 461047 h 902418"/>
                <a:gd name="connsiteX3" fmla="*/ 567229 w 941438"/>
                <a:gd name="connsiteY3" fmla="*/ 359447 h 902418"/>
                <a:gd name="connsiteX4" fmla="*/ 692090 w 941438"/>
                <a:gd name="connsiteY4" fmla="*/ 363218 h 902418"/>
                <a:gd name="connsiteX5" fmla="*/ 766619 w 941438"/>
                <a:gd name="connsiteY5" fmla="*/ 412848 h 902418"/>
                <a:gd name="connsiteX6" fmla="*/ 713881 w 941438"/>
                <a:gd name="connsiteY6" fmla="*/ 552117 h 902418"/>
                <a:gd name="connsiteX7" fmla="*/ 655029 w 941438"/>
                <a:gd name="connsiteY7" fmla="*/ 619747 h 902418"/>
                <a:gd name="connsiteX8" fmla="*/ 432985 w 941438"/>
                <a:gd name="connsiteY8" fmla="*/ 580242 h 902418"/>
                <a:gd name="connsiteX9" fmla="*/ 391478 w 941438"/>
                <a:gd name="connsiteY9" fmla="*/ 445786 h 902418"/>
                <a:gd name="connsiteX10" fmla="*/ 530949 w 941438"/>
                <a:gd name="connsiteY10" fmla="*/ 237400 h 902418"/>
                <a:gd name="connsiteX11" fmla="*/ 721912 w 941438"/>
                <a:gd name="connsiteY11" fmla="*/ 286775 h 902418"/>
                <a:gd name="connsiteX12" fmla="*/ 861428 w 941438"/>
                <a:gd name="connsiteY12" fmla="*/ 427531 h 902418"/>
                <a:gd name="connsiteX13" fmla="*/ 941023 w 941438"/>
                <a:gd name="connsiteY13" fmla="*/ 635481 h 902418"/>
                <a:gd name="connsiteX14" fmla="*/ 828975 w 941438"/>
                <a:gd name="connsiteY14" fmla="*/ 813859 h 902418"/>
                <a:gd name="connsiteX15" fmla="*/ 507962 w 941438"/>
                <a:gd name="connsiteY15" fmla="*/ 901313 h 902418"/>
                <a:gd name="connsiteX16" fmla="*/ 160828 w 941438"/>
                <a:gd name="connsiteY16" fmla="*/ 757380 h 902418"/>
                <a:gd name="connsiteX17" fmla="*/ 918 w 941438"/>
                <a:gd name="connsiteY17" fmla="*/ 472941 h 902418"/>
                <a:gd name="connsiteX18" fmla="*/ 105912 w 941438"/>
                <a:gd name="connsiteY18" fmla="*/ 165642 h 902418"/>
                <a:gd name="connsiteX19" fmla="*/ 319838 w 941438"/>
                <a:gd name="connsiteY19" fmla="*/ 26211 h 902418"/>
                <a:gd name="connsiteX20" fmla="*/ 551979 w 941438"/>
                <a:gd name="connsiteY20" fmla="*/ 47258 h 902418"/>
                <a:gd name="connsiteX21" fmla="*/ 697515 w 941438"/>
                <a:gd name="connsiteY21" fmla="*/ 196675 h 902418"/>
                <a:gd name="connsiteX0" fmla="*/ 622838 w 941438"/>
                <a:gd name="connsiteY0" fmla="*/ 448160 h 902418"/>
                <a:gd name="connsiteX1" fmla="*/ 601095 w 941438"/>
                <a:gd name="connsiteY1" fmla="*/ 554180 h 902418"/>
                <a:gd name="connsiteX2" fmla="*/ 499495 w 941438"/>
                <a:gd name="connsiteY2" fmla="*/ 461047 h 902418"/>
                <a:gd name="connsiteX3" fmla="*/ 567229 w 941438"/>
                <a:gd name="connsiteY3" fmla="*/ 359447 h 902418"/>
                <a:gd name="connsiteX4" fmla="*/ 692090 w 941438"/>
                <a:gd name="connsiteY4" fmla="*/ 363218 h 902418"/>
                <a:gd name="connsiteX5" fmla="*/ 735184 w 941438"/>
                <a:gd name="connsiteY5" fmla="*/ 423398 h 902418"/>
                <a:gd name="connsiteX6" fmla="*/ 713881 w 941438"/>
                <a:gd name="connsiteY6" fmla="*/ 552117 h 902418"/>
                <a:gd name="connsiteX7" fmla="*/ 655029 w 941438"/>
                <a:gd name="connsiteY7" fmla="*/ 619747 h 902418"/>
                <a:gd name="connsiteX8" fmla="*/ 432985 w 941438"/>
                <a:gd name="connsiteY8" fmla="*/ 580242 h 902418"/>
                <a:gd name="connsiteX9" fmla="*/ 391478 w 941438"/>
                <a:gd name="connsiteY9" fmla="*/ 445786 h 902418"/>
                <a:gd name="connsiteX10" fmla="*/ 530949 w 941438"/>
                <a:gd name="connsiteY10" fmla="*/ 237400 h 902418"/>
                <a:gd name="connsiteX11" fmla="*/ 721912 w 941438"/>
                <a:gd name="connsiteY11" fmla="*/ 286775 h 902418"/>
                <a:gd name="connsiteX12" fmla="*/ 861428 w 941438"/>
                <a:gd name="connsiteY12" fmla="*/ 427531 h 902418"/>
                <a:gd name="connsiteX13" fmla="*/ 941023 w 941438"/>
                <a:gd name="connsiteY13" fmla="*/ 635481 h 902418"/>
                <a:gd name="connsiteX14" fmla="*/ 828975 w 941438"/>
                <a:gd name="connsiteY14" fmla="*/ 813859 h 902418"/>
                <a:gd name="connsiteX15" fmla="*/ 507962 w 941438"/>
                <a:gd name="connsiteY15" fmla="*/ 901313 h 902418"/>
                <a:gd name="connsiteX16" fmla="*/ 160828 w 941438"/>
                <a:gd name="connsiteY16" fmla="*/ 757380 h 902418"/>
                <a:gd name="connsiteX17" fmla="*/ 918 w 941438"/>
                <a:gd name="connsiteY17" fmla="*/ 472941 h 902418"/>
                <a:gd name="connsiteX18" fmla="*/ 105912 w 941438"/>
                <a:gd name="connsiteY18" fmla="*/ 165642 h 902418"/>
                <a:gd name="connsiteX19" fmla="*/ 319838 w 941438"/>
                <a:gd name="connsiteY19" fmla="*/ 26211 h 902418"/>
                <a:gd name="connsiteX20" fmla="*/ 551979 w 941438"/>
                <a:gd name="connsiteY20" fmla="*/ 47258 h 902418"/>
                <a:gd name="connsiteX21" fmla="*/ 697515 w 941438"/>
                <a:gd name="connsiteY21" fmla="*/ 196675 h 902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1438" h="902418">
                  <a:moveTo>
                    <a:pt x="622838" y="448160"/>
                  </a:moveTo>
                  <a:cubicBezTo>
                    <a:pt x="608727" y="501077"/>
                    <a:pt x="621652" y="552032"/>
                    <a:pt x="601095" y="554180"/>
                  </a:cubicBezTo>
                  <a:cubicBezTo>
                    <a:pt x="580538" y="556328"/>
                    <a:pt x="505139" y="493502"/>
                    <a:pt x="499495" y="461047"/>
                  </a:cubicBezTo>
                  <a:cubicBezTo>
                    <a:pt x="493851" y="428592"/>
                    <a:pt x="535130" y="375752"/>
                    <a:pt x="567229" y="359447"/>
                  </a:cubicBezTo>
                  <a:cubicBezTo>
                    <a:pt x="599328" y="343142"/>
                    <a:pt x="664098" y="352560"/>
                    <a:pt x="692090" y="363218"/>
                  </a:cubicBezTo>
                  <a:cubicBezTo>
                    <a:pt x="720082" y="373876"/>
                    <a:pt x="731552" y="391915"/>
                    <a:pt x="735184" y="423398"/>
                  </a:cubicBezTo>
                  <a:cubicBezTo>
                    <a:pt x="738816" y="454881"/>
                    <a:pt x="727240" y="519392"/>
                    <a:pt x="713881" y="552117"/>
                  </a:cubicBezTo>
                  <a:cubicBezTo>
                    <a:pt x="700522" y="584842"/>
                    <a:pt x="701845" y="615060"/>
                    <a:pt x="655029" y="619747"/>
                  </a:cubicBezTo>
                  <a:cubicBezTo>
                    <a:pt x="608213" y="624434"/>
                    <a:pt x="476910" y="609235"/>
                    <a:pt x="432985" y="580242"/>
                  </a:cubicBezTo>
                  <a:cubicBezTo>
                    <a:pt x="389060" y="551249"/>
                    <a:pt x="375151" y="502926"/>
                    <a:pt x="391478" y="445786"/>
                  </a:cubicBezTo>
                  <a:cubicBezTo>
                    <a:pt x="407805" y="388646"/>
                    <a:pt x="475877" y="263902"/>
                    <a:pt x="530949" y="237400"/>
                  </a:cubicBezTo>
                  <a:cubicBezTo>
                    <a:pt x="586021" y="210898"/>
                    <a:pt x="666832" y="255087"/>
                    <a:pt x="721912" y="286775"/>
                  </a:cubicBezTo>
                  <a:cubicBezTo>
                    <a:pt x="776992" y="318463"/>
                    <a:pt x="824910" y="369413"/>
                    <a:pt x="861428" y="427531"/>
                  </a:cubicBezTo>
                  <a:cubicBezTo>
                    <a:pt x="897946" y="485649"/>
                    <a:pt x="946432" y="571093"/>
                    <a:pt x="941023" y="635481"/>
                  </a:cubicBezTo>
                  <a:cubicBezTo>
                    <a:pt x="935614" y="699869"/>
                    <a:pt x="901152" y="769554"/>
                    <a:pt x="828975" y="813859"/>
                  </a:cubicBezTo>
                  <a:cubicBezTo>
                    <a:pt x="756798" y="858164"/>
                    <a:pt x="619320" y="910726"/>
                    <a:pt x="507962" y="901313"/>
                  </a:cubicBezTo>
                  <a:cubicBezTo>
                    <a:pt x="396604" y="891900"/>
                    <a:pt x="245335" y="828775"/>
                    <a:pt x="160828" y="757380"/>
                  </a:cubicBezTo>
                  <a:cubicBezTo>
                    <a:pt x="76321" y="685985"/>
                    <a:pt x="10071" y="571564"/>
                    <a:pt x="918" y="472941"/>
                  </a:cubicBezTo>
                  <a:cubicBezTo>
                    <a:pt x="-8235" y="374318"/>
                    <a:pt x="52759" y="240097"/>
                    <a:pt x="105912" y="165642"/>
                  </a:cubicBezTo>
                  <a:cubicBezTo>
                    <a:pt x="159065" y="91187"/>
                    <a:pt x="245494" y="45942"/>
                    <a:pt x="319838" y="26211"/>
                  </a:cubicBezTo>
                  <a:cubicBezTo>
                    <a:pt x="394182" y="6480"/>
                    <a:pt x="444735" y="-30353"/>
                    <a:pt x="551979" y="47258"/>
                  </a:cubicBezTo>
                  <a:cubicBezTo>
                    <a:pt x="659223" y="124869"/>
                    <a:pt x="611894" y="62015"/>
                    <a:pt x="697515" y="196675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dk1"/>
                </a:solidFill>
              </a:endParaRPr>
            </a:p>
          </p:txBody>
        </p: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98D11766-5D46-43C0-B4DE-81AF88246167}"/>
                </a:ext>
              </a:extLst>
            </p:cNvPr>
            <p:cNvGrpSpPr/>
            <p:nvPr/>
          </p:nvGrpSpPr>
          <p:grpSpPr>
            <a:xfrm>
              <a:off x="4819956" y="903028"/>
              <a:ext cx="131593" cy="93501"/>
              <a:chOff x="4236956" y="2558468"/>
              <a:chExt cx="131593" cy="93501"/>
            </a:xfrm>
          </p:grpSpPr>
          <p:cxnSp>
            <p:nvCxnSpPr>
              <p:cNvPr id="83" name="Conector recto 82">
                <a:extLst>
                  <a:ext uri="{FF2B5EF4-FFF2-40B4-BE49-F238E27FC236}">
                    <a16:creationId xmlns:a16="http://schemas.microsoft.com/office/drawing/2014/main" id="{09CC01EB-91A9-4207-8FDB-4E052F5E6702}"/>
                  </a:ext>
                </a:extLst>
              </p:cNvPr>
              <p:cNvCxnSpPr>
                <a:cxnSpLocks/>
              </p:cNvCxnSpPr>
              <p:nvPr/>
            </p:nvCxnSpPr>
            <p:spPr>
              <a:xfrm rot="13732782">
                <a:off x="4299788" y="2583207"/>
                <a:ext cx="44450" cy="93073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3" name="Conector recto 92">
                <a:extLst>
                  <a:ext uri="{FF2B5EF4-FFF2-40B4-BE49-F238E27FC236}">
                    <a16:creationId xmlns:a16="http://schemas.microsoft.com/office/drawing/2014/main" id="{77305A39-4C1E-4BE3-BD8D-1EF2231FC0B9}"/>
                  </a:ext>
                </a:extLst>
              </p:cNvPr>
              <p:cNvCxnSpPr>
                <a:cxnSpLocks/>
              </p:cNvCxnSpPr>
              <p:nvPr/>
            </p:nvCxnSpPr>
            <p:spPr>
              <a:xfrm rot="13732782" flipV="1">
                <a:off x="4256342" y="2539082"/>
                <a:ext cx="54302" cy="93073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97" name="Grupo 96">
              <a:extLst>
                <a:ext uri="{FF2B5EF4-FFF2-40B4-BE49-F238E27FC236}">
                  <a16:creationId xmlns:a16="http://schemas.microsoft.com/office/drawing/2014/main" id="{7DAD015C-35DD-47E2-9413-4C07F753AECC}"/>
                </a:ext>
              </a:extLst>
            </p:cNvPr>
            <p:cNvGrpSpPr/>
            <p:nvPr/>
          </p:nvGrpSpPr>
          <p:grpSpPr>
            <a:xfrm rot="5564940">
              <a:off x="5785291" y="1058371"/>
              <a:ext cx="131593" cy="93501"/>
              <a:chOff x="4236956" y="2558468"/>
              <a:chExt cx="131593" cy="93501"/>
            </a:xfrm>
          </p:grpSpPr>
          <p:cxnSp>
            <p:nvCxnSpPr>
              <p:cNvPr id="98" name="Conector recto 97">
                <a:extLst>
                  <a:ext uri="{FF2B5EF4-FFF2-40B4-BE49-F238E27FC236}">
                    <a16:creationId xmlns:a16="http://schemas.microsoft.com/office/drawing/2014/main" id="{2FD841E3-F5CC-4416-89E1-0CC1EE6A4FC1}"/>
                  </a:ext>
                </a:extLst>
              </p:cNvPr>
              <p:cNvCxnSpPr>
                <a:cxnSpLocks/>
              </p:cNvCxnSpPr>
              <p:nvPr/>
            </p:nvCxnSpPr>
            <p:spPr>
              <a:xfrm rot="13732782">
                <a:off x="4299788" y="2583207"/>
                <a:ext cx="44450" cy="93073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9" name="Conector recto 98">
                <a:extLst>
                  <a:ext uri="{FF2B5EF4-FFF2-40B4-BE49-F238E27FC236}">
                    <a16:creationId xmlns:a16="http://schemas.microsoft.com/office/drawing/2014/main" id="{5C671D0F-5C21-4A55-94D3-DFBA482E920B}"/>
                  </a:ext>
                </a:extLst>
              </p:cNvPr>
              <p:cNvCxnSpPr>
                <a:cxnSpLocks/>
              </p:cNvCxnSpPr>
              <p:nvPr/>
            </p:nvCxnSpPr>
            <p:spPr>
              <a:xfrm rot="13732782" flipV="1">
                <a:off x="4256342" y="2539082"/>
                <a:ext cx="54302" cy="93073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100" name="Grupo 99">
              <a:extLst>
                <a:ext uri="{FF2B5EF4-FFF2-40B4-BE49-F238E27FC236}">
                  <a16:creationId xmlns:a16="http://schemas.microsoft.com/office/drawing/2014/main" id="{A49477EF-D125-42FF-9B37-B66C6F1545CF}"/>
                </a:ext>
              </a:extLst>
            </p:cNvPr>
            <p:cNvGrpSpPr/>
            <p:nvPr/>
          </p:nvGrpSpPr>
          <p:grpSpPr>
            <a:xfrm rot="9129311">
              <a:off x="5559935" y="1421183"/>
              <a:ext cx="131593" cy="93501"/>
              <a:chOff x="4236956" y="2558468"/>
              <a:chExt cx="131593" cy="93501"/>
            </a:xfrm>
          </p:grpSpPr>
          <p:cxnSp>
            <p:nvCxnSpPr>
              <p:cNvPr id="101" name="Conector recto 100">
                <a:extLst>
                  <a:ext uri="{FF2B5EF4-FFF2-40B4-BE49-F238E27FC236}">
                    <a16:creationId xmlns:a16="http://schemas.microsoft.com/office/drawing/2014/main" id="{3A918E81-9601-4355-A947-B48AD5BE0B29}"/>
                  </a:ext>
                </a:extLst>
              </p:cNvPr>
              <p:cNvCxnSpPr>
                <a:cxnSpLocks/>
              </p:cNvCxnSpPr>
              <p:nvPr/>
            </p:nvCxnSpPr>
            <p:spPr>
              <a:xfrm rot="13732782">
                <a:off x="4299788" y="2583207"/>
                <a:ext cx="44450" cy="93073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03" name="Conector recto 102">
                <a:extLst>
                  <a:ext uri="{FF2B5EF4-FFF2-40B4-BE49-F238E27FC236}">
                    <a16:creationId xmlns:a16="http://schemas.microsoft.com/office/drawing/2014/main" id="{FBBD5608-F700-4740-9EB1-CA3006BD168D}"/>
                  </a:ext>
                </a:extLst>
              </p:cNvPr>
              <p:cNvCxnSpPr>
                <a:cxnSpLocks/>
              </p:cNvCxnSpPr>
              <p:nvPr/>
            </p:nvCxnSpPr>
            <p:spPr>
              <a:xfrm rot="13732782" flipV="1">
                <a:off x="4256342" y="2539082"/>
                <a:ext cx="54302" cy="93073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236D941-50C6-4484-ACD5-4AB80148FD3C}"/>
              </a:ext>
            </a:extLst>
          </p:cNvPr>
          <p:cNvGrpSpPr/>
          <p:nvPr/>
        </p:nvGrpSpPr>
        <p:grpSpPr>
          <a:xfrm>
            <a:off x="1942185" y="3271512"/>
            <a:ext cx="1386133" cy="1375030"/>
            <a:chOff x="4554893" y="3880130"/>
            <a:chExt cx="1386133" cy="1375030"/>
          </a:xfrm>
        </p:grpSpPr>
        <p:sp>
          <p:nvSpPr>
            <p:cNvPr id="107" name="Elipse 106">
              <a:extLst>
                <a:ext uri="{FF2B5EF4-FFF2-40B4-BE49-F238E27FC236}">
                  <a16:creationId xmlns:a16="http://schemas.microsoft.com/office/drawing/2014/main" id="{2FFFD9E0-E58F-4413-8079-1CD012A5397A}"/>
                </a:ext>
              </a:extLst>
            </p:cNvPr>
            <p:cNvSpPr/>
            <p:nvPr/>
          </p:nvSpPr>
          <p:spPr>
            <a:xfrm>
              <a:off x="4710635" y="4074494"/>
              <a:ext cx="1068719" cy="100347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dk1"/>
                </a:solidFill>
              </a:endParaRPr>
            </a:p>
          </p:txBody>
        </p:sp>
        <p:sp>
          <p:nvSpPr>
            <p:cNvPr id="108" name="Elipse 107">
              <a:extLst>
                <a:ext uri="{FF2B5EF4-FFF2-40B4-BE49-F238E27FC236}">
                  <a16:creationId xmlns:a16="http://schemas.microsoft.com/office/drawing/2014/main" id="{9A99B501-8E5B-4078-AE9F-E4AD31D10376}"/>
                </a:ext>
              </a:extLst>
            </p:cNvPr>
            <p:cNvSpPr/>
            <p:nvPr/>
          </p:nvSpPr>
          <p:spPr>
            <a:xfrm>
              <a:off x="5205260" y="4527000"/>
              <a:ext cx="79467" cy="79200"/>
            </a:xfrm>
            <a:prstGeom prst="ellipse">
              <a:avLst/>
            </a:prstGeom>
            <a:no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115" name="Conector recto 114">
              <a:extLst>
                <a:ext uri="{FF2B5EF4-FFF2-40B4-BE49-F238E27FC236}">
                  <a16:creationId xmlns:a16="http://schemas.microsoft.com/office/drawing/2014/main" id="{555AA341-FB15-47DE-8AB1-C00BC4B27976}"/>
                </a:ext>
              </a:extLst>
            </p:cNvPr>
            <p:cNvCxnSpPr>
              <a:cxnSpLocks/>
            </p:cNvCxnSpPr>
            <p:nvPr/>
          </p:nvCxnSpPr>
          <p:spPr>
            <a:xfrm>
              <a:off x="4554893" y="4566600"/>
              <a:ext cx="600892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16" name="Conector recto 115">
              <a:extLst>
                <a:ext uri="{FF2B5EF4-FFF2-40B4-BE49-F238E27FC236}">
                  <a16:creationId xmlns:a16="http://schemas.microsoft.com/office/drawing/2014/main" id="{D2071730-BB19-4B7C-B8E9-B0219C5F09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9826" y="4561200"/>
              <a:ext cx="6012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33" name="Conector recto 132">
              <a:extLst>
                <a:ext uri="{FF2B5EF4-FFF2-40B4-BE49-F238E27FC236}">
                  <a16:creationId xmlns:a16="http://schemas.microsoft.com/office/drawing/2014/main" id="{8AA5BCD9-10F5-4745-A533-65FF687CCE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4993" y="3880130"/>
              <a:ext cx="0" cy="60120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34" name="Conector recto 133">
              <a:extLst>
                <a:ext uri="{FF2B5EF4-FFF2-40B4-BE49-F238E27FC236}">
                  <a16:creationId xmlns:a16="http://schemas.microsoft.com/office/drawing/2014/main" id="{28FA5FE5-5757-4FB0-AF80-71E0C86ED379}"/>
                </a:ext>
              </a:extLst>
            </p:cNvPr>
            <p:cNvCxnSpPr>
              <a:cxnSpLocks/>
            </p:cNvCxnSpPr>
            <p:nvPr/>
          </p:nvCxnSpPr>
          <p:spPr>
            <a:xfrm>
              <a:off x="5249044" y="4653960"/>
              <a:ext cx="0" cy="60120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CEB48B33-722A-4CAB-968B-FCAE509AD216}"/>
                </a:ext>
              </a:extLst>
            </p:cNvPr>
            <p:cNvSpPr/>
            <p:nvPr/>
          </p:nvSpPr>
          <p:spPr>
            <a:xfrm>
              <a:off x="4563908" y="3969143"/>
              <a:ext cx="566442" cy="530029"/>
            </a:xfrm>
            <a:custGeom>
              <a:avLst/>
              <a:gdLst>
                <a:gd name="connsiteX0" fmla="*/ 0 w 558350"/>
                <a:gd name="connsiteY0" fmla="*/ 509799 h 513466"/>
                <a:gd name="connsiteX1" fmla="*/ 331773 w 558350"/>
                <a:gd name="connsiteY1" fmla="*/ 505753 h 513466"/>
                <a:gd name="connsiteX2" fmla="*/ 513844 w 558350"/>
                <a:gd name="connsiteY2" fmla="*/ 441016 h 513466"/>
                <a:gd name="connsiteX3" fmla="*/ 558350 w 558350"/>
                <a:gd name="connsiteY3" fmla="*/ 0 h 513466"/>
                <a:gd name="connsiteX0" fmla="*/ 0 w 558350"/>
                <a:gd name="connsiteY0" fmla="*/ 509799 h 515322"/>
                <a:gd name="connsiteX1" fmla="*/ 331773 w 558350"/>
                <a:gd name="connsiteY1" fmla="*/ 505753 h 515322"/>
                <a:gd name="connsiteX2" fmla="*/ 513844 w 558350"/>
                <a:gd name="connsiteY2" fmla="*/ 412694 h 515322"/>
                <a:gd name="connsiteX3" fmla="*/ 558350 w 558350"/>
                <a:gd name="connsiteY3" fmla="*/ 0 h 515322"/>
                <a:gd name="connsiteX0" fmla="*/ 0 w 558350"/>
                <a:gd name="connsiteY0" fmla="*/ 509799 h 517889"/>
                <a:gd name="connsiteX1" fmla="*/ 335819 w 558350"/>
                <a:gd name="connsiteY1" fmla="*/ 509799 h 517889"/>
                <a:gd name="connsiteX2" fmla="*/ 513844 w 558350"/>
                <a:gd name="connsiteY2" fmla="*/ 412694 h 517889"/>
                <a:gd name="connsiteX3" fmla="*/ 558350 w 558350"/>
                <a:gd name="connsiteY3" fmla="*/ 0 h 517889"/>
                <a:gd name="connsiteX0" fmla="*/ 0 w 558350"/>
                <a:gd name="connsiteY0" fmla="*/ 509799 h 528634"/>
                <a:gd name="connsiteX1" fmla="*/ 335819 w 558350"/>
                <a:gd name="connsiteY1" fmla="*/ 509799 h 528634"/>
                <a:gd name="connsiteX2" fmla="*/ 513844 w 558350"/>
                <a:gd name="connsiteY2" fmla="*/ 412694 h 528634"/>
                <a:gd name="connsiteX3" fmla="*/ 558350 w 558350"/>
                <a:gd name="connsiteY3" fmla="*/ 0 h 528634"/>
                <a:gd name="connsiteX0" fmla="*/ 0 w 558350"/>
                <a:gd name="connsiteY0" fmla="*/ 509799 h 523252"/>
                <a:gd name="connsiteX1" fmla="*/ 335819 w 558350"/>
                <a:gd name="connsiteY1" fmla="*/ 509799 h 523252"/>
                <a:gd name="connsiteX2" fmla="*/ 513844 w 558350"/>
                <a:gd name="connsiteY2" fmla="*/ 412694 h 523252"/>
                <a:gd name="connsiteX3" fmla="*/ 558350 w 558350"/>
                <a:gd name="connsiteY3" fmla="*/ 0 h 523252"/>
                <a:gd name="connsiteX0" fmla="*/ 0 w 558350"/>
                <a:gd name="connsiteY0" fmla="*/ 509799 h 517889"/>
                <a:gd name="connsiteX1" fmla="*/ 335819 w 558350"/>
                <a:gd name="connsiteY1" fmla="*/ 509799 h 517889"/>
                <a:gd name="connsiteX2" fmla="*/ 513844 w 558350"/>
                <a:gd name="connsiteY2" fmla="*/ 412694 h 517889"/>
                <a:gd name="connsiteX3" fmla="*/ 558350 w 558350"/>
                <a:gd name="connsiteY3" fmla="*/ 0 h 517889"/>
                <a:gd name="connsiteX0" fmla="*/ 0 w 558350"/>
                <a:gd name="connsiteY0" fmla="*/ 509799 h 524020"/>
                <a:gd name="connsiteX1" fmla="*/ 335819 w 558350"/>
                <a:gd name="connsiteY1" fmla="*/ 517891 h 524020"/>
                <a:gd name="connsiteX2" fmla="*/ 513844 w 558350"/>
                <a:gd name="connsiteY2" fmla="*/ 412694 h 524020"/>
                <a:gd name="connsiteX3" fmla="*/ 558350 w 558350"/>
                <a:gd name="connsiteY3" fmla="*/ 0 h 524020"/>
                <a:gd name="connsiteX0" fmla="*/ 0 w 558350"/>
                <a:gd name="connsiteY0" fmla="*/ 509799 h 524019"/>
                <a:gd name="connsiteX1" fmla="*/ 335819 w 558350"/>
                <a:gd name="connsiteY1" fmla="*/ 517891 h 524019"/>
                <a:gd name="connsiteX2" fmla="*/ 525982 w 558350"/>
                <a:gd name="connsiteY2" fmla="*/ 412694 h 524019"/>
                <a:gd name="connsiteX3" fmla="*/ 558350 w 558350"/>
                <a:gd name="connsiteY3" fmla="*/ 0 h 524019"/>
                <a:gd name="connsiteX0" fmla="*/ 0 w 566442"/>
                <a:gd name="connsiteY0" fmla="*/ 530029 h 530029"/>
                <a:gd name="connsiteX1" fmla="*/ 343911 w 566442"/>
                <a:gd name="connsiteY1" fmla="*/ 517891 h 530029"/>
                <a:gd name="connsiteX2" fmla="*/ 534074 w 566442"/>
                <a:gd name="connsiteY2" fmla="*/ 412694 h 530029"/>
                <a:gd name="connsiteX3" fmla="*/ 566442 w 566442"/>
                <a:gd name="connsiteY3" fmla="*/ 0 h 53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442" h="530029">
                  <a:moveTo>
                    <a:pt x="0" y="530029"/>
                  </a:moveTo>
                  <a:lnTo>
                    <a:pt x="343911" y="517891"/>
                  </a:lnTo>
                  <a:cubicBezTo>
                    <a:pt x="432923" y="498335"/>
                    <a:pt x="496311" y="496986"/>
                    <a:pt x="534074" y="412694"/>
                  </a:cubicBezTo>
                  <a:cubicBezTo>
                    <a:pt x="571837" y="328402"/>
                    <a:pt x="563070" y="178362"/>
                    <a:pt x="566442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5" name="Forma libre: forma 134">
              <a:extLst>
                <a:ext uri="{FF2B5EF4-FFF2-40B4-BE49-F238E27FC236}">
                  <a16:creationId xmlns:a16="http://schemas.microsoft.com/office/drawing/2014/main" id="{609D4E13-ACF7-4C21-AA64-4D87E99B1880}"/>
                </a:ext>
              </a:extLst>
            </p:cNvPr>
            <p:cNvSpPr/>
            <p:nvPr/>
          </p:nvSpPr>
          <p:spPr>
            <a:xfrm flipH="1">
              <a:off x="5369034" y="3969142"/>
              <a:ext cx="565763" cy="530029"/>
            </a:xfrm>
            <a:custGeom>
              <a:avLst/>
              <a:gdLst>
                <a:gd name="connsiteX0" fmla="*/ 0 w 558350"/>
                <a:gd name="connsiteY0" fmla="*/ 509799 h 513466"/>
                <a:gd name="connsiteX1" fmla="*/ 331773 w 558350"/>
                <a:gd name="connsiteY1" fmla="*/ 505753 h 513466"/>
                <a:gd name="connsiteX2" fmla="*/ 513844 w 558350"/>
                <a:gd name="connsiteY2" fmla="*/ 441016 h 513466"/>
                <a:gd name="connsiteX3" fmla="*/ 558350 w 558350"/>
                <a:gd name="connsiteY3" fmla="*/ 0 h 513466"/>
                <a:gd name="connsiteX0" fmla="*/ 0 w 558350"/>
                <a:gd name="connsiteY0" fmla="*/ 509799 h 515322"/>
                <a:gd name="connsiteX1" fmla="*/ 331773 w 558350"/>
                <a:gd name="connsiteY1" fmla="*/ 505753 h 515322"/>
                <a:gd name="connsiteX2" fmla="*/ 513844 w 558350"/>
                <a:gd name="connsiteY2" fmla="*/ 412694 h 515322"/>
                <a:gd name="connsiteX3" fmla="*/ 558350 w 558350"/>
                <a:gd name="connsiteY3" fmla="*/ 0 h 515322"/>
                <a:gd name="connsiteX0" fmla="*/ 0 w 558350"/>
                <a:gd name="connsiteY0" fmla="*/ 509799 h 517889"/>
                <a:gd name="connsiteX1" fmla="*/ 335819 w 558350"/>
                <a:gd name="connsiteY1" fmla="*/ 509799 h 517889"/>
                <a:gd name="connsiteX2" fmla="*/ 513844 w 558350"/>
                <a:gd name="connsiteY2" fmla="*/ 412694 h 517889"/>
                <a:gd name="connsiteX3" fmla="*/ 558350 w 558350"/>
                <a:gd name="connsiteY3" fmla="*/ 0 h 517889"/>
                <a:gd name="connsiteX0" fmla="*/ 0 w 558350"/>
                <a:gd name="connsiteY0" fmla="*/ 509799 h 528634"/>
                <a:gd name="connsiteX1" fmla="*/ 335819 w 558350"/>
                <a:gd name="connsiteY1" fmla="*/ 509799 h 528634"/>
                <a:gd name="connsiteX2" fmla="*/ 513844 w 558350"/>
                <a:gd name="connsiteY2" fmla="*/ 412694 h 528634"/>
                <a:gd name="connsiteX3" fmla="*/ 558350 w 558350"/>
                <a:gd name="connsiteY3" fmla="*/ 0 h 528634"/>
                <a:gd name="connsiteX0" fmla="*/ 0 w 558350"/>
                <a:gd name="connsiteY0" fmla="*/ 509799 h 523252"/>
                <a:gd name="connsiteX1" fmla="*/ 335819 w 558350"/>
                <a:gd name="connsiteY1" fmla="*/ 509799 h 523252"/>
                <a:gd name="connsiteX2" fmla="*/ 513844 w 558350"/>
                <a:gd name="connsiteY2" fmla="*/ 412694 h 523252"/>
                <a:gd name="connsiteX3" fmla="*/ 558350 w 558350"/>
                <a:gd name="connsiteY3" fmla="*/ 0 h 523252"/>
                <a:gd name="connsiteX0" fmla="*/ 0 w 558350"/>
                <a:gd name="connsiteY0" fmla="*/ 509799 h 517889"/>
                <a:gd name="connsiteX1" fmla="*/ 335819 w 558350"/>
                <a:gd name="connsiteY1" fmla="*/ 509799 h 517889"/>
                <a:gd name="connsiteX2" fmla="*/ 513844 w 558350"/>
                <a:gd name="connsiteY2" fmla="*/ 412694 h 517889"/>
                <a:gd name="connsiteX3" fmla="*/ 558350 w 558350"/>
                <a:gd name="connsiteY3" fmla="*/ 0 h 517889"/>
                <a:gd name="connsiteX0" fmla="*/ 0 w 558350"/>
                <a:gd name="connsiteY0" fmla="*/ 509799 h 524020"/>
                <a:gd name="connsiteX1" fmla="*/ 335819 w 558350"/>
                <a:gd name="connsiteY1" fmla="*/ 517891 h 524020"/>
                <a:gd name="connsiteX2" fmla="*/ 513844 w 558350"/>
                <a:gd name="connsiteY2" fmla="*/ 412694 h 524020"/>
                <a:gd name="connsiteX3" fmla="*/ 558350 w 558350"/>
                <a:gd name="connsiteY3" fmla="*/ 0 h 524020"/>
                <a:gd name="connsiteX0" fmla="*/ 0 w 558350"/>
                <a:gd name="connsiteY0" fmla="*/ 509799 h 524019"/>
                <a:gd name="connsiteX1" fmla="*/ 335819 w 558350"/>
                <a:gd name="connsiteY1" fmla="*/ 517891 h 524019"/>
                <a:gd name="connsiteX2" fmla="*/ 525982 w 558350"/>
                <a:gd name="connsiteY2" fmla="*/ 412694 h 524019"/>
                <a:gd name="connsiteX3" fmla="*/ 558350 w 558350"/>
                <a:gd name="connsiteY3" fmla="*/ 0 h 524019"/>
                <a:gd name="connsiteX0" fmla="*/ 0 w 566442"/>
                <a:gd name="connsiteY0" fmla="*/ 530029 h 530029"/>
                <a:gd name="connsiteX1" fmla="*/ 343911 w 566442"/>
                <a:gd name="connsiteY1" fmla="*/ 517891 h 530029"/>
                <a:gd name="connsiteX2" fmla="*/ 534074 w 566442"/>
                <a:gd name="connsiteY2" fmla="*/ 412694 h 530029"/>
                <a:gd name="connsiteX3" fmla="*/ 566442 w 566442"/>
                <a:gd name="connsiteY3" fmla="*/ 0 h 53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442" h="530029">
                  <a:moveTo>
                    <a:pt x="0" y="530029"/>
                  </a:moveTo>
                  <a:lnTo>
                    <a:pt x="343911" y="517891"/>
                  </a:lnTo>
                  <a:cubicBezTo>
                    <a:pt x="432923" y="498335"/>
                    <a:pt x="496311" y="496986"/>
                    <a:pt x="534074" y="412694"/>
                  </a:cubicBezTo>
                  <a:cubicBezTo>
                    <a:pt x="571837" y="328402"/>
                    <a:pt x="563070" y="178362"/>
                    <a:pt x="566442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6" name="Forma libre: forma 135">
              <a:extLst>
                <a:ext uri="{FF2B5EF4-FFF2-40B4-BE49-F238E27FC236}">
                  <a16:creationId xmlns:a16="http://schemas.microsoft.com/office/drawing/2014/main" id="{BEA40F50-BDD4-405E-81C9-CDAA405B673D}"/>
                </a:ext>
              </a:extLst>
            </p:cNvPr>
            <p:cNvSpPr/>
            <p:nvPr/>
          </p:nvSpPr>
          <p:spPr>
            <a:xfrm flipH="1" flipV="1">
              <a:off x="5369033" y="4623230"/>
              <a:ext cx="565763" cy="581592"/>
            </a:xfrm>
            <a:custGeom>
              <a:avLst/>
              <a:gdLst>
                <a:gd name="connsiteX0" fmla="*/ 0 w 558350"/>
                <a:gd name="connsiteY0" fmla="*/ 509799 h 513466"/>
                <a:gd name="connsiteX1" fmla="*/ 331773 w 558350"/>
                <a:gd name="connsiteY1" fmla="*/ 505753 h 513466"/>
                <a:gd name="connsiteX2" fmla="*/ 513844 w 558350"/>
                <a:gd name="connsiteY2" fmla="*/ 441016 h 513466"/>
                <a:gd name="connsiteX3" fmla="*/ 558350 w 558350"/>
                <a:gd name="connsiteY3" fmla="*/ 0 h 513466"/>
                <a:gd name="connsiteX0" fmla="*/ 0 w 558350"/>
                <a:gd name="connsiteY0" fmla="*/ 509799 h 515322"/>
                <a:gd name="connsiteX1" fmla="*/ 331773 w 558350"/>
                <a:gd name="connsiteY1" fmla="*/ 505753 h 515322"/>
                <a:gd name="connsiteX2" fmla="*/ 513844 w 558350"/>
                <a:gd name="connsiteY2" fmla="*/ 412694 h 515322"/>
                <a:gd name="connsiteX3" fmla="*/ 558350 w 558350"/>
                <a:gd name="connsiteY3" fmla="*/ 0 h 515322"/>
                <a:gd name="connsiteX0" fmla="*/ 0 w 558350"/>
                <a:gd name="connsiteY0" fmla="*/ 509799 h 517889"/>
                <a:gd name="connsiteX1" fmla="*/ 335819 w 558350"/>
                <a:gd name="connsiteY1" fmla="*/ 509799 h 517889"/>
                <a:gd name="connsiteX2" fmla="*/ 513844 w 558350"/>
                <a:gd name="connsiteY2" fmla="*/ 412694 h 517889"/>
                <a:gd name="connsiteX3" fmla="*/ 558350 w 558350"/>
                <a:gd name="connsiteY3" fmla="*/ 0 h 517889"/>
                <a:gd name="connsiteX0" fmla="*/ 0 w 558350"/>
                <a:gd name="connsiteY0" fmla="*/ 509799 h 528634"/>
                <a:gd name="connsiteX1" fmla="*/ 335819 w 558350"/>
                <a:gd name="connsiteY1" fmla="*/ 509799 h 528634"/>
                <a:gd name="connsiteX2" fmla="*/ 513844 w 558350"/>
                <a:gd name="connsiteY2" fmla="*/ 412694 h 528634"/>
                <a:gd name="connsiteX3" fmla="*/ 558350 w 558350"/>
                <a:gd name="connsiteY3" fmla="*/ 0 h 528634"/>
                <a:gd name="connsiteX0" fmla="*/ 0 w 558350"/>
                <a:gd name="connsiteY0" fmla="*/ 509799 h 523252"/>
                <a:gd name="connsiteX1" fmla="*/ 335819 w 558350"/>
                <a:gd name="connsiteY1" fmla="*/ 509799 h 523252"/>
                <a:gd name="connsiteX2" fmla="*/ 513844 w 558350"/>
                <a:gd name="connsiteY2" fmla="*/ 412694 h 523252"/>
                <a:gd name="connsiteX3" fmla="*/ 558350 w 558350"/>
                <a:gd name="connsiteY3" fmla="*/ 0 h 523252"/>
                <a:gd name="connsiteX0" fmla="*/ 0 w 558350"/>
                <a:gd name="connsiteY0" fmla="*/ 509799 h 517889"/>
                <a:gd name="connsiteX1" fmla="*/ 335819 w 558350"/>
                <a:gd name="connsiteY1" fmla="*/ 509799 h 517889"/>
                <a:gd name="connsiteX2" fmla="*/ 513844 w 558350"/>
                <a:gd name="connsiteY2" fmla="*/ 412694 h 517889"/>
                <a:gd name="connsiteX3" fmla="*/ 558350 w 558350"/>
                <a:gd name="connsiteY3" fmla="*/ 0 h 517889"/>
                <a:gd name="connsiteX0" fmla="*/ 0 w 558350"/>
                <a:gd name="connsiteY0" fmla="*/ 509799 h 524020"/>
                <a:gd name="connsiteX1" fmla="*/ 335819 w 558350"/>
                <a:gd name="connsiteY1" fmla="*/ 517891 h 524020"/>
                <a:gd name="connsiteX2" fmla="*/ 513844 w 558350"/>
                <a:gd name="connsiteY2" fmla="*/ 412694 h 524020"/>
                <a:gd name="connsiteX3" fmla="*/ 558350 w 558350"/>
                <a:gd name="connsiteY3" fmla="*/ 0 h 524020"/>
                <a:gd name="connsiteX0" fmla="*/ 0 w 558350"/>
                <a:gd name="connsiteY0" fmla="*/ 509799 h 524019"/>
                <a:gd name="connsiteX1" fmla="*/ 335819 w 558350"/>
                <a:gd name="connsiteY1" fmla="*/ 517891 h 524019"/>
                <a:gd name="connsiteX2" fmla="*/ 525982 w 558350"/>
                <a:gd name="connsiteY2" fmla="*/ 412694 h 524019"/>
                <a:gd name="connsiteX3" fmla="*/ 558350 w 558350"/>
                <a:gd name="connsiteY3" fmla="*/ 0 h 524019"/>
                <a:gd name="connsiteX0" fmla="*/ 0 w 566442"/>
                <a:gd name="connsiteY0" fmla="*/ 530029 h 530029"/>
                <a:gd name="connsiteX1" fmla="*/ 343911 w 566442"/>
                <a:gd name="connsiteY1" fmla="*/ 517891 h 530029"/>
                <a:gd name="connsiteX2" fmla="*/ 534074 w 566442"/>
                <a:gd name="connsiteY2" fmla="*/ 412694 h 530029"/>
                <a:gd name="connsiteX3" fmla="*/ 566442 w 566442"/>
                <a:gd name="connsiteY3" fmla="*/ 0 h 53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442" h="530029">
                  <a:moveTo>
                    <a:pt x="0" y="530029"/>
                  </a:moveTo>
                  <a:lnTo>
                    <a:pt x="343911" y="517891"/>
                  </a:lnTo>
                  <a:cubicBezTo>
                    <a:pt x="432923" y="498335"/>
                    <a:pt x="496311" y="496986"/>
                    <a:pt x="534074" y="412694"/>
                  </a:cubicBezTo>
                  <a:cubicBezTo>
                    <a:pt x="571837" y="328402"/>
                    <a:pt x="563070" y="178362"/>
                    <a:pt x="566442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8" name="Forma libre: forma 137">
              <a:extLst>
                <a:ext uri="{FF2B5EF4-FFF2-40B4-BE49-F238E27FC236}">
                  <a16:creationId xmlns:a16="http://schemas.microsoft.com/office/drawing/2014/main" id="{6DDDDAD0-02FF-4FC9-B2EB-80BE82D41772}"/>
                </a:ext>
              </a:extLst>
            </p:cNvPr>
            <p:cNvSpPr/>
            <p:nvPr/>
          </p:nvSpPr>
          <p:spPr>
            <a:xfrm flipV="1">
              <a:off x="4563909" y="4634029"/>
              <a:ext cx="534724" cy="581592"/>
            </a:xfrm>
            <a:custGeom>
              <a:avLst/>
              <a:gdLst>
                <a:gd name="connsiteX0" fmla="*/ 0 w 558350"/>
                <a:gd name="connsiteY0" fmla="*/ 509799 h 513466"/>
                <a:gd name="connsiteX1" fmla="*/ 331773 w 558350"/>
                <a:gd name="connsiteY1" fmla="*/ 505753 h 513466"/>
                <a:gd name="connsiteX2" fmla="*/ 513844 w 558350"/>
                <a:gd name="connsiteY2" fmla="*/ 441016 h 513466"/>
                <a:gd name="connsiteX3" fmla="*/ 558350 w 558350"/>
                <a:gd name="connsiteY3" fmla="*/ 0 h 513466"/>
                <a:gd name="connsiteX0" fmla="*/ 0 w 558350"/>
                <a:gd name="connsiteY0" fmla="*/ 509799 h 515322"/>
                <a:gd name="connsiteX1" fmla="*/ 331773 w 558350"/>
                <a:gd name="connsiteY1" fmla="*/ 505753 h 515322"/>
                <a:gd name="connsiteX2" fmla="*/ 513844 w 558350"/>
                <a:gd name="connsiteY2" fmla="*/ 412694 h 515322"/>
                <a:gd name="connsiteX3" fmla="*/ 558350 w 558350"/>
                <a:gd name="connsiteY3" fmla="*/ 0 h 515322"/>
                <a:gd name="connsiteX0" fmla="*/ 0 w 558350"/>
                <a:gd name="connsiteY0" fmla="*/ 509799 h 517889"/>
                <a:gd name="connsiteX1" fmla="*/ 335819 w 558350"/>
                <a:gd name="connsiteY1" fmla="*/ 509799 h 517889"/>
                <a:gd name="connsiteX2" fmla="*/ 513844 w 558350"/>
                <a:gd name="connsiteY2" fmla="*/ 412694 h 517889"/>
                <a:gd name="connsiteX3" fmla="*/ 558350 w 558350"/>
                <a:gd name="connsiteY3" fmla="*/ 0 h 517889"/>
                <a:gd name="connsiteX0" fmla="*/ 0 w 558350"/>
                <a:gd name="connsiteY0" fmla="*/ 509799 h 528634"/>
                <a:gd name="connsiteX1" fmla="*/ 335819 w 558350"/>
                <a:gd name="connsiteY1" fmla="*/ 509799 h 528634"/>
                <a:gd name="connsiteX2" fmla="*/ 513844 w 558350"/>
                <a:gd name="connsiteY2" fmla="*/ 412694 h 528634"/>
                <a:gd name="connsiteX3" fmla="*/ 558350 w 558350"/>
                <a:gd name="connsiteY3" fmla="*/ 0 h 528634"/>
                <a:gd name="connsiteX0" fmla="*/ 0 w 558350"/>
                <a:gd name="connsiteY0" fmla="*/ 509799 h 523252"/>
                <a:gd name="connsiteX1" fmla="*/ 335819 w 558350"/>
                <a:gd name="connsiteY1" fmla="*/ 509799 h 523252"/>
                <a:gd name="connsiteX2" fmla="*/ 513844 w 558350"/>
                <a:gd name="connsiteY2" fmla="*/ 412694 h 523252"/>
                <a:gd name="connsiteX3" fmla="*/ 558350 w 558350"/>
                <a:gd name="connsiteY3" fmla="*/ 0 h 523252"/>
                <a:gd name="connsiteX0" fmla="*/ 0 w 558350"/>
                <a:gd name="connsiteY0" fmla="*/ 509799 h 517889"/>
                <a:gd name="connsiteX1" fmla="*/ 335819 w 558350"/>
                <a:gd name="connsiteY1" fmla="*/ 509799 h 517889"/>
                <a:gd name="connsiteX2" fmla="*/ 513844 w 558350"/>
                <a:gd name="connsiteY2" fmla="*/ 412694 h 517889"/>
                <a:gd name="connsiteX3" fmla="*/ 558350 w 558350"/>
                <a:gd name="connsiteY3" fmla="*/ 0 h 517889"/>
                <a:gd name="connsiteX0" fmla="*/ 0 w 558350"/>
                <a:gd name="connsiteY0" fmla="*/ 509799 h 524020"/>
                <a:gd name="connsiteX1" fmla="*/ 335819 w 558350"/>
                <a:gd name="connsiteY1" fmla="*/ 517891 h 524020"/>
                <a:gd name="connsiteX2" fmla="*/ 513844 w 558350"/>
                <a:gd name="connsiteY2" fmla="*/ 412694 h 524020"/>
                <a:gd name="connsiteX3" fmla="*/ 558350 w 558350"/>
                <a:gd name="connsiteY3" fmla="*/ 0 h 524020"/>
                <a:gd name="connsiteX0" fmla="*/ 0 w 558350"/>
                <a:gd name="connsiteY0" fmla="*/ 509799 h 524019"/>
                <a:gd name="connsiteX1" fmla="*/ 335819 w 558350"/>
                <a:gd name="connsiteY1" fmla="*/ 517891 h 524019"/>
                <a:gd name="connsiteX2" fmla="*/ 525982 w 558350"/>
                <a:gd name="connsiteY2" fmla="*/ 412694 h 524019"/>
                <a:gd name="connsiteX3" fmla="*/ 558350 w 558350"/>
                <a:gd name="connsiteY3" fmla="*/ 0 h 524019"/>
                <a:gd name="connsiteX0" fmla="*/ 0 w 566442"/>
                <a:gd name="connsiteY0" fmla="*/ 530029 h 530029"/>
                <a:gd name="connsiteX1" fmla="*/ 343911 w 566442"/>
                <a:gd name="connsiteY1" fmla="*/ 517891 h 530029"/>
                <a:gd name="connsiteX2" fmla="*/ 534074 w 566442"/>
                <a:gd name="connsiteY2" fmla="*/ 412694 h 530029"/>
                <a:gd name="connsiteX3" fmla="*/ 566442 w 566442"/>
                <a:gd name="connsiteY3" fmla="*/ 0 h 53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6442" h="530029">
                  <a:moveTo>
                    <a:pt x="0" y="530029"/>
                  </a:moveTo>
                  <a:lnTo>
                    <a:pt x="343911" y="517891"/>
                  </a:lnTo>
                  <a:cubicBezTo>
                    <a:pt x="432923" y="498335"/>
                    <a:pt x="496311" y="496986"/>
                    <a:pt x="534074" y="412694"/>
                  </a:cubicBezTo>
                  <a:cubicBezTo>
                    <a:pt x="571837" y="328402"/>
                    <a:pt x="563070" y="178362"/>
                    <a:pt x="566442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10903EA5-B95B-497C-B14C-1AE58262A882}"/>
              </a:ext>
            </a:extLst>
          </p:cNvPr>
          <p:cNvGrpSpPr/>
          <p:nvPr/>
        </p:nvGrpSpPr>
        <p:grpSpPr>
          <a:xfrm>
            <a:off x="3321587" y="3271512"/>
            <a:ext cx="1760513" cy="1355099"/>
            <a:chOff x="5934295" y="3880130"/>
            <a:chExt cx="1760513" cy="1355099"/>
          </a:xfrm>
        </p:grpSpPr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2EB2E911-3ADB-4D1E-8916-037974683AA1}"/>
                </a:ext>
              </a:extLst>
            </p:cNvPr>
            <p:cNvSpPr/>
            <p:nvPr/>
          </p:nvSpPr>
          <p:spPr>
            <a:xfrm>
              <a:off x="6273979" y="4074494"/>
              <a:ext cx="1068719" cy="100347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dk1"/>
                </a:solidFill>
              </a:endParaRPr>
            </a:p>
          </p:txBody>
        </p:sp>
        <p:sp>
          <p:nvSpPr>
            <p:cNvPr id="110" name="Elipse 109">
              <a:extLst>
                <a:ext uri="{FF2B5EF4-FFF2-40B4-BE49-F238E27FC236}">
                  <a16:creationId xmlns:a16="http://schemas.microsoft.com/office/drawing/2014/main" id="{E842D432-2D5F-44DA-982C-9B73F85E9575}"/>
                </a:ext>
              </a:extLst>
            </p:cNvPr>
            <p:cNvSpPr/>
            <p:nvPr/>
          </p:nvSpPr>
          <p:spPr>
            <a:xfrm>
              <a:off x="6768604" y="4527000"/>
              <a:ext cx="79467" cy="79200"/>
            </a:xfrm>
            <a:prstGeom prst="ellipse">
              <a:avLst/>
            </a:prstGeom>
            <a:no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139" name="Conector recto 138">
              <a:extLst>
                <a:ext uri="{FF2B5EF4-FFF2-40B4-BE49-F238E27FC236}">
                  <a16:creationId xmlns:a16="http://schemas.microsoft.com/office/drawing/2014/main" id="{FB8F6C91-D030-419D-B22E-492D320866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4286" y="4569281"/>
              <a:ext cx="6012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41" name="Conector recto 140">
              <a:extLst>
                <a:ext uri="{FF2B5EF4-FFF2-40B4-BE49-F238E27FC236}">
                  <a16:creationId xmlns:a16="http://schemas.microsoft.com/office/drawing/2014/main" id="{F96C4296-124D-48B8-B9E9-78224C5C456C}"/>
                </a:ext>
              </a:extLst>
            </p:cNvPr>
            <p:cNvCxnSpPr>
              <a:cxnSpLocks/>
            </p:cNvCxnSpPr>
            <p:nvPr/>
          </p:nvCxnSpPr>
          <p:spPr>
            <a:xfrm>
              <a:off x="6808867" y="3880130"/>
              <a:ext cx="0" cy="60120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42" name="Conector recto 141">
              <a:extLst>
                <a:ext uri="{FF2B5EF4-FFF2-40B4-BE49-F238E27FC236}">
                  <a16:creationId xmlns:a16="http://schemas.microsoft.com/office/drawing/2014/main" id="{13E616A0-5E08-4931-926B-BA3A21A3D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8867" y="4634029"/>
              <a:ext cx="0" cy="60120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43" name="Conector recto 142">
              <a:extLst>
                <a:ext uri="{FF2B5EF4-FFF2-40B4-BE49-F238E27FC236}">
                  <a16:creationId xmlns:a16="http://schemas.microsoft.com/office/drawing/2014/main" id="{EADB76C2-546F-4A0D-83DC-76E187FDB849}"/>
                </a:ext>
              </a:extLst>
            </p:cNvPr>
            <p:cNvCxnSpPr>
              <a:cxnSpLocks/>
            </p:cNvCxnSpPr>
            <p:nvPr/>
          </p:nvCxnSpPr>
          <p:spPr>
            <a:xfrm>
              <a:off x="6129743" y="4569281"/>
              <a:ext cx="600892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31" name="Arco 30">
              <a:extLst>
                <a:ext uri="{FF2B5EF4-FFF2-40B4-BE49-F238E27FC236}">
                  <a16:creationId xmlns:a16="http://schemas.microsoft.com/office/drawing/2014/main" id="{94F6B8C9-DCD6-4060-918E-86D077C6F132}"/>
                </a:ext>
              </a:extLst>
            </p:cNvPr>
            <p:cNvSpPr/>
            <p:nvPr/>
          </p:nvSpPr>
          <p:spPr>
            <a:xfrm rot="20847751">
              <a:off x="5948443" y="4084035"/>
              <a:ext cx="708799" cy="668400"/>
            </a:xfrm>
            <a:prstGeom prst="arc">
              <a:avLst>
                <a:gd name="adj1" fmla="val 16200000"/>
                <a:gd name="adj2" fmla="val 437708"/>
              </a:avLst>
            </a:prstGeom>
            <a:noFill/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5" name="Arco 144">
              <a:extLst>
                <a:ext uri="{FF2B5EF4-FFF2-40B4-BE49-F238E27FC236}">
                  <a16:creationId xmlns:a16="http://schemas.microsoft.com/office/drawing/2014/main" id="{D8127806-E0A8-471F-A869-9E1F95441006}"/>
                </a:ext>
              </a:extLst>
            </p:cNvPr>
            <p:cNvSpPr/>
            <p:nvPr/>
          </p:nvSpPr>
          <p:spPr>
            <a:xfrm rot="172218" flipH="1">
              <a:off x="6983024" y="4032473"/>
              <a:ext cx="711784" cy="668400"/>
            </a:xfrm>
            <a:prstGeom prst="arc">
              <a:avLst>
                <a:gd name="adj1" fmla="val 16200000"/>
                <a:gd name="adj2" fmla="val 437708"/>
              </a:avLst>
            </a:prstGeom>
            <a:noFill/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6" name="Arco 145">
              <a:extLst>
                <a:ext uri="{FF2B5EF4-FFF2-40B4-BE49-F238E27FC236}">
                  <a16:creationId xmlns:a16="http://schemas.microsoft.com/office/drawing/2014/main" id="{C161AF94-5580-46AA-BA52-BD04333D4CB4}"/>
                </a:ext>
              </a:extLst>
            </p:cNvPr>
            <p:cNvSpPr/>
            <p:nvPr/>
          </p:nvSpPr>
          <p:spPr>
            <a:xfrm rot="10632383">
              <a:off x="6957214" y="4417863"/>
              <a:ext cx="708799" cy="668400"/>
            </a:xfrm>
            <a:prstGeom prst="arc">
              <a:avLst>
                <a:gd name="adj1" fmla="val 16200000"/>
                <a:gd name="adj2" fmla="val 437708"/>
              </a:avLst>
            </a:prstGeom>
            <a:noFill/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Arco 147">
              <a:extLst>
                <a:ext uri="{FF2B5EF4-FFF2-40B4-BE49-F238E27FC236}">
                  <a16:creationId xmlns:a16="http://schemas.microsoft.com/office/drawing/2014/main" id="{BE623136-C5C6-4982-845A-A480E67F122D}"/>
                </a:ext>
              </a:extLst>
            </p:cNvPr>
            <p:cNvSpPr/>
            <p:nvPr/>
          </p:nvSpPr>
          <p:spPr>
            <a:xfrm rot="10800000" flipH="1">
              <a:off x="5934295" y="4411727"/>
              <a:ext cx="711784" cy="668400"/>
            </a:xfrm>
            <a:prstGeom prst="arc">
              <a:avLst>
                <a:gd name="adj1" fmla="val 16200000"/>
                <a:gd name="adj2" fmla="val 437708"/>
              </a:avLst>
            </a:prstGeom>
            <a:noFill/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C0C80835-35AA-406B-8727-80F5CCD29913}"/>
              </a:ext>
            </a:extLst>
          </p:cNvPr>
          <p:cNvGrpSpPr/>
          <p:nvPr/>
        </p:nvGrpSpPr>
        <p:grpSpPr>
          <a:xfrm>
            <a:off x="442467" y="3153214"/>
            <a:ext cx="1432617" cy="1591351"/>
            <a:chOff x="3055175" y="3761832"/>
            <a:chExt cx="1432617" cy="1591351"/>
          </a:xfrm>
        </p:grpSpPr>
        <p:sp>
          <p:nvSpPr>
            <p:cNvPr id="104" name="Elipse 103">
              <a:extLst>
                <a:ext uri="{FF2B5EF4-FFF2-40B4-BE49-F238E27FC236}">
                  <a16:creationId xmlns:a16="http://schemas.microsoft.com/office/drawing/2014/main" id="{84D04FF7-FC6F-413C-9F53-3D087805FB77}"/>
                </a:ext>
              </a:extLst>
            </p:cNvPr>
            <p:cNvSpPr/>
            <p:nvPr/>
          </p:nvSpPr>
          <p:spPr>
            <a:xfrm>
              <a:off x="3238507" y="4074494"/>
              <a:ext cx="1068719" cy="100347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dk1"/>
                </a:solidFill>
              </a:endParaRPr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CFE95B39-FE2E-4584-A620-3DE627B299D7}"/>
                </a:ext>
              </a:extLst>
            </p:cNvPr>
            <p:cNvSpPr/>
            <p:nvPr/>
          </p:nvSpPr>
          <p:spPr>
            <a:xfrm>
              <a:off x="3733132" y="4527000"/>
              <a:ext cx="79467" cy="79200"/>
            </a:xfrm>
            <a:prstGeom prst="ellipse">
              <a:avLst/>
            </a:prstGeom>
            <a:no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149" name="Conector recto 148">
              <a:extLst>
                <a:ext uri="{FF2B5EF4-FFF2-40B4-BE49-F238E27FC236}">
                  <a16:creationId xmlns:a16="http://schemas.microsoft.com/office/drawing/2014/main" id="{B823D271-A0B6-450B-80A4-0CCF91E60C7B}"/>
                </a:ext>
              </a:extLst>
            </p:cNvPr>
            <p:cNvCxnSpPr>
              <a:cxnSpLocks/>
            </p:cNvCxnSpPr>
            <p:nvPr/>
          </p:nvCxnSpPr>
          <p:spPr>
            <a:xfrm>
              <a:off x="3886900" y="4565213"/>
              <a:ext cx="600892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0" name="Conector recto 149">
              <a:extLst>
                <a:ext uri="{FF2B5EF4-FFF2-40B4-BE49-F238E27FC236}">
                  <a16:creationId xmlns:a16="http://schemas.microsoft.com/office/drawing/2014/main" id="{AC37ECB7-6827-4B75-BFAC-B9AA02C112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55175" y="4561167"/>
              <a:ext cx="601200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1" name="Conector recto 150">
              <a:extLst>
                <a:ext uri="{FF2B5EF4-FFF2-40B4-BE49-F238E27FC236}">
                  <a16:creationId xmlns:a16="http://schemas.microsoft.com/office/drawing/2014/main" id="{60E96E44-568D-4E29-8FC8-5135AD608B45}"/>
                </a:ext>
              </a:extLst>
            </p:cNvPr>
            <p:cNvCxnSpPr>
              <a:cxnSpLocks/>
            </p:cNvCxnSpPr>
            <p:nvPr/>
          </p:nvCxnSpPr>
          <p:spPr>
            <a:xfrm>
              <a:off x="3772865" y="4651157"/>
              <a:ext cx="0" cy="60120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2" name="Conector recto 151">
              <a:extLst>
                <a:ext uri="{FF2B5EF4-FFF2-40B4-BE49-F238E27FC236}">
                  <a16:creationId xmlns:a16="http://schemas.microsoft.com/office/drawing/2014/main" id="{A967416E-8B5C-46D6-8F77-8AC6731887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72865" y="3864619"/>
              <a:ext cx="0" cy="60120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53" name="Arco 152">
              <a:extLst>
                <a:ext uri="{FF2B5EF4-FFF2-40B4-BE49-F238E27FC236}">
                  <a16:creationId xmlns:a16="http://schemas.microsoft.com/office/drawing/2014/main" id="{8608B1BF-1761-41DE-9CEA-F1E27F5B6B7B}"/>
                </a:ext>
              </a:extLst>
            </p:cNvPr>
            <p:cNvSpPr/>
            <p:nvPr/>
          </p:nvSpPr>
          <p:spPr>
            <a:xfrm rot="10800000" flipH="1">
              <a:off x="3519422" y="3761832"/>
              <a:ext cx="711784" cy="668400"/>
            </a:xfrm>
            <a:prstGeom prst="arc">
              <a:avLst>
                <a:gd name="adj1" fmla="val 16200000"/>
                <a:gd name="adj2" fmla="val 437708"/>
              </a:avLst>
            </a:prstGeom>
            <a:noFill/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54" name="Arco 153">
              <a:extLst>
                <a:ext uri="{FF2B5EF4-FFF2-40B4-BE49-F238E27FC236}">
                  <a16:creationId xmlns:a16="http://schemas.microsoft.com/office/drawing/2014/main" id="{B929A614-1E84-4DDE-A36B-16F029D1934A}"/>
                </a:ext>
              </a:extLst>
            </p:cNvPr>
            <p:cNvSpPr/>
            <p:nvPr/>
          </p:nvSpPr>
          <p:spPr>
            <a:xfrm rot="10800000">
              <a:off x="3301975" y="3761832"/>
              <a:ext cx="708799" cy="668400"/>
            </a:xfrm>
            <a:prstGeom prst="arc">
              <a:avLst>
                <a:gd name="adj1" fmla="val 16200000"/>
                <a:gd name="adj2" fmla="val 437708"/>
              </a:avLst>
            </a:prstGeom>
            <a:noFill/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55" name="Arco 154">
              <a:extLst>
                <a:ext uri="{FF2B5EF4-FFF2-40B4-BE49-F238E27FC236}">
                  <a16:creationId xmlns:a16="http://schemas.microsoft.com/office/drawing/2014/main" id="{D1DE639D-7C53-4331-933D-A23EA85321E2}"/>
                </a:ext>
              </a:extLst>
            </p:cNvPr>
            <p:cNvSpPr/>
            <p:nvPr/>
          </p:nvSpPr>
          <p:spPr>
            <a:xfrm rot="172218" flipH="1">
              <a:off x="3297146" y="4684783"/>
              <a:ext cx="711784" cy="668400"/>
            </a:xfrm>
            <a:prstGeom prst="arc">
              <a:avLst>
                <a:gd name="adj1" fmla="val 16200000"/>
                <a:gd name="adj2" fmla="val 437708"/>
              </a:avLst>
            </a:prstGeom>
            <a:noFill/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56" name="Arco 155">
              <a:extLst>
                <a:ext uri="{FF2B5EF4-FFF2-40B4-BE49-F238E27FC236}">
                  <a16:creationId xmlns:a16="http://schemas.microsoft.com/office/drawing/2014/main" id="{2971A771-C2B0-44F8-8F7A-7F2372FE77B9}"/>
                </a:ext>
              </a:extLst>
            </p:cNvPr>
            <p:cNvSpPr/>
            <p:nvPr/>
          </p:nvSpPr>
          <p:spPr>
            <a:xfrm>
              <a:off x="3536015" y="4675694"/>
              <a:ext cx="708799" cy="668400"/>
            </a:xfrm>
            <a:prstGeom prst="arc">
              <a:avLst>
                <a:gd name="adj1" fmla="val 16200000"/>
                <a:gd name="adj2" fmla="val 437708"/>
              </a:avLst>
            </a:prstGeom>
            <a:noFill/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2FF9A589-5838-20AC-7E73-4964D508FD00}"/>
              </a:ext>
            </a:extLst>
          </p:cNvPr>
          <p:cNvGrpSpPr/>
          <p:nvPr/>
        </p:nvGrpSpPr>
        <p:grpSpPr>
          <a:xfrm>
            <a:off x="6650036" y="414576"/>
            <a:ext cx="5469182" cy="4561759"/>
            <a:chOff x="6650036" y="414576"/>
            <a:chExt cx="5469182" cy="4561759"/>
          </a:xfrm>
        </p:grpSpPr>
        <p:sp>
          <p:nvSpPr>
            <p:cNvPr id="8" name="Arco 7">
              <a:extLst>
                <a:ext uri="{FF2B5EF4-FFF2-40B4-BE49-F238E27FC236}">
                  <a16:creationId xmlns:a16="http://schemas.microsoft.com/office/drawing/2014/main" id="{9124939A-EC07-27FC-4BD2-4FAD721C92D3}"/>
                </a:ext>
              </a:extLst>
            </p:cNvPr>
            <p:cNvSpPr/>
            <p:nvPr/>
          </p:nvSpPr>
          <p:spPr>
            <a:xfrm rot="5400000">
              <a:off x="6971351" y="458833"/>
              <a:ext cx="3051300" cy="2962786"/>
            </a:xfrm>
            <a:prstGeom prst="arc">
              <a:avLst>
                <a:gd name="adj1" fmla="val 16200000"/>
                <a:gd name="adj2" fmla="val 5598824"/>
              </a:avLst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dk1"/>
                </a:solidFill>
              </a:endParaRPr>
            </a:p>
          </p:txBody>
        </p: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0D668E23-1979-4620-9119-198E71E053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01469" y="1461195"/>
              <a:ext cx="0" cy="2012524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BDD38C22-A9DE-4069-BFA7-EE12339FCE40}"/>
                </a:ext>
              </a:extLst>
            </p:cNvPr>
            <p:cNvCxnSpPr>
              <a:cxnSpLocks/>
            </p:cNvCxnSpPr>
            <p:nvPr/>
          </p:nvCxnSpPr>
          <p:spPr>
            <a:xfrm>
              <a:off x="8501469" y="3465876"/>
              <a:ext cx="2749917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CuadroTexto 159">
                  <a:extLst>
                    <a:ext uri="{FF2B5EF4-FFF2-40B4-BE49-F238E27FC236}">
                      <a16:creationId xmlns:a16="http://schemas.microsoft.com/office/drawing/2014/main" id="{9C8B769F-760A-4E52-A642-C768DE737ED2}"/>
                    </a:ext>
                  </a:extLst>
                </p:cNvPr>
                <p:cNvSpPr txBox="1"/>
                <p:nvPr/>
              </p:nvSpPr>
              <p:spPr>
                <a:xfrm>
                  <a:off x="8182969" y="1125039"/>
                  <a:ext cx="14526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60" name="CuadroTexto 159">
                  <a:extLst>
                    <a:ext uri="{FF2B5EF4-FFF2-40B4-BE49-F238E27FC236}">
                      <a16:creationId xmlns:a16="http://schemas.microsoft.com/office/drawing/2014/main" id="{9C8B769F-760A-4E52-A642-C768DE737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2969" y="1125039"/>
                  <a:ext cx="1452643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CuadroTexto 160">
                  <a:extLst>
                    <a:ext uri="{FF2B5EF4-FFF2-40B4-BE49-F238E27FC236}">
                      <a16:creationId xmlns:a16="http://schemas.microsoft.com/office/drawing/2014/main" id="{3551609C-AE65-43AD-9B9F-D4FDF7B2ACC0}"/>
                    </a:ext>
                  </a:extLst>
                </p:cNvPr>
                <p:cNvSpPr txBox="1"/>
                <p:nvPr/>
              </p:nvSpPr>
              <p:spPr>
                <a:xfrm>
                  <a:off x="11251386" y="3305642"/>
                  <a:ext cx="59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61" name="CuadroTexto 160">
                  <a:extLst>
                    <a:ext uri="{FF2B5EF4-FFF2-40B4-BE49-F238E27FC236}">
                      <a16:creationId xmlns:a16="http://schemas.microsoft.com/office/drawing/2014/main" id="{3551609C-AE65-43AD-9B9F-D4FDF7B2AC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51386" y="3305642"/>
                  <a:ext cx="59208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55F28A9C-FAB8-4B50-8023-B415A334BB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6076" y="3473719"/>
              <a:ext cx="1555393" cy="1170020"/>
            </a:xfrm>
            <a:prstGeom prst="line">
              <a:avLst/>
            </a:prstGeom>
            <a:ln w="28575">
              <a:solidFill>
                <a:schemeClr val="tx1"/>
              </a:solidFill>
              <a:headEnd type="arrow"/>
              <a:tailEnd type="non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CuadroTexto 162">
                  <a:extLst>
                    <a:ext uri="{FF2B5EF4-FFF2-40B4-BE49-F238E27FC236}">
                      <a16:creationId xmlns:a16="http://schemas.microsoft.com/office/drawing/2014/main" id="{03D7A04A-376F-419C-AAB9-A64691040FDE}"/>
                    </a:ext>
                  </a:extLst>
                </p:cNvPr>
                <p:cNvSpPr txBox="1"/>
                <p:nvPr/>
              </p:nvSpPr>
              <p:spPr>
                <a:xfrm>
                  <a:off x="6650036" y="4607003"/>
                  <a:ext cx="592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63" name="CuadroTexto 162">
                  <a:extLst>
                    <a:ext uri="{FF2B5EF4-FFF2-40B4-BE49-F238E27FC236}">
                      <a16:creationId xmlns:a16="http://schemas.microsoft.com/office/drawing/2014/main" id="{03D7A04A-376F-419C-AAB9-A64691040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0036" y="4607003"/>
                  <a:ext cx="592080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Arco 8">
              <a:extLst>
                <a:ext uri="{FF2B5EF4-FFF2-40B4-BE49-F238E27FC236}">
                  <a16:creationId xmlns:a16="http://schemas.microsoft.com/office/drawing/2014/main" id="{5A20C54C-7228-96D2-F57A-F9178E62008D}"/>
                </a:ext>
              </a:extLst>
            </p:cNvPr>
            <p:cNvSpPr/>
            <p:nvPr/>
          </p:nvSpPr>
          <p:spPr>
            <a:xfrm rot="10800000">
              <a:off x="7030406" y="1660652"/>
              <a:ext cx="2964134" cy="471322"/>
            </a:xfrm>
            <a:prstGeom prst="arc">
              <a:avLst>
                <a:gd name="adj1" fmla="val 10845685"/>
                <a:gd name="adj2" fmla="val 0"/>
              </a:avLst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dk1"/>
                </a:solidFill>
              </a:endParaRPr>
            </a:p>
          </p:txBody>
        </p:sp>
        <p:sp>
          <p:nvSpPr>
            <p:cNvPr id="120" name="Arco 119">
              <a:extLst>
                <a:ext uri="{FF2B5EF4-FFF2-40B4-BE49-F238E27FC236}">
                  <a16:creationId xmlns:a16="http://schemas.microsoft.com/office/drawing/2014/main" id="{5CB42D6B-1FB6-0FE6-A04A-8393BBF8DB8B}"/>
                </a:ext>
              </a:extLst>
            </p:cNvPr>
            <p:cNvSpPr/>
            <p:nvPr/>
          </p:nvSpPr>
          <p:spPr>
            <a:xfrm rot="10800000">
              <a:off x="7068051" y="2141502"/>
              <a:ext cx="2848610" cy="447738"/>
            </a:xfrm>
            <a:prstGeom prst="arc">
              <a:avLst>
                <a:gd name="adj1" fmla="val 10927857"/>
                <a:gd name="adj2" fmla="val 21525193"/>
              </a:avLst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dk1"/>
                </a:solidFill>
              </a:endParaRPr>
            </a:p>
          </p:txBody>
        </p:sp>
        <p:sp>
          <p:nvSpPr>
            <p:cNvPr id="122" name="Arco 121">
              <a:extLst>
                <a:ext uri="{FF2B5EF4-FFF2-40B4-BE49-F238E27FC236}">
                  <a16:creationId xmlns:a16="http://schemas.microsoft.com/office/drawing/2014/main" id="{37B9DBEB-8C3B-8133-A24F-B70A032A636B}"/>
                </a:ext>
              </a:extLst>
            </p:cNvPr>
            <p:cNvSpPr/>
            <p:nvPr/>
          </p:nvSpPr>
          <p:spPr>
            <a:xfrm rot="10800000">
              <a:off x="7295834" y="2589240"/>
              <a:ext cx="2408604" cy="481787"/>
            </a:xfrm>
            <a:prstGeom prst="arc">
              <a:avLst>
                <a:gd name="adj1" fmla="val 10927857"/>
                <a:gd name="adj2" fmla="val 21525193"/>
              </a:avLst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dk1"/>
                </a:solidFill>
              </a:endParaRPr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82C04905-C5BF-416A-AB9F-3748E707A060}"/>
                </a:ext>
              </a:extLst>
            </p:cNvPr>
            <p:cNvSpPr/>
            <p:nvPr/>
          </p:nvSpPr>
          <p:spPr>
            <a:xfrm>
              <a:off x="7399085" y="2817572"/>
              <a:ext cx="1833572" cy="1263297"/>
            </a:xfrm>
            <a:custGeom>
              <a:avLst/>
              <a:gdLst>
                <a:gd name="connsiteX0" fmla="*/ 1109823 w 1828367"/>
                <a:gd name="connsiteY0" fmla="*/ 647561 h 1263455"/>
                <a:gd name="connsiteX1" fmla="*/ 1227811 w 1828367"/>
                <a:gd name="connsiteY1" fmla="*/ 578735 h 1263455"/>
                <a:gd name="connsiteX2" fmla="*/ 1011501 w 1828367"/>
                <a:gd name="connsiteY2" fmla="*/ 509909 h 1263455"/>
                <a:gd name="connsiteX3" fmla="*/ 903346 w 1828367"/>
                <a:gd name="connsiteY3" fmla="*/ 637729 h 1263455"/>
                <a:gd name="connsiteX4" fmla="*/ 1168817 w 1828367"/>
                <a:gd name="connsiteY4" fmla="*/ 824542 h 1263455"/>
                <a:gd name="connsiteX5" fmla="*/ 1385127 w 1828367"/>
                <a:gd name="connsiteY5" fmla="*/ 716387 h 1263455"/>
                <a:gd name="connsiteX6" fmla="*/ 1414623 w 1828367"/>
                <a:gd name="connsiteY6" fmla="*/ 460748 h 1263455"/>
                <a:gd name="connsiteX7" fmla="*/ 1040998 w 1828367"/>
                <a:gd name="connsiteY7" fmla="*/ 323097 h 1263455"/>
                <a:gd name="connsiteX8" fmla="*/ 706701 w 1828367"/>
                <a:gd name="connsiteY8" fmla="*/ 431251 h 1263455"/>
                <a:gd name="connsiteX9" fmla="*/ 667372 w 1828367"/>
                <a:gd name="connsiteY9" fmla="*/ 637729 h 1263455"/>
                <a:gd name="connsiteX10" fmla="*/ 1021333 w 1828367"/>
                <a:gd name="connsiteY10" fmla="*/ 1011355 h 1263455"/>
                <a:gd name="connsiteX11" fmla="*/ 1512946 w 1828367"/>
                <a:gd name="connsiteY11" fmla="*/ 893368 h 1263455"/>
                <a:gd name="connsiteX12" fmla="*/ 1827578 w 1828367"/>
                <a:gd name="connsiteY12" fmla="*/ 618064 h 1263455"/>
                <a:gd name="connsiteX13" fmla="*/ 1424456 w 1828367"/>
                <a:gd name="connsiteY13" fmla="*/ 175613 h 1263455"/>
                <a:gd name="connsiteX14" fmla="*/ 628043 w 1828367"/>
                <a:gd name="connsiteY14" fmla="*/ 8464 h 1263455"/>
                <a:gd name="connsiteX15" fmla="*/ 67604 w 1828367"/>
                <a:gd name="connsiteY15" fmla="*/ 411587 h 1263455"/>
                <a:gd name="connsiteX16" fmla="*/ 38107 w 1828367"/>
                <a:gd name="connsiteY16" fmla="*/ 1139174 h 1263455"/>
                <a:gd name="connsiteX17" fmla="*/ 323243 w 1828367"/>
                <a:gd name="connsiteY17" fmla="*/ 1257161 h 1263455"/>
                <a:gd name="connsiteX0" fmla="*/ 1115650 w 1834194"/>
                <a:gd name="connsiteY0" fmla="*/ 647561 h 1257644"/>
                <a:gd name="connsiteX1" fmla="*/ 1233638 w 1834194"/>
                <a:gd name="connsiteY1" fmla="*/ 578735 h 1257644"/>
                <a:gd name="connsiteX2" fmla="*/ 1017328 w 1834194"/>
                <a:gd name="connsiteY2" fmla="*/ 509909 h 1257644"/>
                <a:gd name="connsiteX3" fmla="*/ 909173 w 1834194"/>
                <a:gd name="connsiteY3" fmla="*/ 637729 h 1257644"/>
                <a:gd name="connsiteX4" fmla="*/ 1174644 w 1834194"/>
                <a:gd name="connsiteY4" fmla="*/ 824542 h 1257644"/>
                <a:gd name="connsiteX5" fmla="*/ 1390954 w 1834194"/>
                <a:gd name="connsiteY5" fmla="*/ 716387 h 1257644"/>
                <a:gd name="connsiteX6" fmla="*/ 1420450 w 1834194"/>
                <a:gd name="connsiteY6" fmla="*/ 460748 h 1257644"/>
                <a:gd name="connsiteX7" fmla="*/ 1046825 w 1834194"/>
                <a:gd name="connsiteY7" fmla="*/ 323097 h 1257644"/>
                <a:gd name="connsiteX8" fmla="*/ 712528 w 1834194"/>
                <a:gd name="connsiteY8" fmla="*/ 431251 h 1257644"/>
                <a:gd name="connsiteX9" fmla="*/ 673199 w 1834194"/>
                <a:gd name="connsiteY9" fmla="*/ 637729 h 1257644"/>
                <a:gd name="connsiteX10" fmla="*/ 1027160 w 1834194"/>
                <a:gd name="connsiteY10" fmla="*/ 1011355 h 1257644"/>
                <a:gd name="connsiteX11" fmla="*/ 1518773 w 1834194"/>
                <a:gd name="connsiteY11" fmla="*/ 893368 h 1257644"/>
                <a:gd name="connsiteX12" fmla="*/ 1833405 w 1834194"/>
                <a:gd name="connsiteY12" fmla="*/ 618064 h 1257644"/>
                <a:gd name="connsiteX13" fmla="*/ 1430283 w 1834194"/>
                <a:gd name="connsiteY13" fmla="*/ 175613 h 1257644"/>
                <a:gd name="connsiteX14" fmla="*/ 633870 w 1834194"/>
                <a:gd name="connsiteY14" fmla="*/ 8464 h 1257644"/>
                <a:gd name="connsiteX15" fmla="*/ 73431 w 1834194"/>
                <a:gd name="connsiteY15" fmla="*/ 411587 h 1257644"/>
                <a:gd name="connsiteX16" fmla="*/ 34101 w 1834194"/>
                <a:gd name="connsiteY16" fmla="*/ 932696 h 1257644"/>
                <a:gd name="connsiteX17" fmla="*/ 329070 w 1834194"/>
                <a:gd name="connsiteY17" fmla="*/ 1257161 h 1257644"/>
                <a:gd name="connsiteX0" fmla="*/ 1115650 w 1833572"/>
                <a:gd name="connsiteY0" fmla="*/ 653214 h 1263297"/>
                <a:gd name="connsiteX1" fmla="*/ 1233638 w 1833572"/>
                <a:gd name="connsiteY1" fmla="*/ 584388 h 1263297"/>
                <a:gd name="connsiteX2" fmla="*/ 1017328 w 1833572"/>
                <a:gd name="connsiteY2" fmla="*/ 515562 h 1263297"/>
                <a:gd name="connsiteX3" fmla="*/ 909173 w 1833572"/>
                <a:gd name="connsiteY3" fmla="*/ 643382 h 1263297"/>
                <a:gd name="connsiteX4" fmla="*/ 1174644 w 1833572"/>
                <a:gd name="connsiteY4" fmla="*/ 830195 h 1263297"/>
                <a:gd name="connsiteX5" fmla="*/ 1390954 w 1833572"/>
                <a:gd name="connsiteY5" fmla="*/ 722040 h 1263297"/>
                <a:gd name="connsiteX6" fmla="*/ 1420450 w 1833572"/>
                <a:gd name="connsiteY6" fmla="*/ 466401 h 1263297"/>
                <a:gd name="connsiteX7" fmla="*/ 1046825 w 1833572"/>
                <a:gd name="connsiteY7" fmla="*/ 328750 h 1263297"/>
                <a:gd name="connsiteX8" fmla="*/ 712528 w 1833572"/>
                <a:gd name="connsiteY8" fmla="*/ 436904 h 1263297"/>
                <a:gd name="connsiteX9" fmla="*/ 673199 w 1833572"/>
                <a:gd name="connsiteY9" fmla="*/ 643382 h 1263297"/>
                <a:gd name="connsiteX10" fmla="*/ 1027160 w 1833572"/>
                <a:gd name="connsiteY10" fmla="*/ 1017008 h 1263297"/>
                <a:gd name="connsiteX11" fmla="*/ 1518773 w 1833572"/>
                <a:gd name="connsiteY11" fmla="*/ 899021 h 1263297"/>
                <a:gd name="connsiteX12" fmla="*/ 1833405 w 1833572"/>
                <a:gd name="connsiteY12" fmla="*/ 623717 h 1263297"/>
                <a:gd name="connsiteX13" fmla="*/ 1479444 w 1833572"/>
                <a:gd name="connsiteY13" fmla="*/ 141937 h 1263297"/>
                <a:gd name="connsiteX14" fmla="*/ 633870 w 1833572"/>
                <a:gd name="connsiteY14" fmla="*/ 14117 h 1263297"/>
                <a:gd name="connsiteX15" fmla="*/ 73431 w 1833572"/>
                <a:gd name="connsiteY15" fmla="*/ 417240 h 1263297"/>
                <a:gd name="connsiteX16" fmla="*/ 34101 w 1833572"/>
                <a:gd name="connsiteY16" fmla="*/ 938349 h 1263297"/>
                <a:gd name="connsiteX17" fmla="*/ 329070 w 1833572"/>
                <a:gd name="connsiteY17" fmla="*/ 1262814 h 1263297"/>
                <a:gd name="connsiteX0" fmla="*/ 1115650 w 1833572"/>
                <a:gd name="connsiteY0" fmla="*/ 653214 h 1263297"/>
                <a:gd name="connsiteX1" fmla="*/ 1233638 w 1833572"/>
                <a:gd name="connsiteY1" fmla="*/ 584388 h 1263297"/>
                <a:gd name="connsiteX2" fmla="*/ 1017328 w 1833572"/>
                <a:gd name="connsiteY2" fmla="*/ 515562 h 1263297"/>
                <a:gd name="connsiteX3" fmla="*/ 909173 w 1833572"/>
                <a:gd name="connsiteY3" fmla="*/ 702376 h 1263297"/>
                <a:gd name="connsiteX4" fmla="*/ 1174644 w 1833572"/>
                <a:gd name="connsiteY4" fmla="*/ 830195 h 1263297"/>
                <a:gd name="connsiteX5" fmla="*/ 1390954 w 1833572"/>
                <a:gd name="connsiteY5" fmla="*/ 722040 h 1263297"/>
                <a:gd name="connsiteX6" fmla="*/ 1420450 w 1833572"/>
                <a:gd name="connsiteY6" fmla="*/ 466401 h 1263297"/>
                <a:gd name="connsiteX7" fmla="*/ 1046825 w 1833572"/>
                <a:gd name="connsiteY7" fmla="*/ 328750 h 1263297"/>
                <a:gd name="connsiteX8" fmla="*/ 712528 w 1833572"/>
                <a:gd name="connsiteY8" fmla="*/ 436904 h 1263297"/>
                <a:gd name="connsiteX9" fmla="*/ 673199 w 1833572"/>
                <a:gd name="connsiteY9" fmla="*/ 643382 h 1263297"/>
                <a:gd name="connsiteX10" fmla="*/ 1027160 w 1833572"/>
                <a:gd name="connsiteY10" fmla="*/ 1017008 h 1263297"/>
                <a:gd name="connsiteX11" fmla="*/ 1518773 w 1833572"/>
                <a:gd name="connsiteY11" fmla="*/ 899021 h 1263297"/>
                <a:gd name="connsiteX12" fmla="*/ 1833405 w 1833572"/>
                <a:gd name="connsiteY12" fmla="*/ 623717 h 1263297"/>
                <a:gd name="connsiteX13" fmla="*/ 1479444 w 1833572"/>
                <a:gd name="connsiteY13" fmla="*/ 141937 h 1263297"/>
                <a:gd name="connsiteX14" fmla="*/ 633870 w 1833572"/>
                <a:gd name="connsiteY14" fmla="*/ 14117 h 1263297"/>
                <a:gd name="connsiteX15" fmla="*/ 73431 w 1833572"/>
                <a:gd name="connsiteY15" fmla="*/ 417240 h 1263297"/>
                <a:gd name="connsiteX16" fmla="*/ 34101 w 1833572"/>
                <a:gd name="connsiteY16" fmla="*/ 938349 h 1263297"/>
                <a:gd name="connsiteX17" fmla="*/ 329070 w 1833572"/>
                <a:gd name="connsiteY17" fmla="*/ 1262814 h 1263297"/>
                <a:gd name="connsiteX0" fmla="*/ 1115650 w 1833572"/>
                <a:gd name="connsiteY0" fmla="*/ 653214 h 1263297"/>
                <a:gd name="connsiteX1" fmla="*/ 1243470 w 1833572"/>
                <a:gd name="connsiteY1" fmla="*/ 535227 h 1263297"/>
                <a:gd name="connsiteX2" fmla="*/ 1017328 w 1833572"/>
                <a:gd name="connsiteY2" fmla="*/ 515562 h 1263297"/>
                <a:gd name="connsiteX3" fmla="*/ 909173 w 1833572"/>
                <a:gd name="connsiteY3" fmla="*/ 702376 h 1263297"/>
                <a:gd name="connsiteX4" fmla="*/ 1174644 w 1833572"/>
                <a:gd name="connsiteY4" fmla="*/ 830195 h 1263297"/>
                <a:gd name="connsiteX5" fmla="*/ 1390954 w 1833572"/>
                <a:gd name="connsiteY5" fmla="*/ 722040 h 1263297"/>
                <a:gd name="connsiteX6" fmla="*/ 1420450 w 1833572"/>
                <a:gd name="connsiteY6" fmla="*/ 466401 h 1263297"/>
                <a:gd name="connsiteX7" fmla="*/ 1046825 w 1833572"/>
                <a:gd name="connsiteY7" fmla="*/ 328750 h 1263297"/>
                <a:gd name="connsiteX8" fmla="*/ 712528 w 1833572"/>
                <a:gd name="connsiteY8" fmla="*/ 436904 h 1263297"/>
                <a:gd name="connsiteX9" fmla="*/ 673199 w 1833572"/>
                <a:gd name="connsiteY9" fmla="*/ 643382 h 1263297"/>
                <a:gd name="connsiteX10" fmla="*/ 1027160 w 1833572"/>
                <a:gd name="connsiteY10" fmla="*/ 1017008 h 1263297"/>
                <a:gd name="connsiteX11" fmla="*/ 1518773 w 1833572"/>
                <a:gd name="connsiteY11" fmla="*/ 899021 h 1263297"/>
                <a:gd name="connsiteX12" fmla="*/ 1833405 w 1833572"/>
                <a:gd name="connsiteY12" fmla="*/ 623717 h 1263297"/>
                <a:gd name="connsiteX13" fmla="*/ 1479444 w 1833572"/>
                <a:gd name="connsiteY13" fmla="*/ 141937 h 1263297"/>
                <a:gd name="connsiteX14" fmla="*/ 633870 w 1833572"/>
                <a:gd name="connsiteY14" fmla="*/ 14117 h 1263297"/>
                <a:gd name="connsiteX15" fmla="*/ 73431 w 1833572"/>
                <a:gd name="connsiteY15" fmla="*/ 417240 h 1263297"/>
                <a:gd name="connsiteX16" fmla="*/ 34101 w 1833572"/>
                <a:gd name="connsiteY16" fmla="*/ 938349 h 1263297"/>
                <a:gd name="connsiteX17" fmla="*/ 329070 w 1833572"/>
                <a:gd name="connsiteY17" fmla="*/ 1262814 h 1263297"/>
                <a:gd name="connsiteX0" fmla="*/ 1115650 w 1833572"/>
                <a:gd name="connsiteY0" fmla="*/ 653214 h 1263297"/>
                <a:gd name="connsiteX1" fmla="*/ 1243470 w 1833572"/>
                <a:gd name="connsiteY1" fmla="*/ 535227 h 1263297"/>
                <a:gd name="connsiteX2" fmla="*/ 1017328 w 1833572"/>
                <a:gd name="connsiteY2" fmla="*/ 515562 h 1263297"/>
                <a:gd name="connsiteX3" fmla="*/ 909173 w 1833572"/>
                <a:gd name="connsiteY3" fmla="*/ 702376 h 1263297"/>
                <a:gd name="connsiteX4" fmla="*/ 1174644 w 1833572"/>
                <a:gd name="connsiteY4" fmla="*/ 830195 h 1263297"/>
                <a:gd name="connsiteX5" fmla="*/ 1390954 w 1833572"/>
                <a:gd name="connsiteY5" fmla="*/ 722040 h 1263297"/>
                <a:gd name="connsiteX6" fmla="*/ 1420450 w 1833572"/>
                <a:gd name="connsiteY6" fmla="*/ 466401 h 1263297"/>
                <a:gd name="connsiteX7" fmla="*/ 1046825 w 1833572"/>
                <a:gd name="connsiteY7" fmla="*/ 328750 h 1263297"/>
                <a:gd name="connsiteX8" fmla="*/ 712528 w 1833572"/>
                <a:gd name="connsiteY8" fmla="*/ 436904 h 1263297"/>
                <a:gd name="connsiteX9" fmla="*/ 614206 w 1833572"/>
                <a:gd name="connsiteY9" fmla="*/ 790865 h 1263297"/>
                <a:gd name="connsiteX10" fmla="*/ 1027160 w 1833572"/>
                <a:gd name="connsiteY10" fmla="*/ 1017008 h 1263297"/>
                <a:gd name="connsiteX11" fmla="*/ 1518773 w 1833572"/>
                <a:gd name="connsiteY11" fmla="*/ 899021 h 1263297"/>
                <a:gd name="connsiteX12" fmla="*/ 1833405 w 1833572"/>
                <a:gd name="connsiteY12" fmla="*/ 623717 h 1263297"/>
                <a:gd name="connsiteX13" fmla="*/ 1479444 w 1833572"/>
                <a:gd name="connsiteY13" fmla="*/ 141937 h 1263297"/>
                <a:gd name="connsiteX14" fmla="*/ 633870 w 1833572"/>
                <a:gd name="connsiteY14" fmla="*/ 14117 h 1263297"/>
                <a:gd name="connsiteX15" fmla="*/ 73431 w 1833572"/>
                <a:gd name="connsiteY15" fmla="*/ 417240 h 1263297"/>
                <a:gd name="connsiteX16" fmla="*/ 34101 w 1833572"/>
                <a:gd name="connsiteY16" fmla="*/ 938349 h 1263297"/>
                <a:gd name="connsiteX17" fmla="*/ 329070 w 1833572"/>
                <a:gd name="connsiteY17" fmla="*/ 1262814 h 1263297"/>
                <a:gd name="connsiteX0" fmla="*/ 1115650 w 1833572"/>
                <a:gd name="connsiteY0" fmla="*/ 653214 h 1263297"/>
                <a:gd name="connsiteX1" fmla="*/ 1243470 w 1833572"/>
                <a:gd name="connsiteY1" fmla="*/ 535227 h 1263297"/>
                <a:gd name="connsiteX2" fmla="*/ 1017328 w 1833572"/>
                <a:gd name="connsiteY2" fmla="*/ 515562 h 1263297"/>
                <a:gd name="connsiteX3" fmla="*/ 909173 w 1833572"/>
                <a:gd name="connsiteY3" fmla="*/ 702376 h 1263297"/>
                <a:gd name="connsiteX4" fmla="*/ 1174644 w 1833572"/>
                <a:gd name="connsiteY4" fmla="*/ 830195 h 1263297"/>
                <a:gd name="connsiteX5" fmla="*/ 1390954 w 1833572"/>
                <a:gd name="connsiteY5" fmla="*/ 722040 h 1263297"/>
                <a:gd name="connsiteX6" fmla="*/ 1420450 w 1833572"/>
                <a:gd name="connsiteY6" fmla="*/ 466401 h 1263297"/>
                <a:gd name="connsiteX7" fmla="*/ 1046825 w 1833572"/>
                <a:gd name="connsiteY7" fmla="*/ 328750 h 1263297"/>
                <a:gd name="connsiteX8" fmla="*/ 712528 w 1833572"/>
                <a:gd name="connsiteY8" fmla="*/ 436904 h 1263297"/>
                <a:gd name="connsiteX9" fmla="*/ 614206 w 1833572"/>
                <a:gd name="connsiteY9" fmla="*/ 790865 h 1263297"/>
                <a:gd name="connsiteX10" fmla="*/ 1027160 w 1833572"/>
                <a:gd name="connsiteY10" fmla="*/ 977679 h 1263297"/>
                <a:gd name="connsiteX11" fmla="*/ 1518773 w 1833572"/>
                <a:gd name="connsiteY11" fmla="*/ 899021 h 1263297"/>
                <a:gd name="connsiteX12" fmla="*/ 1833405 w 1833572"/>
                <a:gd name="connsiteY12" fmla="*/ 623717 h 1263297"/>
                <a:gd name="connsiteX13" fmla="*/ 1479444 w 1833572"/>
                <a:gd name="connsiteY13" fmla="*/ 141937 h 1263297"/>
                <a:gd name="connsiteX14" fmla="*/ 633870 w 1833572"/>
                <a:gd name="connsiteY14" fmla="*/ 14117 h 1263297"/>
                <a:gd name="connsiteX15" fmla="*/ 73431 w 1833572"/>
                <a:gd name="connsiteY15" fmla="*/ 417240 h 1263297"/>
                <a:gd name="connsiteX16" fmla="*/ 34101 w 1833572"/>
                <a:gd name="connsiteY16" fmla="*/ 938349 h 1263297"/>
                <a:gd name="connsiteX17" fmla="*/ 329070 w 1833572"/>
                <a:gd name="connsiteY17" fmla="*/ 1262814 h 1263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33572" h="1263297">
                  <a:moveTo>
                    <a:pt x="1115650" y="653214"/>
                  </a:moveTo>
                  <a:cubicBezTo>
                    <a:pt x="1182837" y="630272"/>
                    <a:pt x="1259857" y="558169"/>
                    <a:pt x="1243470" y="535227"/>
                  </a:cubicBezTo>
                  <a:cubicBezTo>
                    <a:pt x="1227083" y="512285"/>
                    <a:pt x="1073044" y="487704"/>
                    <a:pt x="1017328" y="515562"/>
                  </a:cubicBezTo>
                  <a:cubicBezTo>
                    <a:pt x="961612" y="543420"/>
                    <a:pt x="882954" y="649937"/>
                    <a:pt x="909173" y="702376"/>
                  </a:cubicBezTo>
                  <a:cubicBezTo>
                    <a:pt x="935392" y="754815"/>
                    <a:pt x="1094347" y="826918"/>
                    <a:pt x="1174644" y="830195"/>
                  </a:cubicBezTo>
                  <a:cubicBezTo>
                    <a:pt x="1254941" y="833472"/>
                    <a:pt x="1349986" y="782672"/>
                    <a:pt x="1390954" y="722040"/>
                  </a:cubicBezTo>
                  <a:cubicBezTo>
                    <a:pt x="1431922" y="661408"/>
                    <a:pt x="1477805" y="531949"/>
                    <a:pt x="1420450" y="466401"/>
                  </a:cubicBezTo>
                  <a:cubicBezTo>
                    <a:pt x="1363095" y="400853"/>
                    <a:pt x="1164812" y="333666"/>
                    <a:pt x="1046825" y="328750"/>
                  </a:cubicBezTo>
                  <a:cubicBezTo>
                    <a:pt x="928838" y="323834"/>
                    <a:pt x="784631" y="359885"/>
                    <a:pt x="712528" y="436904"/>
                  </a:cubicBezTo>
                  <a:cubicBezTo>
                    <a:pt x="640425" y="513923"/>
                    <a:pt x="561767" y="700736"/>
                    <a:pt x="614206" y="790865"/>
                  </a:cubicBezTo>
                  <a:cubicBezTo>
                    <a:pt x="666645" y="880994"/>
                    <a:pt x="876399" y="959653"/>
                    <a:pt x="1027160" y="977679"/>
                  </a:cubicBezTo>
                  <a:cubicBezTo>
                    <a:pt x="1177921" y="995705"/>
                    <a:pt x="1384399" y="958015"/>
                    <a:pt x="1518773" y="899021"/>
                  </a:cubicBezTo>
                  <a:cubicBezTo>
                    <a:pt x="1653147" y="840027"/>
                    <a:pt x="1839960" y="749898"/>
                    <a:pt x="1833405" y="623717"/>
                  </a:cubicBezTo>
                  <a:cubicBezTo>
                    <a:pt x="1826850" y="497536"/>
                    <a:pt x="1679367" y="243537"/>
                    <a:pt x="1479444" y="141937"/>
                  </a:cubicBezTo>
                  <a:cubicBezTo>
                    <a:pt x="1279521" y="40337"/>
                    <a:pt x="868206" y="-31767"/>
                    <a:pt x="633870" y="14117"/>
                  </a:cubicBezTo>
                  <a:cubicBezTo>
                    <a:pt x="399534" y="60001"/>
                    <a:pt x="173392" y="263201"/>
                    <a:pt x="73431" y="417240"/>
                  </a:cubicBezTo>
                  <a:cubicBezTo>
                    <a:pt x="-26530" y="571279"/>
                    <a:pt x="-8505" y="797420"/>
                    <a:pt x="34101" y="938349"/>
                  </a:cubicBezTo>
                  <a:cubicBezTo>
                    <a:pt x="76707" y="1079278"/>
                    <a:pt x="207805" y="1274285"/>
                    <a:pt x="329070" y="1262814"/>
                  </a:cubicBezTo>
                </a:path>
              </a:pathLst>
            </a:custGeom>
            <a:noFill/>
            <a:ln w="28575">
              <a:solidFill>
                <a:srgbClr val="FF66FF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dk1"/>
                </a:solidFill>
              </a:endParaRPr>
            </a:p>
          </p:txBody>
        </p:sp>
        <p:sp>
          <p:nvSpPr>
            <p:cNvPr id="125" name="Elipse 124">
              <a:extLst>
                <a:ext uri="{FF2B5EF4-FFF2-40B4-BE49-F238E27FC236}">
                  <a16:creationId xmlns:a16="http://schemas.microsoft.com/office/drawing/2014/main" id="{7D26028B-B6E0-83DB-F9AD-E133C307A5FB}"/>
                </a:ext>
              </a:extLst>
            </p:cNvPr>
            <p:cNvSpPr/>
            <p:nvPr/>
          </p:nvSpPr>
          <p:spPr>
            <a:xfrm>
              <a:off x="7624705" y="2487555"/>
              <a:ext cx="100800" cy="10168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cxnSp>
          <p:nvCxnSpPr>
            <p:cNvPr id="126" name="Conector recto 125">
              <a:extLst>
                <a:ext uri="{FF2B5EF4-FFF2-40B4-BE49-F238E27FC236}">
                  <a16:creationId xmlns:a16="http://schemas.microsoft.com/office/drawing/2014/main" id="{652E5B4F-97A2-36EE-17F0-6A64F8FD844C}"/>
                </a:ext>
              </a:extLst>
            </p:cNvPr>
            <p:cNvCxnSpPr>
              <a:cxnSpLocks/>
              <a:stCxn id="10" idx="17"/>
            </p:cNvCxnSpPr>
            <p:nvPr/>
          </p:nvCxnSpPr>
          <p:spPr>
            <a:xfrm flipH="1" flipV="1">
              <a:off x="7683085" y="2589239"/>
              <a:ext cx="0" cy="1491147"/>
            </a:xfrm>
            <a:prstGeom prst="line">
              <a:avLst/>
            </a:prstGeom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29" name="Elipse 128">
              <a:extLst>
                <a:ext uri="{FF2B5EF4-FFF2-40B4-BE49-F238E27FC236}">
                  <a16:creationId xmlns:a16="http://schemas.microsoft.com/office/drawing/2014/main" id="{DFAF2F45-B129-03F9-847C-CF1B07D6C741}"/>
                </a:ext>
              </a:extLst>
            </p:cNvPr>
            <p:cNvSpPr/>
            <p:nvPr/>
          </p:nvSpPr>
          <p:spPr>
            <a:xfrm>
              <a:off x="7622972" y="4035625"/>
              <a:ext cx="100800" cy="10168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uadroTexto 129">
                  <a:extLst>
                    <a:ext uri="{FF2B5EF4-FFF2-40B4-BE49-F238E27FC236}">
                      <a16:creationId xmlns:a16="http://schemas.microsoft.com/office/drawing/2014/main" id="{2F897767-E4C7-3654-CC80-DD48F9625B95}"/>
                    </a:ext>
                  </a:extLst>
                </p:cNvPr>
                <p:cNvSpPr txBox="1"/>
                <p:nvPr/>
              </p:nvSpPr>
              <p:spPr>
                <a:xfrm>
                  <a:off x="7503729" y="4035362"/>
                  <a:ext cx="59208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CuadroTexto 129">
                  <a:extLst>
                    <a:ext uri="{FF2B5EF4-FFF2-40B4-BE49-F238E27FC236}">
                      <a16:creationId xmlns:a16="http://schemas.microsoft.com/office/drawing/2014/main" id="{2F897767-E4C7-3654-CC80-DD48F9625B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3729" y="4035362"/>
                  <a:ext cx="592080" cy="30777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CuadroTexto 130">
                  <a:extLst>
                    <a:ext uri="{FF2B5EF4-FFF2-40B4-BE49-F238E27FC236}">
                      <a16:creationId xmlns:a16="http://schemas.microsoft.com/office/drawing/2014/main" id="{29C732F6-CE06-3194-74E3-06D0E8F3C7F4}"/>
                    </a:ext>
                  </a:extLst>
                </p:cNvPr>
                <p:cNvSpPr txBox="1"/>
                <p:nvPr/>
              </p:nvSpPr>
              <p:spPr>
                <a:xfrm>
                  <a:off x="7295834" y="2177199"/>
                  <a:ext cx="107240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CuadroTexto 130">
                  <a:extLst>
                    <a:ext uri="{FF2B5EF4-FFF2-40B4-BE49-F238E27FC236}">
                      <a16:creationId xmlns:a16="http://schemas.microsoft.com/office/drawing/2014/main" id="{29C732F6-CE06-3194-74E3-06D0E8F3C7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834" y="2177199"/>
                  <a:ext cx="1072409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2" name="Elipse 131">
              <a:extLst>
                <a:ext uri="{FF2B5EF4-FFF2-40B4-BE49-F238E27FC236}">
                  <a16:creationId xmlns:a16="http://schemas.microsoft.com/office/drawing/2014/main" id="{2D20EC0B-F6D0-87B1-C3B3-989743F14523}"/>
                </a:ext>
              </a:extLst>
            </p:cNvPr>
            <p:cNvSpPr/>
            <p:nvPr/>
          </p:nvSpPr>
          <p:spPr>
            <a:xfrm>
              <a:off x="9101199" y="3544661"/>
              <a:ext cx="100800" cy="10168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37" name="Elipse 136">
              <a:extLst>
                <a:ext uri="{FF2B5EF4-FFF2-40B4-BE49-F238E27FC236}">
                  <a16:creationId xmlns:a16="http://schemas.microsoft.com/office/drawing/2014/main" id="{302234B1-FEFE-8502-B820-22CA1A8AF692}"/>
                </a:ext>
              </a:extLst>
            </p:cNvPr>
            <p:cNvSpPr/>
            <p:nvPr/>
          </p:nvSpPr>
          <p:spPr>
            <a:xfrm>
              <a:off x="8455717" y="3416931"/>
              <a:ext cx="100800" cy="10168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CuadroTexto 116">
                  <a:extLst>
                    <a:ext uri="{FF2B5EF4-FFF2-40B4-BE49-F238E27FC236}">
                      <a16:creationId xmlns:a16="http://schemas.microsoft.com/office/drawing/2014/main" id="{13CE2FA3-ECA5-E28A-9CEB-5756B2557660}"/>
                    </a:ext>
                  </a:extLst>
                </p:cNvPr>
                <p:cNvSpPr txBox="1"/>
                <p:nvPr/>
              </p:nvSpPr>
              <p:spPr>
                <a:xfrm>
                  <a:off x="8136095" y="3750952"/>
                  <a:ext cx="108442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117" name="CuadroTexto 116">
                  <a:extLst>
                    <a:ext uri="{FF2B5EF4-FFF2-40B4-BE49-F238E27FC236}">
                      <a16:creationId xmlns:a16="http://schemas.microsoft.com/office/drawing/2014/main" id="{13CE2FA3-ECA5-E28A-9CEB-5756B25576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36095" y="3750952"/>
                  <a:ext cx="1084423" cy="30777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82D33A4A-A09A-DE33-BC46-15BFA94B90DD}"/>
                </a:ext>
              </a:extLst>
            </p:cNvPr>
            <p:cNvCxnSpPr>
              <a:endCxn id="137" idx="5"/>
            </p:cNvCxnSpPr>
            <p:nvPr/>
          </p:nvCxnSpPr>
          <p:spPr>
            <a:xfrm flipH="1" flipV="1">
              <a:off x="8541755" y="3503724"/>
              <a:ext cx="40527" cy="368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Conector recto 139">
              <a:extLst>
                <a:ext uri="{FF2B5EF4-FFF2-40B4-BE49-F238E27FC236}">
                  <a16:creationId xmlns:a16="http://schemas.microsoft.com/office/drawing/2014/main" id="{545E73AE-1AA8-DFFC-944E-7141AF7C8C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1599" y="3014420"/>
              <a:ext cx="0" cy="607540"/>
            </a:xfrm>
            <a:prstGeom prst="line">
              <a:avLst/>
            </a:prstGeom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44" name="Elipse 143">
              <a:extLst>
                <a:ext uri="{FF2B5EF4-FFF2-40B4-BE49-F238E27FC236}">
                  <a16:creationId xmlns:a16="http://schemas.microsoft.com/office/drawing/2014/main" id="{5E9C3546-489B-D880-5030-77D9362800DA}"/>
                </a:ext>
              </a:extLst>
            </p:cNvPr>
            <p:cNvSpPr/>
            <p:nvPr/>
          </p:nvSpPr>
          <p:spPr>
            <a:xfrm>
              <a:off x="9101426" y="2969344"/>
              <a:ext cx="100800" cy="101684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CuadroTexto 146">
                  <a:extLst>
                    <a:ext uri="{FF2B5EF4-FFF2-40B4-BE49-F238E27FC236}">
                      <a16:creationId xmlns:a16="http://schemas.microsoft.com/office/drawing/2014/main" id="{493060CB-7C70-7E47-1528-F0F8431C7ACF}"/>
                    </a:ext>
                  </a:extLst>
                </p:cNvPr>
                <p:cNvSpPr txBox="1"/>
                <p:nvPr/>
              </p:nvSpPr>
              <p:spPr>
                <a:xfrm>
                  <a:off x="8953296" y="2624491"/>
                  <a:ext cx="175042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4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7" name="CuadroTexto 146">
                  <a:extLst>
                    <a:ext uri="{FF2B5EF4-FFF2-40B4-BE49-F238E27FC236}">
                      <a16:creationId xmlns:a16="http://schemas.microsoft.com/office/drawing/2014/main" id="{493060CB-7C70-7E47-1528-F0F8431C7A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3296" y="2624491"/>
                  <a:ext cx="1750424" cy="30777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CuadroTexto 199">
                  <a:extLst>
                    <a:ext uri="{FF2B5EF4-FFF2-40B4-BE49-F238E27FC236}">
                      <a16:creationId xmlns:a16="http://schemas.microsoft.com/office/drawing/2014/main" id="{1B163860-F2B5-BB76-A03A-DE0675A9D033}"/>
                    </a:ext>
                  </a:extLst>
                </p:cNvPr>
                <p:cNvSpPr txBox="1"/>
                <p:nvPr/>
              </p:nvSpPr>
              <p:spPr>
                <a:xfrm>
                  <a:off x="9013445" y="3505068"/>
                  <a:ext cx="59208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CuadroTexto 199">
                  <a:extLst>
                    <a:ext uri="{FF2B5EF4-FFF2-40B4-BE49-F238E27FC236}">
                      <a16:creationId xmlns:a16="http://schemas.microsoft.com/office/drawing/2014/main" id="{1B163860-F2B5-BB76-A03A-DE0675A9D0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13445" y="3505068"/>
                  <a:ext cx="592080" cy="30777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4EC3EE3C-D4CE-FD80-81C2-7CBF30E08955}"/>
                    </a:ext>
                  </a:extLst>
                </p:cNvPr>
                <p:cNvSpPr txBox="1"/>
                <p:nvPr/>
              </p:nvSpPr>
              <p:spPr>
                <a:xfrm>
                  <a:off x="10040292" y="1742424"/>
                  <a:ext cx="207892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CL" sz="1400" dirty="0">
                      <a:solidFill>
                        <a:schemeClr val="accent6"/>
                      </a:solidFill>
                    </a:rPr>
                    <a:t>constante</a:t>
                  </a:r>
                </a:p>
              </p:txBody>
            </p:sp>
          </mc:Choice>
          <mc:Fallback xmlns="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4EC3EE3C-D4CE-FD80-81C2-7CBF30E089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0292" y="1742424"/>
                  <a:ext cx="2078926" cy="307777"/>
                </a:xfrm>
                <a:prstGeom prst="rect">
                  <a:avLst/>
                </a:prstGeom>
                <a:blipFill>
                  <a:blip r:embed="rId20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07F4121C-E32B-1210-2A70-E1D74E294333}"/>
              </a:ext>
            </a:extLst>
          </p:cNvPr>
          <p:cNvGrpSpPr/>
          <p:nvPr/>
        </p:nvGrpSpPr>
        <p:grpSpPr>
          <a:xfrm>
            <a:off x="4179056" y="5057018"/>
            <a:ext cx="3609582" cy="1571045"/>
            <a:chOff x="4179056" y="5057018"/>
            <a:chExt cx="3609582" cy="1571045"/>
          </a:xfrm>
        </p:grpSpPr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88896E6E-5ED7-DB49-85B6-9ADA1CF01F23}"/>
                </a:ext>
              </a:extLst>
            </p:cNvPr>
            <p:cNvSpPr/>
            <p:nvPr/>
          </p:nvSpPr>
          <p:spPr>
            <a:xfrm>
              <a:off x="4179056" y="5208400"/>
              <a:ext cx="3163722" cy="1003472"/>
            </a:xfrm>
            <a:prstGeom prst="ellipse">
              <a:avLst/>
            </a:prstGeom>
            <a:noFill/>
            <a:ln w="28575">
              <a:solidFill>
                <a:srgbClr val="FF66FF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dk1"/>
                </a:solidFill>
              </a:endParaRPr>
            </a:p>
          </p:txBody>
        </p:sp>
        <p:sp>
          <p:nvSpPr>
            <p:cNvPr id="201" name="Elipse 200">
              <a:extLst>
                <a:ext uri="{FF2B5EF4-FFF2-40B4-BE49-F238E27FC236}">
                  <a16:creationId xmlns:a16="http://schemas.microsoft.com/office/drawing/2014/main" id="{6892085D-3076-CD13-C34C-906093094A54}"/>
                </a:ext>
              </a:extLst>
            </p:cNvPr>
            <p:cNvSpPr/>
            <p:nvPr/>
          </p:nvSpPr>
          <p:spPr>
            <a:xfrm>
              <a:off x="5710517" y="5635537"/>
              <a:ext cx="100800" cy="10168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CuadroTexto 201">
                  <a:extLst>
                    <a:ext uri="{FF2B5EF4-FFF2-40B4-BE49-F238E27FC236}">
                      <a16:creationId xmlns:a16="http://schemas.microsoft.com/office/drawing/2014/main" id="{22D8B37B-81D8-DCDA-E1C2-54614732F114}"/>
                    </a:ext>
                  </a:extLst>
                </p:cNvPr>
                <p:cNvSpPr txBox="1"/>
                <p:nvPr/>
              </p:nvSpPr>
              <p:spPr>
                <a:xfrm>
                  <a:off x="5372554" y="5643980"/>
                  <a:ext cx="108442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202" name="CuadroTexto 201">
                  <a:extLst>
                    <a:ext uri="{FF2B5EF4-FFF2-40B4-BE49-F238E27FC236}">
                      <a16:creationId xmlns:a16="http://schemas.microsoft.com/office/drawing/2014/main" id="{22D8B37B-81D8-DCDA-E1C2-54614732F1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2554" y="5643980"/>
                  <a:ext cx="1084423" cy="30777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Arco 25">
              <a:extLst>
                <a:ext uri="{FF2B5EF4-FFF2-40B4-BE49-F238E27FC236}">
                  <a16:creationId xmlns:a16="http://schemas.microsoft.com/office/drawing/2014/main" id="{8C8F937D-1132-7E3B-1992-31BCCEB69A80}"/>
                </a:ext>
              </a:extLst>
            </p:cNvPr>
            <p:cNvSpPr/>
            <p:nvPr/>
          </p:nvSpPr>
          <p:spPr>
            <a:xfrm rot="2056026">
              <a:off x="6007979" y="5566012"/>
              <a:ext cx="691099" cy="911610"/>
            </a:xfrm>
            <a:prstGeom prst="arc">
              <a:avLst>
                <a:gd name="adj1" fmla="val 16200000"/>
                <a:gd name="adj2" fmla="val 3401069"/>
              </a:avLst>
            </a:prstGeom>
            <a:ln w="12700">
              <a:headEnd type="arrow"/>
              <a:tailEnd type="non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CuadroTexto 202">
                  <a:extLst>
                    <a:ext uri="{FF2B5EF4-FFF2-40B4-BE49-F238E27FC236}">
                      <a16:creationId xmlns:a16="http://schemas.microsoft.com/office/drawing/2014/main" id="{507647E3-6A98-E33A-7BC8-E26FFECB7BF5}"/>
                    </a:ext>
                  </a:extLst>
                </p:cNvPr>
                <p:cNvSpPr txBox="1"/>
                <p:nvPr/>
              </p:nvSpPr>
              <p:spPr>
                <a:xfrm>
                  <a:off x="6639349" y="5057018"/>
                  <a:ext cx="108442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sz="1400" b="0" i="1" dirty="0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dirty="0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400" b="0" i="1" dirty="0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400" b="0" i="1" dirty="0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rgbClr val="FF66FF"/>
                    </a:solidFill>
                  </a:endParaRPr>
                </a:p>
              </p:txBody>
            </p:sp>
          </mc:Choice>
          <mc:Fallback xmlns="">
            <p:sp>
              <p:nvSpPr>
                <p:cNvPr id="203" name="CuadroTexto 202">
                  <a:extLst>
                    <a:ext uri="{FF2B5EF4-FFF2-40B4-BE49-F238E27FC236}">
                      <a16:creationId xmlns:a16="http://schemas.microsoft.com/office/drawing/2014/main" id="{507647E3-6A98-E33A-7BC8-E26FFECB7B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9349" y="5057018"/>
                  <a:ext cx="1084423" cy="30777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Conector recto de flecha 27">
              <a:extLst>
                <a:ext uri="{FF2B5EF4-FFF2-40B4-BE49-F238E27FC236}">
                  <a16:creationId xmlns:a16="http://schemas.microsoft.com/office/drawing/2014/main" id="{4988090C-36DF-6840-F9A8-BD44A9B26FE5}"/>
                </a:ext>
              </a:extLst>
            </p:cNvPr>
            <p:cNvCxnSpPr/>
            <p:nvPr/>
          </p:nvCxnSpPr>
          <p:spPr>
            <a:xfrm flipV="1">
              <a:off x="6704215" y="5635537"/>
              <a:ext cx="162098" cy="474318"/>
            </a:xfrm>
            <a:prstGeom prst="straightConnector1">
              <a:avLst/>
            </a:prstGeom>
            <a:ln w="12700">
              <a:solidFill>
                <a:schemeClr val="accent1"/>
              </a:solidFill>
              <a:headEnd type="none"/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4" name="Conector recto de flecha 203">
              <a:extLst>
                <a:ext uri="{FF2B5EF4-FFF2-40B4-BE49-F238E27FC236}">
                  <a16:creationId xmlns:a16="http://schemas.microsoft.com/office/drawing/2014/main" id="{18F2ED2B-D2F2-4E52-4914-B256E24E89A7}"/>
                </a:ext>
              </a:extLst>
            </p:cNvPr>
            <p:cNvCxnSpPr>
              <a:cxnSpLocks/>
            </p:cNvCxnSpPr>
            <p:nvPr/>
          </p:nvCxnSpPr>
          <p:spPr>
            <a:xfrm>
              <a:off x="6709754" y="6109855"/>
              <a:ext cx="233090" cy="344184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none"/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CuadroTexto 204">
                  <a:extLst>
                    <a:ext uri="{FF2B5EF4-FFF2-40B4-BE49-F238E27FC236}">
                      <a16:creationId xmlns:a16="http://schemas.microsoft.com/office/drawing/2014/main" id="{5C89D68D-D210-D026-A7AF-CF80084237C6}"/>
                    </a:ext>
                  </a:extLst>
                </p:cNvPr>
                <p:cNvSpPr txBox="1"/>
                <p:nvPr/>
              </p:nvSpPr>
              <p:spPr>
                <a:xfrm>
                  <a:off x="6577048" y="6320286"/>
                  <a:ext cx="108442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US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CuadroTexto 204">
                  <a:extLst>
                    <a:ext uri="{FF2B5EF4-FFF2-40B4-BE49-F238E27FC236}">
                      <a16:creationId xmlns:a16="http://schemas.microsoft.com/office/drawing/2014/main" id="{5C89D68D-D210-D026-A7AF-CF80084237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7048" y="6320286"/>
                  <a:ext cx="1084423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CuadroTexto 205">
                  <a:extLst>
                    <a:ext uri="{FF2B5EF4-FFF2-40B4-BE49-F238E27FC236}">
                      <a16:creationId xmlns:a16="http://schemas.microsoft.com/office/drawing/2014/main" id="{ED1C9EA9-C170-880D-0FC6-C910EBDB9AC9}"/>
                    </a:ext>
                  </a:extLst>
                </p:cNvPr>
                <p:cNvSpPr txBox="1"/>
                <p:nvPr/>
              </p:nvSpPr>
              <p:spPr>
                <a:xfrm>
                  <a:off x="6704215" y="5453073"/>
                  <a:ext cx="108442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4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̇"/>
                            <m:ctrlPr>
                              <a:rPr lang="en-US" sz="14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s-CL" sz="14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CuadroTexto 205">
                  <a:extLst>
                    <a:ext uri="{FF2B5EF4-FFF2-40B4-BE49-F238E27FC236}">
                      <a16:creationId xmlns:a16="http://schemas.microsoft.com/office/drawing/2014/main" id="{ED1C9EA9-C170-880D-0FC6-C910EBDB9A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4215" y="5453073"/>
                  <a:ext cx="1084423" cy="307777"/>
                </a:xfrm>
                <a:prstGeom prst="rect">
                  <a:avLst/>
                </a:prstGeom>
                <a:blipFill>
                  <a:blip r:embed="rId24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7" name="Elipse 206">
              <a:extLst>
                <a:ext uri="{FF2B5EF4-FFF2-40B4-BE49-F238E27FC236}">
                  <a16:creationId xmlns:a16="http://schemas.microsoft.com/office/drawing/2014/main" id="{3A825149-C2CA-CD9E-B2B8-9B6C0B421B26}"/>
                </a:ext>
              </a:extLst>
            </p:cNvPr>
            <p:cNvSpPr/>
            <p:nvPr/>
          </p:nvSpPr>
          <p:spPr>
            <a:xfrm>
              <a:off x="6684125" y="6082855"/>
              <a:ext cx="45719" cy="5084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</p:grpSp>
    </p:spTree>
    <p:extLst>
      <p:ext uri="{BB962C8B-B14F-4D97-AF65-F5344CB8AC3E}">
        <p14:creationId xmlns:p14="http://schemas.microsoft.com/office/powerpoint/2010/main" val="1447424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20FC7769-DFEA-D144-529B-BE4D16BB09EA}"/>
              </a:ext>
            </a:extLst>
          </p:cNvPr>
          <p:cNvGrpSpPr/>
          <p:nvPr/>
        </p:nvGrpSpPr>
        <p:grpSpPr>
          <a:xfrm>
            <a:off x="1345267" y="617123"/>
            <a:ext cx="7227261" cy="2425959"/>
            <a:chOff x="1453422" y="774440"/>
            <a:chExt cx="7227261" cy="2425959"/>
          </a:xfrm>
        </p:grpSpPr>
        <p:sp>
          <p:nvSpPr>
            <p:cNvPr id="4" name="Arco 3">
              <a:extLst>
                <a:ext uri="{FF2B5EF4-FFF2-40B4-BE49-F238E27FC236}">
                  <a16:creationId xmlns:a16="http://schemas.microsoft.com/office/drawing/2014/main" id="{E96C1498-C3E9-A310-1053-0DAFA164F2F8}"/>
                </a:ext>
              </a:extLst>
            </p:cNvPr>
            <p:cNvSpPr/>
            <p:nvPr/>
          </p:nvSpPr>
          <p:spPr>
            <a:xfrm rot="16200000">
              <a:off x="3256384" y="1073020"/>
              <a:ext cx="2425959" cy="1828800"/>
            </a:xfrm>
            <a:prstGeom prst="arc">
              <a:avLst>
                <a:gd name="adj1" fmla="val 16200000"/>
                <a:gd name="adj2" fmla="val 5438302"/>
              </a:avLst>
            </a:prstGeom>
            <a:noFill/>
            <a:ln w="28575">
              <a:solidFill>
                <a:schemeClr val="tx1"/>
              </a:solidFill>
              <a:tailEnd type="non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dk1"/>
                </a:solidFill>
              </a:endParaRPr>
            </a:p>
          </p:txBody>
        </p:sp>
        <p:sp>
          <p:nvSpPr>
            <p:cNvPr id="5" name="Arco 4">
              <a:extLst>
                <a:ext uri="{FF2B5EF4-FFF2-40B4-BE49-F238E27FC236}">
                  <a16:creationId xmlns:a16="http://schemas.microsoft.com/office/drawing/2014/main" id="{B24EE071-01D1-408B-B041-19B6CDCA0FC7}"/>
                </a:ext>
              </a:extLst>
            </p:cNvPr>
            <p:cNvSpPr/>
            <p:nvPr/>
          </p:nvSpPr>
          <p:spPr>
            <a:xfrm rot="16200000" flipH="1">
              <a:off x="4065035" y="1073020"/>
              <a:ext cx="808656" cy="1828800"/>
            </a:xfrm>
            <a:prstGeom prst="arc">
              <a:avLst>
                <a:gd name="adj1" fmla="val 16200000"/>
                <a:gd name="adj2" fmla="val 5438302"/>
              </a:avLst>
            </a:prstGeom>
            <a:noFill/>
            <a:ln w="28575">
              <a:solidFill>
                <a:schemeClr val="tx1"/>
              </a:solidFill>
              <a:tailEnd type="non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dk1"/>
                </a:solidFill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3458CC4F-7067-DAFF-49D0-C1F003878745}"/>
                </a:ext>
              </a:extLst>
            </p:cNvPr>
            <p:cNvSpPr txBox="1"/>
            <p:nvPr/>
          </p:nvSpPr>
          <p:spPr>
            <a:xfrm>
              <a:off x="3783262" y="2391748"/>
              <a:ext cx="137220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Reactor nuclear</a:t>
              </a:r>
              <a:endParaRPr lang="es-CL" sz="1600" dirty="0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772BC3C-0E80-6AFC-F821-C13A5BA502B1}"/>
                </a:ext>
              </a:extLst>
            </p:cNvPr>
            <p:cNvSpPr txBox="1"/>
            <p:nvPr/>
          </p:nvSpPr>
          <p:spPr>
            <a:xfrm>
              <a:off x="3627953" y="1092681"/>
              <a:ext cx="16005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2"/>
                  </a:solidFill>
                </a:rPr>
                <a:t>T: </a:t>
              </a:r>
              <a:r>
                <a:rPr lang="en-US" sz="1400" dirty="0" err="1">
                  <a:solidFill>
                    <a:schemeClr val="accent2"/>
                  </a:solidFill>
                </a:rPr>
                <a:t>temperatura</a:t>
              </a:r>
              <a:r>
                <a:rPr lang="en-US" sz="1400" dirty="0">
                  <a:solidFill>
                    <a:schemeClr val="accent2"/>
                  </a:solidFill>
                </a:rPr>
                <a:t> barra</a:t>
              </a:r>
              <a:endParaRPr lang="es-CL" sz="1400" dirty="0">
                <a:solidFill>
                  <a:schemeClr val="accent2"/>
                </a:solidFill>
              </a:endParaRP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88446FAA-19E3-914C-CCA4-8FC53FE1442B}"/>
                </a:ext>
              </a:extLst>
            </p:cNvPr>
            <p:cNvSpPr/>
            <p:nvPr/>
          </p:nvSpPr>
          <p:spPr>
            <a:xfrm>
              <a:off x="4158445" y="1700436"/>
              <a:ext cx="78658" cy="472834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AC0C7BF3-87F7-708B-89BB-C0D64394BC1F}"/>
                </a:ext>
              </a:extLst>
            </p:cNvPr>
            <p:cNvSpPr/>
            <p:nvPr/>
          </p:nvSpPr>
          <p:spPr>
            <a:xfrm>
              <a:off x="4532071" y="1700436"/>
              <a:ext cx="78658" cy="472834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44F9C5F-6285-2E61-151A-C3E0522A49F0}"/>
                </a:ext>
              </a:extLst>
            </p:cNvPr>
            <p:cNvSpPr/>
            <p:nvPr/>
          </p:nvSpPr>
          <p:spPr>
            <a:xfrm>
              <a:off x="4726859" y="1588495"/>
              <a:ext cx="78658" cy="58477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FEC6560-63CC-A629-247D-04C81FDEDD8F}"/>
                </a:ext>
              </a:extLst>
            </p:cNvPr>
            <p:cNvSpPr/>
            <p:nvPr/>
          </p:nvSpPr>
          <p:spPr>
            <a:xfrm>
              <a:off x="4349546" y="1883853"/>
              <a:ext cx="78658" cy="289417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B9C69B1A-A41B-CE48-CA04-95086274CC95}"/>
                </a:ext>
              </a:extLst>
            </p:cNvPr>
            <p:cNvCxnSpPr>
              <a:stCxn id="8" idx="2"/>
              <a:endCxn id="10" idx="2"/>
            </p:cNvCxnSpPr>
            <p:nvPr/>
          </p:nvCxnSpPr>
          <p:spPr>
            <a:xfrm>
              <a:off x="4197774" y="2173270"/>
              <a:ext cx="56841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039B4911-23A2-EE60-1A98-656058847FC6}"/>
                </a:ext>
              </a:extLst>
            </p:cNvPr>
            <p:cNvCxnSpPr>
              <a:cxnSpLocks/>
            </p:cNvCxnSpPr>
            <p:nvPr/>
          </p:nvCxnSpPr>
          <p:spPr>
            <a:xfrm>
              <a:off x="5551792" y="1650792"/>
              <a:ext cx="1155600" cy="0"/>
            </a:xfrm>
            <a:prstGeom prst="line">
              <a:avLst/>
            </a:prstGeom>
            <a:ln w="28575">
              <a:solidFill>
                <a:schemeClr val="accent6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8196C2EC-2F44-3D12-FCEA-5BE544BE2125}"/>
                    </a:ext>
                  </a:extLst>
                </p:cNvPr>
                <p:cNvSpPr txBox="1"/>
                <p:nvPr/>
              </p:nvSpPr>
              <p:spPr>
                <a:xfrm>
                  <a:off x="5426206" y="1726993"/>
                  <a:ext cx="325447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a14:m>
                  <a:r>
                    <a:rPr lang="es-CL" sz="1400" dirty="0">
                      <a:solidFill>
                        <a:schemeClr val="accent6"/>
                      </a:solidFill>
                    </a:rPr>
                    <a:t>: potencia eléctrica</a:t>
                  </a:r>
                </a:p>
              </p:txBody>
            </p:sp>
          </mc:Choice>
          <mc:Fallback xmlns="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8196C2EC-2F44-3D12-FCEA-5BE544BE21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6206" y="1726993"/>
                  <a:ext cx="3254477" cy="307777"/>
                </a:xfrm>
                <a:prstGeom prst="rect">
                  <a:avLst/>
                </a:prstGeom>
                <a:blipFill>
                  <a:blip r:embed="rId2"/>
                  <a:stretch>
                    <a:fillRect t="-1961" b="-19608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D1712708-2926-B76A-5479-5EC33AA6EE14}"/>
                </a:ext>
              </a:extLst>
            </p:cNvPr>
            <p:cNvCxnSpPr>
              <a:cxnSpLocks/>
            </p:cNvCxnSpPr>
            <p:nvPr/>
          </p:nvCxnSpPr>
          <p:spPr>
            <a:xfrm>
              <a:off x="2290916" y="1679256"/>
              <a:ext cx="1155291" cy="0"/>
            </a:xfrm>
            <a:prstGeom prst="line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774F22FD-7355-BF31-F0EF-2C9E83A0DFB2}"/>
                    </a:ext>
                  </a:extLst>
                </p:cNvPr>
                <p:cNvSpPr txBox="1"/>
                <p:nvPr/>
              </p:nvSpPr>
              <p:spPr>
                <a:xfrm>
                  <a:off x="1453422" y="1725809"/>
                  <a:ext cx="2109019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a14:m>
                  <a:r>
                    <a:rPr lang="es-CL" sz="1400" dirty="0">
                      <a:solidFill>
                        <a:srgbClr val="FF0000"/>
                      </a:solidFill>
                    </a:rPr>
                    <a:t>: Posición barras de combustible nuclear</a:t>
                  </a:r>
                </a:p>
              </p:txBody>
            </p:sp>
          </mc:Choice>
          <mc:Fallback xmlns="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774F22FD-7355-BF31-F0EF-2C9E83A0DF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3422" y="1725809"/>
                  <a:ext cx="2109019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867" t="-1163" b="-11628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68825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rupo 122">
            <a:extLst>
              <a:ext uri="{FF2B5EF4-FFF2-40B4-BE49-F238E27FC236}">
                <a16:creationId xmlns:a16="http://schemas.microsoft.com/office/drawing/2014/main" id="{86F16F84-2AAC-37C2-EF03-957DED150931}"/>
              </a:ext>
            </a:extLst>
          </p:cNvPr>
          <p:cNvGrpSpPr/>
          <p:nvPr/>
        </p:nvGrpSpPr>
        <p:grpSpPr>
          <a:xfrm>
            <a:off x="-48485" y="169337"/>
            <a:ext cx="7239853" cy="5277189"/>
            <a:chOff x="165111" y="278036"/>
            <a:chExt cx="7239853" cy="52771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8BBE986B-2669-4C05-5AD5-862CDC256FA5}"/>
                    </a:ext>
                  </a:extLst>
                </p:cNvPr>
                <p:cNvSpPr txBox="1"/>
                <p:nvPr/>
              </p:nvSpPr>
              <p:spPr>
                <a:xfrm>
                  <a:off x="2167282" y="770397"/>
                  <a:ext cx="88207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8BBE986B-2669-4C05-5AD5-862CDC256F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7282" y="770397"/>
                  <a:ext cx="882070" cy="307777"/>
                </a:xfrm>
                <a:prstGeom prst="rect">
                  <a:avLst/>
                </a:prstGeom>
                <a:blipFill>
                  <a:blip r:embed="rId2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4D9E3092-A750-5C23-BE8D-D510FF7B8A32}"/>
                </a:ext>
              </a:extLst>
            </p:cNvPr>
            <p:cNvSpPr/>
            <p:nvPr/>
          </p:nvSpPr>
          <p:spPr>
            <a:xfrm>
              <a:off x="974937" y="278036"/>
              <a:ext cx="3046457" cy="1610616"/>
            </a:xfrm>
            <a:prstGeom prst="rect">
              <a:avLst/>
            </a:prstGeom>
            <a:noFill/>
            <a:ln w="38100" cap="flat" cmpd="sng" algn="ctr">
              <a:solidFill>
                <a:srgbClr val="FF66FF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ED3AE2AA-2441-9E24-BCE9-966B88C9CE18}"/>
                    </a:ext>
                  </a:extLst>
                </p:cNvPr>
                <p:cNvSpPr txBox="1"/>
                <p:nvPr/>
              </p:nvSpPr>
              <p:spPr>
                <a:xfrm>
                  <a:off x="3430810" y="782433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ED3AE2AA-2441-9E24-BCE9-966B88C9CE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0810" y="782433"/>
                  <a:ext cx="1648408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ángulo: esquinas redondeadas 22">
                  <a:extLst>
                    <a:ext uri="{FF2B5EF4-FFF2-40B4-BE49-F238E27FC236}">
                      <a16:creationId xmlns:a16="http://schemas.microsoft.com/office/drawing/2014/main" id="{BD1BD47E-1964-17DD-F2E3-9F607D7BBECD}"/>
                    </a:ext>
                  </a:extLst>
                </p:cNvPr>
                <p:cNvSpPr/>
                <p:nvPr/>
              </p:nvSpPr>
              <p:spPr>
                <a:xfrm>
                  <a:off x="1234522" y="719308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Rectángulo: esquinas redondeadas 22">
                  <a:extLst>
                    <a:ext uri="{FF2B5EF4-FFF2-40B4-BE49-F238E27FC236}">
                      <a16:creationId xmlns:a16="http://schemas.microsoft.com/office/drawing/2014/main" id="{BD1BD47E-1964-17DD-F2E3-9F607D7BBE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4522" y="719308"/>
                  <a:ext cx="1005004" cy="685710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E3D484D4-7A6B-91A0-0FBF-6983465136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426" y="1081850"/>
              <a:ext cx="100409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ángulo: esquinas redondeadas 24">
                  <a:extLst>
                    <a:ext uri="{FF2B5EF4-FFF2-40B4-BE49-F238E27FC236}">
                      <a16:creationId xmlns:a16="http://schemas.microsoft.com/office/drawing/2014/main" id="{31A023D0-21BF-8C51-06DC-DE7768EA6E09}"/>
                    </a:ext>
                  </a:extLst>
                </p:cNvPr>
                <p:cNvSpPr/>
                <p:nvPr/>
              </p:nvSpPr>
              <p:spPr>
                <a:xfrm>
                  <a:off x="2916134" y="719308"/>
                  <a:ext cx="609132" cy="673828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ectángulo: esquinas redondeadas 24">
                  <a:extLst>
                    <a:ext uri="{FF2B5EF4-FFF2-40B4-BE49-F238E27FC236}">
                      <a16:creationId xmlns:a16="http://schemas.microsoft.com/office/drawing/2014/main" id="{31A023D0-21BF-8C51-06DC-DE7768EA6E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6134" y="719308"/>
                  <a:ext cx="609132" cy="673828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F17F7C5B-7925-0215-4286-C82DC81824AA}"/>
                </a:ext>
              </a:extLst>
            </p:cNvPr>
            <p:cNvCxnSpPr>
              <a:cxnSpLocks/>
            </p:cNvCxnSpPr>
            <p:nvPr/>
          </p:nvCxnSpPr>
          <p:spPr>
            <a:xfrm>
              <a:off x="2239526" y="1062163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uadroTexto 27">
                  <a:extLst>
                    <a:ext uri="{FF2B5EF4-FFF2-40B4-BE49-F238E27FC236}">
                      <a16:creationId xmlns:a16="http://schemas.microsoft.com/office/drawing/2014/main" id="{9FE0D864-1E4A-6796-E9FD-9399E777FBEC}"/>
                    </a:ext>
                  </a:extLst>
                </p:cNvPr>
                <p:cNvSpPr txBox="1"/>
                <p:nvPr/>
              </p:nvSpPr>
              <p:spPr>
                <a:xfrm>
                  <a:off x="165111" y="803370"/>
                  <a:ext cx="115241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28" name="CuadroTexto 27">
                  <a:extLst>
                    <a:ext uri="{FF2B5EF4-FFF2-40B4-BE49-F238E27FC236}">
                      <a16:creationId xmlns:a16="http://schemas.microsoft.com/office/drawing/2014/main" id="{9FE0D864-1E4A-6796-E9FD-9399E777FB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111" y="803370"/>
                  <a:ext cx="1152411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CE201493-685A-9E5D-449A-070335F26B6F}"/>
                </a:ext>
              </a:extLst>
            </p:cNvPr>
            <p:cNvSpPr txBox="1"/>
            <p:nvPr/>
          </p:nvSpPr>
          <p:spPr>
            <a:xfrm>
              <a:off x="2518114" y="446610"/>
              <a:ext cx="13794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/>
                <a:t>Caja</a:t>
              </a:r>
              <a:r>
                <a:rPr lang="en-US" sz="1400" dirty="0"/>
                <a:t> </a:t>
              </a:r>
              <a:r>
                <a:rPr lang="en-US" sz="1400" dirty="0" err="1"/>
                <a:t>negra</a:t>
              </a:r>
              <a:endParaRPr lang="es-CL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02EEE5AA-208B-C972-902C-0F7E8E174155}"/>
                    </a:ext>
                  </a:extLst>
                </p:cNvPr>
                <p:cNvSpPr txBox="1"/>
                <p:nvPr/>
              </p:nvSpPr>
              <p:spPr>
                <a:xfrm>
                  <a:off x="1161484" y="1393139"/>
                  <a:ext cx="110736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02EEE5AA-208B-C972-902C-0F7E8E1741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484" y="1393139"/>
                  <a:ext cx="1107367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A307D71B-4C0B-7E5F-C5A3-D6629C8259D8}"/>
                </a:ext>
              </a:extLst>
            </p:cNvPr>
            <p:cNvSpPr txBox="1"/>
            <p:nvPr/>
          </p:nvSpPr>
          <p:spPr>
            <a:xfrm>
              <a:off x="1047322" y="433119"/>
              <a:ext cx="13794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Sist. </a:t>
              </a:r>
              <a:r>
                <a:rPr lang="en-US" sz="1400" dirty="0" err="1"/>
                <a:t>Físico</a:t>
              </a:r>
              <a:endParaRPr lang="es-CL" sz="1400" dirty="0"/>
            </a:p>
          </p:txBody>
        </p:sp>
        <p:cxnSp>
          <p:nvCxnSpPr>
            <p:cNvPr id="12" name="Conector: angular 11">
              <a:extLst>
                <a:ext uri="{FF2B5EF4-FFF2-40B4-BE49-F238E27FC236}">
                  <a16:creationId xmlns:a16="http://schemas.microsoft.com/office/drawing/2014/main" id="{A7AA73F4-F036-0E14-4127-AA8335921528}"/>
                </a:ext>
              </a:extLst>
            </p:cNvPr>
            <p:cNvCxnSpPr>
              <a:cxnSpLocks/>
              <a:stCxn id="28" idx="2"/>
              <a:endCxn id="54" idx="1"/>
            </p:cNvCxnSpPr>
            <p:nvPr/>
          </p:nvCxnSpPr>
          <p:spPr>
            <a:xfrm rot="16200000" flipH="1">
              <a:off x="-78991" y="1931455"/>
              <a:ext cx="2111964" cy="471348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ángulo: esquinas redondeadas 53">
                  <a:extLst>
                    <a:ext uri="{FF2B5EF4-FFF2-40B4-BE49-F238E27FC236}">
                      <a16:creationId xmlns:a16="http://schemas.microsoft.com/office/drawing/2014/main" id="{869E2C4F-B551-D7A0-A396-49DBBFF65C05}"/>
                    </a:ext>
                  </a:extLst>
                </p:cNvPr>
                <p:cNvSpPr/>
                <p:nvPr/>
              </p:nvSpPr>
              <p:spPr>
                <a:xfrm>
                  <a:off x="1212665" y="2880256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Rectángulo: esquinas redondeadas 53">
                  <a:extLst>
                    <a:ext uri="{FF2B5EF4-FFF2-40B4-BE49-F238E27FC236}">
                      <a16:creationId xmlns:a16="http://schemas.microsoft.com/office/drawing/2014/main" id="{869E2C4F-B551-D7A0-A396-49DBBFF65C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2665" y="2880256"/>
                  <a:ext cx="1005004" cy="685710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F0494398-7879-8292-CFCE-987235561F03}"/>
                </a:ext>
              </a:extLst>
            </p:cNvPr>
            <p:cNvSpPr txBox="1"/>
            <p:nvPr/>
          </p:nvSpPr>
          <p:spPr>
            <a:xfrm>
              <a:off x="741317" y="2574361"/>
              <a:ext cx="1987617" cy="305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/>
                <a:t>Dinámica</a:t>
              </a:r>
              <a:r>
                <a:rPr lang="en-US" sz="1400" dirty="0"/>
                <a:t> </a:t>
              </a:r>
              <a:r>
                <a:rPr lang="en-US" sz="1400" dirty="0" err="1"/>
                <a:t>Estimador</a:t>
              </a:r>
              <a:endParaRPr lang="es-CL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CuadroTexto 55">
                  <a:extLst>
                    <a:ext uri="{FF2B5EF4-FFF2-40B4-BE49-F238E27FC236}">
                      <a16:creationId xmlns:a16="http://schemas.microsoft.com/office/drawing/2014/main" id="{4E70C120-66AB-1D08-80F5-5DE5511018A7}"/>
                    </a:ext>
                  </a:extLst>
                </p:cNvPr>
                <p:cNvSpPr txBox="1"/>
                <p:nvPr/>
              </p:nvSpPr>
              <p:spPr>
                <a:xfrm>
                  <a:off x="2164395" y="2917722"/>
                  <a:ext cx="88207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56" name="CuadroTexto 55">
                  <a:extLst>
                    <a:ext uri="{FF2B5EF4-FFF2-40B4-BE49-F238E27FC236}">
                      <a16:creationId xmlns:a16="http://schemas.microsoft.com/office/drawing/2014/main" id="{4E70C120-66AB-1D08-80F5-5DE5511018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4395" y="2917722"/>
                  <a:ext cx="882070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7E376625-43DE-EB92-90EA-D40B301408A3}"/>
                </a:ext>
              </a:extLst>
            </p:cNvPr>
            <p:cNvCxnSpPr>
              <a:cxnSpLocks/>
            </p:cNvCxnSpPr>
            <p:nvPr/>
          </p:nvCxnSpPr>
          <p:spPr>
            <a:xfrm>
              <a:off x="2236639" y="3209488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ángulo: esquinas redondeadas 57">
                  <a:extLst>
                    <a:ext uri="{FF2B5EF4-FFF2-40B4-BE49-F238E27FC236}">
                      <a16:creationId xmlns:a16="http://schemas.microsoft.com/office/drawing/2014/main" id="{1E7CF16F-6321-2A0D-891D-EFBA086D818C}"/>
                    </a:ext>
                  </a:extLst>
                </p:cNvPr>
                <p:cNvSpPr/>
                <p:nvPr/>
              </p:nvSpPr>
              <p:spPr>
                <a:xfrm>
                  <a:off x="2901787" y="2872574"/>
                  <a:ext cx="609132" cy="673828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Rectángulo: esquinas redondeadas 57">
                  <a:extLst>
                    <a:ext uri="{FF2B5EF4-FFF2-40B4-BE49-F238E27FC236}">
                      <a16:creationId xmlns:a16="http://schemas.microsoft.com/office/drawing/2014/main" id="{1E7CF16F-6321-2A0D-891D-EFBA086D81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1787" y="2872574"/>
                  <a:ext cx="609132" cy="673828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Conector: angular 58">
              <a:extLst>
                <a:ext uri="{FF2B5EF4-FFF2-40B4-BE49-F238E27FC236}">
                  <a16:creationId xmlns:a16="http://schemas.microsoft.com/office/drawing/2014/main" id="{99131C32-ED2C-2D13-E10B-6C3F4CC87683}"/>
                </a:ext>
              </a:extLst>
            </p:cNvPr>
            <p:cNvCxnSpPr>
              <a:cxnSpLocks/>
              <a:stCxn id="25" idx="3"/>
              <a:endCxn id="62" idx="0"/>
            </p:cNvCxnSpPr>
            <p:nvPr/>
          </p:nvCxnSpPr>
          <p:spPr>
            <a:xfrm>
              <a:off x="3525266" y="1056222"/>
              <a:ext cx="1116532" cy="801793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Elipse 61">
                  <a:extLst>
                    <a:ext uri="{FF2B5EF4-FFF2-40B4-BE49-F238E27FC236}">
                      <a16:creationId xmlns:a16="http://schemas.microsoft.com/office/drawing/2014/main" id="{B1F3F249-FD9F-8F55-96BB-5CD4948449B2}"/>
                    </a:ext>
                  </a:extLst>
                </p:cNvPr>
                <p:cNvSpPr/>
                <p:nvPr/>
              </p:nvSpPr>
              <p:spPr>
                <a:xfrm>
                  <a:off x="4332198" y="1858015"/>
                  <a:ext cx="619200" cy="618226"/>
                </a:xfrm>
                <a:prstGeom prst="ellips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:r>
                    <a:rPr lang="es-CL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-</a:t>
                  </a:r>
                </a:p>
              </p:txBody>
            </p:sp>
          </mc:Choice>
          <mc:Fallback xmlns="">
            <p:sp>
              <p:nvSpPr>
                <p:cNvPr id="62" name="Elipse 61">
                  <a:extLst>
                    <a:ext uri="{FF2B5EF4-FFF2-40B4-BE49-F238E27FC236}">
                      <a16:creationId xmlns:a16="http://schemas.microsoft.com/office/drawing/2014/main" id="{B1F3F249-FD9F-8F55-96BB-5CD4948449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2198" y="1858015"/>
                  <a:ext cx="619200" cy="618226"/>
                </a:xfrm>
                <a:prstGeom prst="ellipse">
                  <a:avLst/>
                </a:prstGeom>
                <a:blipFill>
                  <a:blip r:embed="rId11"/>
                  <a:stretch>
                    <a:fillRect b="-13208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Conector: angular 62">
              <a:extLst>
                <a:ext uri="{FF2B5EF4-FFF2-40B4-BE49-F238E27FC236}">
                  <a16:creationId xmlns:a16="http://schemas.microsoft.com/office/drawing/2014/main" id="{C762AF7D-8852-589F-102F-FA2E56ABD9C4}"/>
                </a:ext>
              </a:extLst>
            </p:cNvPr>
            <p:cNvCxnSpPr>
              <a:cxnSpLocks/>
              <a:stCxn id="58" idx="3"/>
              <a:endCxn id="62" idx="4"/>
            </p:cNvCxnSpPr>
            <p:nvPr/>
          </p:nvCxnSpPr>
          <p:spPr>
            <a:xfrm flipV="1">
              <a:off x="3510919" y="2476241"/>
              <a:ext cx="1130879" cy="733247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Conector: angular 68">
              <a:extLst>
                <a:ext uri="{FF2B5EF4-FFF2-40B4-BE49-F238E27FC236}">
                  <a16:creationId xmlns:a16="http://schemas.microsoft.com/office/drawing/2014/main" id="{C168F533-BBE7-4FCE-AD7D-B9C9A25A3581}"/>
                </a:ext>
              </a:extLst>
            </p:cNvPr>
            <p:cNvCxnSpPr>
              <a:cxnSpLocks/>
              <a:stCxn id="62" idx="6"/>
              <a:endCxn id="72" idx="3"/>
            </p:cNvCxnSpPr>
            <p:nvPr/>
          </p:nvCxnSpPr>
          <p:spPr>
            <a:xfrm flipH="1">
              <a:off x="2784162" y="2167128"/>
              <a:ext cx="2167236" cy="2513256"/>
            </a:xfrm>
            <a:prstGeom prst="bentConnector3">
              <a:avLst>
                <a:gd name="adj1" fmla="val -23705"/>
              </a:avLst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ángulo: esquinas redondeadas 71">
                  <a:extLst>
                    <a:ext uri="{FF2B5EF4-FFF2-40B4-BE49-F238E27FC236}">
                      <a16:creationId xmlns:a16="http://schemas.microsoft.com/office/drawing/2014/main" id="{D0FE93ED-2C40-B964-65BD-0ED7A0CBC439}"/>
                    </a:ext>
                  </a:extLst>
                </p:cNvPr>
                <p:cNvSpPr/>
                <p:nvPr/>
              </p:nvSpPr>
              <p:spPr>
                <a:xfrm>
                  <a:off x="2175030" y="4343470"/>
                  <a:ext cx="609132" cy="673828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Rectángulo: esquinas redondeadas 71">
                  <a:extLst>
                    <a:ext uri="{FF2B5EF4-FFF2-40B4-BE49-F238E27FC236}">
                      <a16:creationId xmlns:a16="http://schemas.microsoft.com/office/drawing/2014/main" id="{D0FE93ED-2C40-B964-65BD-0ED7A0CBC4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5030" y="4343470"/>
                  <a:ext cx="609132" cy="673828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52AD165A-BB47-8A10-9516-48277F4D2F39}"/>
                </a:ext>
              </a:extLst>
            </p:cNvPr>
            <p:cNvSpPr txBox="1"/>
            <p:nvPr/>
          </p:nvSpPr>
          <p:spPr>
            <a:xfrm>
              <a:off x="1659138" y="5017298"/>
              <a:ext cx="16409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Gain </a:t>
              </a:r>
              <a:r>
                <a:rPr lang="en-US" sz="1400" dirty="0" err="1"/>
                <a:t>Observador</a:t>
              </a:r>
              <a:endParaRPr lang="es-CL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8565D34D-75E8-B786-B7FE-825B231B1BBD}"/>
                    </a:ext>
                  </a:extLst>
                </p:cNvPr>
                <p:cNvSpPr txBox="1"/>
                <p:nvPr/>
              </p:nvSpPr>
              <p:spPr>
                <a:xfrm>
                  <a:off x="3164090" y="2908145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8565D34D-75E8-B786-B7FE-825B231B1B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4090" y="2908145"/>
                  <a:ext cx="1648408" cy="307777"/>
                </a:xfrm>
                <a:prstGeom prst="rect">
                  <a:avLst/>
                </a:prstGeom>
                <a:blipFill>
                  <a:blip r:embed="rId13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DF53976C-8134-5229-D0F4-25C6566FFB38}"/>
                    </a:ext>
                  </a:extLst>
                </p:cNvPr>
                <p:cNvSpPr txBox="1"/>
                <p:nvPr/>
              </p:nvSpPr>
              <p:spPr>
                <a:xfrm>
                  <a:off x="4630526" y="1798624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s-CL" sz="1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DF53976C-8134-5229-D0F4-25C6566FFB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0526" y="1798624"/>
                  <a:ext cx="1648408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CuadroTexto 77">
                  <a:extLst>
                    <a:ext uri="{FF2B5EF4-FFF2-40B4-BE49-F238E27FC236}">
                      <a16:creationId xmlns:a16="http://schemas.microsoft.com/office/drawing/2014/main" id="{ED93D321-658B-1C6B-E745-E452EF4491BF}"/>
                    </a:ext>
                  </a:extLst>
                </p:cNvPr>
                <p:cNvSpPr txBox="1"/>
                <p:nvPr/>
              </p:nvSpPr>
              <p:spPr>
                <a:xfrm>
                  <a:off x="2664126" y="4359477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s-CL" sz="1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78" name="CuadroTexto 77">
                  <a:extLst>
                    <a:ext uri="{FF2B5EF4-FFF2-40B4-BE49-F238E27FC236}">
                      <a16:creationId xmlns:a16="http://schemas.microsoft.com/office/drawing/2014/main" id="{ED93D321-658B-1C6B-E745-E452EF4491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4126" y="4359477"/>
                  <a:ext cx="1648408" cy="30777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Conector: angular 78">
              <a:extLst>
                <a:ext uri="{FF2B5EF4-FFF2-40B4-BE49-F238E27FC236}">
                  <a16:creationId xmlns:a16="http://schemas.microsoft.com/office/drawing/2014/main" id="{36FC09D3-E493-774D-5DBA-AC43CBBA5FC9}"/>
                </a:ext>
              </a:extLst>
            </p:cNvPr>
            <p:cNvCxnSpPr>
              <a:cxnSpLocks/>
              <a:stCxn id="72" idx="1"/>
              <a:endCxn id="54" idx="2"/>
            </p:cNvCxnSpPr>
            <p:nvPr/>
          </p:nvCxnSpPr>
          <p:spPr>
            <a:xfrm rot="10800000">
              <a:off x="1715168" y="3565966"/>
              <a:ext cx="459863" cy="1114418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F1A02A59-5A51-0EA4-7504-B23E5149FACC}"/>
                </a:ext>
              </a:extLst>
            </p:cNvPr>
            <p:cNvCxnSpPr>
              <a:cxnSpLocks/>
            </p:cNvCxnSpPr>
            <p:nvPr/>
          </p:nvCxnSpPr>
          <p:spPr>
            <a:xfrm>
              <a:off x="925775" y="2402985"/>
              <a:ext cx="0" cy="3152240"/>
            </a:xfrm>
            <a:prstGeom prst="line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A824FDAD-BF67-6528-07C2-254F8A760DA1}"/>
                </a:ext>
              </a:extLst>
            </p:cNvPr>
            <p:cNvCxnSpPr>
              <a:cxnSpLocks/>
            </p:cNvCxnSpPr>
            <p:nvPr/>
          </p:nvCxnSpPr>
          <p:spPr>
            <a:xfrm>
              <a:off x="925775" y="2402985"/>
              <a:ext cx="3229183" cy="0"/>
            </a:xfrm>
            <a:prstGeom prst="line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</p:cxn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238AC142-D70D-05EB-F49E-0E9E94579F9E}"/>
                </a:ext>
              </a:extLst>
            </p:cNvPr>
            <p:cNvCxnSpPr>
              <a:cxnSpLocks/>
            </p:cNvCxnSpPr>
            <p:nvPr/>
          </p:nvCxnSpPr>
          <p:spPr>
            <a:xfrm>
              <a:off x="903522" y="5555225"/>
              <a:ext cx="5375412" cy="0"/>
            </a:xfrm>
            <a:prstGeom prst="line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</p:cxnSp>
        <p:cxnSp>
          <p:nvCxnSpPr>
            <p:cNvPr id="90" name="Conector recto 89">
              <a:extLst>
                <a:ext uri="{FF2B5EF4-FFF2-40B4-BE49-F238E27FC236}">
                  <a16:creationId xmlns:a16="http://schemas.microsoft.com/office/drawing/2014/main" id="{3129E117-77FF-A0A2-17A2-6AE227D0E9C0}"/>
                </a:ext>
              </a:extLst>
            </p:cNvPr>
            <p:cNvCxnSpPr>
              <a:cxnSpLocks/>
            </p:cNvCxnSpPr>
            <p:nvPr/>
          </p:nvCxnSpPr>
          <p:spPr>
            <a:xfrm>
              <a:off x="6278934" y="1596124"/>
              <a:ext cx="0" cy="3959101"/>
            </a:xfrm>
            <a:prstGeom prst="line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</p:cxn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3F92C3D1-1E0F-0172-442C-3CD14FF633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41430" y="1596124"/>
              <a:ext cx="13528" cy="798055"/>
            </a:xfrm>
            <a:prstGeom prst="line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</p:cxn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C8C345C5-C203-EE2E-DA45-D8F143D0C306}"/>
                </a:ext>
              </a:extLst>
            </p:cNvPr>
            <p:cNvCxnSpPr>
              <a:cxnSpLocks/>
            </p:cNvCxnSpPr>
            <p:nvPr/>
          </p:nvCxnSpPr>
          <p:spPr>
            <a:xfrm>
              <a:off x="4141430" y="1596124"/>
              <a:ext cx="2137504" cy="0"/>
            </a:xfrm>
            <a:prstGeom prst="line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</p:cxnSp>
        <p:sp>
          <p:nvSpPr>
            <p:cNvPr id="102" name="CuadroTexto 101">
              <a:extLst>
                <a:ext uri="{FF2B5EF4-FFF2-40B4-BE49-F238E27FC236}">
                  <a16:creationId xmlns:a16="http://schemas.microsoft.com/office/drawing/2014/main" id="{1E38E4D2-3E4E-9DA0-B098-A751AFD93347}"/>
                </a:ext>
              </a:extLst>
            </p:cNvPr>
            <p:cNvSpPr txBox="1"/>
            <p:nvPr/>
          </p:nvSpPr>
          <p:spPr>
            <a:xfrm>
              <a:off x="4627590" y="5116534"/>
              <a:ext cx="1648408" cy="380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accent2"/>
                  </a:solidFill>
                </a:rPr>
                <a:t>Estimador</a:t>
              </a:r>
              <a:endParaRPr lang="es-CL" dirty="0">
                <a:solidFill>
                  <a:schemeClr val="accent2"/>
                </a:solidFill>
              </a:endParaRPr>
            </a:p>
          </p:txBody>
        </p:sp>
        <p:cxnSp>
          <p:nvCxnSpPr>
            <p:cNvPr id="106" name="Conector: angular 105">
              <a:extLst>
                <a:ext uri="{FF2B5EF4-FFF2-40B4-BE49-F238E27FC236}">
                  <a16:creationId xmlns:a16="http://schemas.microsoft.com/office/drawing/2014/main" id="{FE97F5AD-CFC6-38CB-8321-7FC2F2FECA03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 rot="16200000" flipH="1">
              <a:off x="4331273" y="1499655"/>
              <a:ext cx="628819" cy="4080505"/>
            </a:xfrm>
            <a:prstGeom prst="bentConnector2">
              <a:avLst/>
            </a:prstGeom>
            <a:ln w="28575">
              <a:solidFill>
                <a:srgbClr val="CC00FF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CuadroTexto 108">
                  <a:extLst>
                    <a:ext uri="{FF2B5EF4-FFF2-40B4-BE49-F238E27FC236}">
                      <a16:creationId xmlns:a16="http://schemas.microsoft.com/office/drawing/2014/main" id="{09EB9369-AD91-3E42-CBAF-8AA6EF970A03}"/>
                    </a:ext>
                  </a:extLst>
                </p:cNvPr>
                <p:cNvSpPr txBox="1"/>
                <p:nvPr/>
              </p:nvSpPr>
              <p:spPr>
                <a:xfrm>
                  <a:off x="6522894" y="3700428"/>
                  <a:ext cx="88207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4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4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>
                    <a:solidFill>
                      <a:srgbClr val="CC00FF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CuadroTexto 108">
                  <a:extLst>
                    <a:ext uri="{FF2B5EF4-FFF2-40B4-BE49-F238E27FC236}">
                      <a16:creationId xmlns:a16="http://schemas.microsoft.com/office/drawing/2014/main" id="{09EB9369-AD91-3E42-CBAF-8AA6EF970A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2894" y="3700428"/>
                  <a:ext cx="882070" cy="307777"/>
                </a:xfrm>
                <a:prstGeom prst="rect">
                  <a:avLst/>
                </a:prstGeom>
                <a:blipFill>
                  <a:blip r:embed="rId16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2" name="Grupo 131">
            <a:extLst>
              <a:ext uri="{FF2B5EF4-FFF2-40B4-BE49-F238E27FC236}">
                <a16:creationId xmlns:a16="http://schemas.microsoft.com/office/drawing/2014/main" id="{9DC99FB8-7CFC-75F5-5FB2-80ED5B651B41}"/>
              </a:ext>
            </a:extLst>
          </p:cNvPr>
          <p:cNvGrpSpPr/>
          <p:nvPr/>
        </p:nvGrpSpPr>
        <p:grpSpPr>
          <a:xfrm>
            <a:off x="6777700" y="619365"/>
            <a:ext cx="5249189" cy="685711"/>
            <a:chOff x="6942811" y="714405"/>
            <a:chExt cx="5249189" cy="6857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E4119821-AAEA-3EB6-C413-67A126923A89}"/>
                    </a:ext>
                  </a:extLst>
                </p:cNvPr>
                <p:cNvSpPr txBox="1"/>
                <p:nvPr/>
              </p:nvSpPr>
              <p:spPr>
                <a:xfrm>
                  <a:off x="8944982" y="765495"/>
                  <a:ext cx="88207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E4119821-AAEA-3EB6-C413-67A126923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4982" y="765495"/>
                  <a:ext cx="882070" cy="307777"/>
                </a:xfrm>
                <a:prstGeom prst="rect">
                  <a:avLst/>
                </a:prstGeom>
                <a:blipFill>
                  <a:blip r:embed="rId17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CuadroTexto 112">
                  <a:extLst>
                    <a:ext uri="{FF2B5EF4-FFF2-40B4-BE49-F238E27FC236}">
                      <a16:creationId xmlns:a16="http://schemas.microsoft.com/office/drawing/2014/main" id="{A7DA555B-4B41-9B66-62E4-B369D72A35B1}"/>
                    </a:ext>
                  </a:extLst>
                </p:cNvPr>
                <p:cNvSpPr txBox="1"/>
                <p:nvPr/>
              </p:nvSpPr>
              <p:spPr>
                <a:xfrm>
                  <a:off x="10543592" y="714405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113" name="CuadroTexto 112">
                  <a:extLst>
                    <a:ext uri="{FF2B5EF4-FFF2-40B4-BE49-F238E27FC236}">
                      <a16:creationId xmlns:a16="http://schemas.microsoft.com/office/drawing/2014/main" id="{A7DA555B-4B41-9B66-62E4-B369D72A35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3592" y="714405"/>
                  <a:ext cx="1648408" cy="307777"/>
                </a:xfrm>
                <a:prstGeom prst="rect">
                  <a:avLst/>
                </a:prstGeom>
                <a:blipFill>
                  <a:blip r:embed="rId18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4" name="Rectángulo: esquinas redondeadas 113">
              <a:extLst>
                <a:ext uri="{FF2B5EF4-FFF2-40B4-BE49-F238E27FC236}">
                  <a16:creationId xmlns:a16="http://schemas.microsoft.com/office/drawing/2014/main" id="{9C32A9C5-4544-CB2E-DB88-00B9376887C8}"/>
                </a:ext>
              </a:extLst>
            </p:cNvPr>
            <p:cNvSpPr/>
            <p:nvPr/>
          </p:nvSpPr>
          <p:spPr>
            <a:xfrm>
              <a:off x="8012222" y="714406"/>
              <a:ext cx="1005004" cy="68571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Planta</a:t>
              </a:r>
            </a:p>
          </p:txBody>
        </p:sp>
        <p:cxnSp>
          <p:nvCxnSpPr>
            <p:cNvPr id="115" name="Conector recto de flecha 114">
              <a:extLst>
                <a:ext uri="{FF2B5EF4-FFF2-40B4-BE49-F238E27FC236}">
                  <a16:creationId xmlns:a16="http://schemas.microsoft.com/office/drawing/2014/main" id="{41DF1009-722F-EB7A-CEDB-33B3172018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08126" y="1076948"/>
              <a:ext cx="100409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6" name="Rectángulo: esquinas redondeadas 115">
              <a:extLst>
                <a:ext uri="{FF2B5EF4-FFF2-40B4-BE49-F238E27FC236}">
                  <a16:creationId xmlns:a16="http://schemas.microsoft.com/office/drawing/2014/main" id="{B64F2F4E-9BE9-2E7B-981A-42B8D09F1491}"/>
                </a:ext>
              </a:extLst>
            </p:cNvPr>
            <p:cNvSpPr/>
            <p:nvPr/>
          </p:nvSpPr>
          <p:spPr>
            <a:xfrm>
              <a:off x="9693834" y="714405"/>
              <a:ext cx="1324502" cy="685661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Estimador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17" name="Conector recto de flecha 116">
              <a:extLst>
                <a:ext uri="{FF2B5EF4-FFF2-40B4-BE49-F238E27FC236}">
                  <a16:creationId xmlns:a16="http://schemas.microsoft.com/office/drawing/2014/main" id="{EB189D63-A1F6-91E9-1F32-97C15F33DDDB}"/>
                </a:ext>
              </a:extLst>
            </p:cNvPr>
            <p:cNvCxnSpPr>
              <a:cxnSpLocks/>
            </p:cNvCxnSpPr>
            <p:nvPr/>
          </p:nvCxnSpPr>
          <p:spPr>
            <a:xfrm>
              <a:off x="9017226" y="1057261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CuadroTexto 117">
                  <a:extLst>
                    <a:ext uri="{FF2B5EF4-FFF2-40B4-BE49-F238E27FC236}">
                      <a16:creationId xmlns:a16="http://schemas.microsoft.com/office/drawing/2014/main" id="{EA230C3D-A08F-FF53-2705-AD4C45F06362}"/>
                    </a:ext>
                  </a:extLst>
                </p:cNvPr>
                <p:cNvSpPr txBox="1"/>
                <p:nvPr/>
              </p:nvSpPr>
              <p:spPr>
                <a:xfrm>
                  <a:off x="6942811" y="798468"/>
                  <a:ext cx="115241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18" name="CuadroTexto 117">
                  <a:extLst>
                    <a:ext uri="{FF2B5EF4-FFF2-40B4-BE49-F238E27FC236}">
                      <a16:creationId xmlns:a16="http://schemas.microsoft.com/office/drawing/2014/main" id="{EA230C3D-A08F-FF53-2705-AD4C45F063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811" y="798468"/>
                  <a:ext cx="1152411" cy="307777"/>
                </a:xfrm>
                <a:prstGeom prst="rect">
                  <a:avLst/>
                </a:prstGeom>
                <a:blipFill>
                  <a:blip r:embed="rId19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Conector recto de flecha 124">
              <a:extLst>
                <a:ext uri="{FF2B5EF4-FFF2-40B4-BE49-F238E27FC236}">
                  <a16:creationId xmlns:a16="http://schemas.microsoft.com/office/drawing/2014/main" id="{2F64413F-5A5A-1B8A-24BF-5F3625195066}"/>
                </a:ext>
              </a:extLst>
            </p:cNvPr>
            <p:cNvCxnSpPr>
              <a:cxnSpLocks/>
            </p:cNvCxnSpPr>
            <p:nvPr/>
          </p:nvCxnSpPr>
          <p:spPr>
            <a:xfrm>
              <a:off x="11018336" y="1056222"/>
              <a:ext cx="94752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Conector: angular 126">
              <a:extLst>
                <a:ext uri="{FF2B5EF4-FFF2-40B4-BE49-F238E27FC236}">
                  <a16:creationId xmlns:a16="http://schemas.microsoft.com/office/drawing/2014/main" id="{E31102C0-3BFF-0EBE-2E67-AFA954A1C459}"/>
                </a:ext>
              </a:extLst>
            </p:cNvPr>
            <p:cNvCxnSpPr>
              <a:cxnSpLocks/>
              <a:endCxn id="116" idx="2"/>
            </p:cNvCxnSpPr>
            <p:nvPr/>
          </p:nvCxnSpPr>
          <p:spPr>
            <a:xfrm>
              <a:off x="7540874" y="1069947"/>
              <a:ext cx="2815211" cy="330119"/>
            </a:xfrm>
            <a:prstGeom prst="bentConnector4">
              <a:avLst>
                <a:gd name="adj1" fmla="val 518"/>
                <a:gd name="adj2" fmla="val 255622"/>
              </a:avLst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E1CAA3DF-C709-E74B-C7CF-80A72CF7B15B}"/>
              </a:ext>
            </a:extLst>
          </p:cNvPr>
          <p:cNvGrpSpPr/>
          <p:nvPr/>
        </p:nvGrpSpPr>
        <p:grpSpPr>
          <a:xfrm>
            <a:off x="6374938" y="4098543"/>
            <a:ext cx="5706000" cy="2438453"/>
            <a:chOff x="6226616" y="4159064"/>
            <a:chExt cx="5706000" cy="24384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BCAB8801-5819-0E79-DC72-A737A5B93607}"/>
                    </a:ext>
                  </a:extLst>
                </p:cNvPr>
                <p:cNvSpPr txBox="1"/>
                <p:nvPr/>
              </p:nvSpPr>
              <p:spPr>
                <a:xfrm>
                  <a:off x="8170010" y="4898879"/>
                  <a:ext cx="88207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BCAB8801-5819-0E79-DC72-A737A5B936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70010" y="4898879"/>
                  <a:ext cx="882070" cy="307777"/>
                </a:xfrm>
                <a:prstGeom prst="rect">
                  <a:avLst/>
                </a:prstGeom>
                <a:blipFill>
                  <a:blip r:embed="rId20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5B20874C-D3A3-9CAA-838F-6791A2D53BFD}"/>
                    </a:ext>
                  </a:extLst>
                </p:cNvPr>
                <p:cNvSpPr txBox="1"/>
                <p:nvPr/>
              </p:nvSpPr>
              <p:spPr>
                <a:xfrm>
                  <a:off x="9655906" y="4890861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5B20874C-D3A3-9CAA-838F-6791A2D53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5906" y="4890861"/>
                  <a:ext cx="1648408" cy="30777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Rectángulo: esquinas redondeadas 59">
              <a:extLst>
                <a:ext uri="{FF2B5EF4-FFF2-40B4-BE49-F238E27FC236}">
                  <a16:creationId xmlns:a16="http://schemas.microsoft.com/office/drawing/2014/main" id="{214A84DA-5ED1-38B5-FC0A-C1CE32EEEC99}"/>
                </a:ext>
              </a:extLst>
            </p:cNvPr>
            <p:cNvSpPr/>
            <p:nvPr/>
          </p:nvSpPr>
          <p:spPr>
            <a:xfrm>
              <a:off x="7237250" y="4847790"/>
              <a:ext cx="1005004" cy="68571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Planta</a:t>
              </a:r>
            </a:p>
          </p:txBody>
        </p:sp>
        <p:sp>
          <p:nvSpPr>
            <p:cNvPr id="64" name="Rectángulo: esquinas redondeadas 63">
              <a:extLst>
                <a:ext uri="{FF2B5EF4-FFF2-40B4-BE49-F238E27FC236}">
                  <a16:creationId xmlns:a16="http://schemas.microsoft.com/office/drawing/2014/main" id="{A35D76D9-E993-1AB5-C6B6-A8B3740ED818}"/>
                </a:ext>
              </a:extLst>
            </p:cNvPr>
            <p:cNvSpPr/>
            <p:nvPr/>
          </p:nvSpPr>
          <p:spPr>
            <a:xfrm>
              <a:off x="8918862" y="4847789"/>
              <a:ext cx="1324502" cy="68566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Estimador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Conector recto de flecha 64">
              <a:extLst>
                <a:ext uri="{FF2B5EF4-FFF2-40B4-BE49-F238E27FC236}">
                  <a16:creationId xmlns:a16="http://schemas.microsoft.com/office/drawing/2014/main" id="{1C766F3B-EC5E-ADA4-ABFC-E90F89484D75}"/>
                </a:ext>
              </a:extLst>
            </p:cNvPr>
            <p:cNvCxnSpPr>
              <a:cxnSpLocks/>
            </p:cNvCxnSpPr>
            <p:nvPr/>
          </p:nvCxnSpPr>
          <p:spPr>
            <a:xfrm>
              <a:off x="8242254" y="5190645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F28666A5-CD7B-0748-5768-9F3F9D0EEB0D}"/>
                    </a:ext>
                  </a:extLst>
                </p:cNvPr>
                <p:cNvSpPr txBox="1"/>
                <p:nvPr/>
              </p:nvSpPr>
              <p:spPr>
                <a:xfrm>
                  <a:off x="6226616" y="4889269"/>
                  <a:ext cx="115241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F28666A5-CD7B-0748-5768-9F3F9D0EEB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6616" y="4889269"/>
                  <a:ext cx="1152411" cy="30777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Conector: angular 67">
              <a:extLst>
                <a:ext uri="{FF2B5EF4-FFF2-40B4-BE49-F238E27FC236}">
                  <a16:creationId xmlns:a16="http://schemas.microsoft.com/office/drawing/2014/main" id="{31B9E0CC-F712-C952-5927-A493AB8906D2}"/>
                </a:ext>
              </a:extLst>
            </p:cNvPr>
            <p:cNvCxnSpPr>
              <a:cxnSpLocks/>
              <a:stCxn id="66" idx="0"/>
              <a:endCxn id="64" idx="0"/>
            </p:cNvCxnSpPr>
            <p:nvPr/>
          </p:nvCxnSpPr>
          <p:spPr>
            <a:xfrm rot="5400000" flipH="1" flipV="1">
              <a:off x="8171227" y="3479384"/>
              <a:ext cx="41480" cy="2778291"/>
            </a:xfrm>
            <a:prstGeom prst="bentConnector3">
              <a:avLst>
                <a:gd name="adj1" fmla="val 1168476"/>
              </a:avLst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Rectángulo: esquinas redondeadas 69">
                  <a:extLst>
                    <a:ext uri="{FF2B5EF4-FFF2-40B4-BE49-F238E27FC236}">
                      <a16:creationId xmlns:a16="http://schemas.microsoft.com/office/drawing/2014/main" id="{0A8FCC53-8726-A3F7-955C-797CB714480E}"/>
                    </a:ext>
                  </a:extLst>
                </p:cNvPr>
                <p:cNvSpPr/>
                <p:nvPr/>
              </p:nvSpPr>
              <p:spPr>
                <a:xfrm>
                  <a:off x="7539518" y="5896240"/>
                  <a:ext cx="507963" cy="571821"/>
                </a:xfrm>
                <a:prstGeom prst="round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Rectángulo: esquinas redondeadas 69">
                  <a:extLst>
                    <a:ext uri="{FF2B5EF4-FFF2-40B4-BE49-F238E27FC236}">
                      <a16:creationId xmlns:a16="http://schemas.microsoft.com/office/drawing/2014/main" id="{0A8FCC53-8726-A3F7-955C-797CB71448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9518" y="5896240"/>
                  <a:ext cx="507963" cy="571821"/>
                </a:xfrm>
                <a:prstGeom prst="round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Conector: angular 70">
              <a:extLst>
                <a:ext uri="{FF2B5EF4-FFF2-40B4-BE49-F238E27FC236}">
                  <a16:creationId xmlns:a16="http://schemas.microsoft.com/office/drawing/2014/main" id="{0C82E109-689C-10CB-ABB2-326B9D3A9FC7}"/>
                </a:ext>
              </a:extLst>
            </p:cNvPr>
            <p:cNvCxnSpPr>
              <a:cxnSpLocks/>
              <a:stCxn id="70" idx="1"/>
              <a:endCxn id="60" idx="1"/>
            </p:cNvCxnSpPr>
            <p:nvPr/>
          </p:nvCxnSpPr>
          <p:spPr>
            <a:xfrm rot="10800000">
              <a:off x="7237250" y="5190645"/>
              <a:ext cx="302268" cy="991506"/>
            </a:xfrm>
            <a:prstGeom prst="bentConnector3">
              <a:avLst>
                <a:gd name="adj1" fmla="val 296016"/>
              </a:avLst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Conector: angular 73">
              <a:extLst>
                <a:ext uri="{FF2B5EF4-FFF2-40B4-BE49-F238E27FC236}">
                  <a16:creationId xmlns:a16="http://schemas.microsoft.com/office/drawing/2014/main" id="{C2055C03-8221-87A1-10D8-1ED413C9A4C6}"/>
                </a:ext>
              </a:extLst>
            </p:cNvPr>
            <p:cNvCxnSpPr>
              <a:cxnSpLocks/>
              <a:stCxn id="64" idx="3"/>
              <a:endCxn id="75" idx="4"/>
            </p:cNvCxnSpPr>
            <p:nvPr/>
          </p:nvCxnSpPr>
          <p:spPr>
            <a:xfrm>
              <a:off x="10243364" y="5190620"/>
              <a:ext cx="419525" cy="705620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Elipse 74">
                  <a:extLst>
                    <a:ext uri="{FF2B5EF4-FFF2-40B4-BE49-F238E27FC236}">
                      <a16:creationId xmlns:a16="http://schemas.microsoft.com/office/drawing/2014/main" id="{EA0CCDC5-F093-925E-F922-555D5EA7D7FC}"/>
                    </a:ext>
                  </a:extLst>
                </p:cNvPr>
                <p:cNvSpPr/>
                <p:nvPr/>
              </p:nvSpPr>
              <p:spPr>
                <a:xfrm rot="10800000">
                  <a:off x="10408908" y="5896240"/>
                  <a:ext cx="507963" cy="520581"/>
                </a:xfrm>
                <a:prstGeom prst="ellips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:r>
                    <a:rPr lang="es-CL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-</a:t>
                  </a:r>
                </a:p>
              </p:txBody>
            </p:sp>
          </mc:Choice>
          <mc:Fallback xmlns="">
            <p:sp>
              <p:nvSpPr>
                <p:cNvPr id="75" name="Elipse 74">
                  <a:extLst>
                    <a:ext uri="{FF2B5EF4-FFF2-40B4-BE49-F238E27FC236}">
                      <a16:creationId xmlns:a16="http://schemas.microsoft.com/office/drawing/2014/main" id="{EA0CCDC5-F093-925E-F922-555D5EA7D7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>
                  <a:off x="10408908" y="5896240"/>
                  <a:ext cx="507963" cy="520581"/>
                </a:xfrm>
                <a:prstGeom prst="ellipse">
                  <a:avLst/>
                </a:prstGeom>
                <a:blipFill>
                  <a:blip r:embed="rId24"/>
                  <a:stretch>
                    <a:fillRect t="-24176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Conector recto de flecha 79">
              <a:extLst>
                <a:ext uri="{FF2B5EF4-FFF2-40B4-BE49-F238E27FC236}">
                  <a16:creationId xmlns:a16="http://schemas.microsoft.com/office/drawing/2014/main" id="{B4E39FAB-77C1-8681-D204-313B70F04E79}"/>
                </a:ext>
              </a:extLst>
            </p:cNvPr>
            <p:cNvCxnSpPr>
              <a:cxnSpLocks/>
              <a:stCxn id="75" idx="6"/>
              <a:endCxn id="70" idx="3"/>
            </p:cNvCxnSpPr>
            <p:nvPr/>
          </p:nvCxnSpPr>
          <p:spPr>
            <a:xfrm flipH="1">
              <a:off x="8047481" y="6156530"/>
              <a:ext cx="2361427" cy="2562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Conector: angular 81">
              <a:extLst>
                <a:ext uri="{FF2B5EF4-FFF2-40B4-BE49-F238E27FC236}">
                  <a16:creationId xmlns:a16="http://schemas.microsoft.com/office/drawing/2014/main" id="{25351DD6-58B0-9F7E-124A-1E4CFF26AE0B}"/>
                </a:ext>
              </a:extLst>
            </p:cNvPr>
            <p:cNvCxnSpPr>
              <a:cxnSpLocks/>
              <a:stCxn id="50" idx="2"/>
              <a:endCxn id="84" idx="1"/>
            </p:cNvCxnSpPr>
            <p:nvPr/>
          </p:nvCxnSpPr>
          <p:spPr>
            <a:xfrm rot="16200000" flipH="1">
              <a:off x="9762787" y="4054913"/>
              <a:ext cx="479742" cy="2783227"/>
            </a:xfrm>
            <a:prstGeom prst="bentConnector2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146437BF-FCB1-FCF4-B79A-E52BCB93921C}"/>
                    </a:ext>
                  </a:extLst>
                </p:cNvPr>
                <p:cNvSpPr txBox="1"/>
                <p:nvPr/>
              </p:nvSpPr>
              <p:spPr>
                <a:xfrm>
                  <a:off x="11394272" y="5532509"/>
                  <a:ext cx="53834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146437BF-FCB1-FCF4-B79A-E52BCB9392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4272" y="5532509"/>
                  <a:ext cx="538344" cy="307777"/>
                </a:xfrm>
                <a:prstGeom prst="rect">
                  <a:avLst/>
                </a:prstGeom>
                <a:blipFill>
                  <a:blip r:embed="rId25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CuadroTexto 88">
                  <a:extLst>
                    <a:ext uri="{FF2B5EF4-FFF2-40B4-BE49-F238E27FC236}">
                      <a16:creationId xmlns:a16="http://schemas.microsoft.com/office/drawing/2014/main" id="{AEE00C68-77EF-A3E3-DADC-927897D747AA}"/>
                    </a:ext>
                  </a:extLst>
                </p:cNvPr>
                <p:cNvSpPr txBox="1"/>
                <p:nvPr/>
              </p:nvSpPr>
              <p:spPr>
                <a:xfrm>
                  <a:off x="7810735" y="5892317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89" name="CuadroTexto 88">
                  <a:extLst>
                    <a:ext uri="{FF2B5EF4-FFF2-40B4-BE49-F238E27FC236}">
                      <a16:creationId xmlns:a16="http://schemas.microsoft.com/office/drawing/2014/main" id="{AEE00C68-77EF-A3E3-DADC-927897D747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0735" y="5892317"/>
                  <a:ext cx="1648408" cy="30777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5C9996E4-91DF-3B89-E0C2-874C97261404}"/>
                </a:ext>
              </a:extLst>
            </p:cNvPr>
            <p:cNvSpPr/>
            <p:nvPr/>
          </p:nvSpPr>
          <p:spPr>
            <a:xfrm>
              <a:off x="6502996" y="4159064"/>
              <a:ext cx="4698237" cy="2438453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r"/>
              <a:r>
                <a:rPr lang="en-US" dirty="0">
                  <a:solidFill>
                    <a:srgbClr val="FF0000"/>
                  </a:solidFill>
                </a:rPr>
                <a:t>Sistema </a:t>
              </a:r>
              <a:r>
                <a:rPr lang="en-US" dirty="0" err="1">
                  <a:solidFill>
                    <a:srgbClr val="FF0000"/>
                  </a:solidFill>
                </a:rPr>
                <a:t>Cerrado</a:t>
              </a:r>
              <a:endParaRPr lang="en-US" dirty="0">
                <a:solidFill>
                  <a:srgbClr val="FF0000"/>
                </a:solidFill>
              </a:endParaRP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r"/>
              <a:endParaRPr lang="es-CL" dirty="0"/>
            </a:p>
          </p:txBody>
        </p:sp>
      </p:grpSp>
    </p:spTree>
    <p:extLst>
      <p:ext uri="{BB962C8B-B14F-4D97-AF65-F5344CB8AC3E}">
        <p14:creationId xmlns:p14="http://schemas.microsoft.com/office/powerpoint/2010/main" val="2767421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D829C5DE-74B1-5E26-8EDA-AB1CCD13C6FA}"/>
              </a:ext>
            </a:extLst>
          </p:cNvPr>
          <p:cNvGrpSpPr/>
          <p:nvPr/>
        </p:nvGrpSpPr>
        <p:grpSpPr>
          <a:xfrm>
            <a:off x="415003" y="747115"/>
            <a:ext cx="4549954" cy="1594651"/>
            <a:chOff x="704252" y="1521555"/>
            <a:chExt cx="4549954" cy="15946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1D890B45-87F0-ADA4-3222-1ED0BAF7ABA6}"/>
                    </a:ext>
                  </a:extLst>
                </p:cNvPr>
                <p:cNvSpPr txBox="1"/>
                <p:nvPr/>
              </p:nvSpPr>
              <p:spPr>
                <a:xfrm>
                  <a:off x="3605798" y="1710521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1D890B45-87F0-ADA4-3222-1ED0BAF7AB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5798" y="1710521"/>
                  <a:ext cx="1648408" cy="307777"/>
                </a:xfrm>
                <a:prstGeom prst="rect">
                  <a:avLst/>
                </a:prstGeom>
                <a:blipFill>
                  <a:blip r:embed="rId2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7B95AFD8-F649-EFF4-C41E-754CF31B0C4B}"/>
                </a:ext>
              </a:extLst>
            </p:cNvPr>
            <p:cNvSpPr/>
            <p:nvPr/>
          </p:nvSpPr>
          <p:spPr>
            <a:xfrm>
              <a:off x="1544608" y="1521555"/>
              <a:ext cx="1005004" cy="68571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Planta</a:t>
              </a:r>
            </a:p>
          </p:txBody>
        </p:sp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373AF38F-BAEE-CF66-36F5-5D945914A1DA}"/>
                </a:ext>
              </a:extLst>
            </p:cNvPr>
            <p:cNvCxnSpPr>
              <a:cxnSpLocks/>
            </p:cNvCxnSpPr>
            <p:nvPr/>
          </p:nvCxnSpPr>
          <p:spPr>
            <a:xfrm>
              <a:off x="2549612" y="1864410"/>
              <a:ext cx="1537196" cy="640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5B9ED7C7-821F-1DA3-A8F9-966C0A98CAA9}"/>
                    </a:ext>
                  </a:extLst>
                </p:cNvPr>
                <p:cNvSpPr txBox="1"/>
                <p:nvPr/>
              </p:nvSpPr>
              <p:spPr>
                <a:xfrm>
                  <a:off x="704252" y="1552919"/>
                  <a:ext cx="115241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5B9ED7C7-821F-1DA3-A8F9-966C0A98CA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252" y="1552919"/>
                  <a:ext cx="1152411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ángulo: esquinas redondeadas 11">
                  <a:extLst>
                    <a:ext uri="{FF2B5EF4-FFF2-40B4-BE49-F238E27FC236}">
                      <a16:creationId xmlns:a16="http://schemas.microsoft.com/office/drawing/2014/main" id="{11FCD267-4D0A-207E-68CC-1F8A515EDB85}"/>
                    </a:ext>
                  </a:extLst>
                </p:cNvPr>
                <p:cNvSpPr/>
                <p:nvPr/>
              </p:nvSpPr>
              <p:spPr>
                <a:xfrm>
                  <a:off x="1763486" y="2570005"/>
                  <a:ext cx="591353" cy="546201"/>
                </a:xfrm>
                <a:prstGeom prst="round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ángulo: esquinas redondeadas 11">
                  <a:extLst>
                    <a:ext uri="{FF2B5EF4-FFF2-40B4-BE49-F238E27FC236}">
                      <a16:creationId xmlns:a16="http://schemas.microsoft.com/office/drawing/2014/main" id="{11FCD267-4D0A-207E-68CC-1F8A515EDB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3486" y="2570005"/>
                  <a:ext cx="591353" cy="546201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Conector: angular 12">
              <a:extLst>
                <a:ext uri="{FF2B5EF4-FFF2-40B4-BE49-F238E27FC236}">
                  <a16:creationId xmlns:a16="http://schemas.microsoft.com/office/drawing/2014/main" id="{90D7C3D2-945C-EB12-E817-3D5E7C178A8F}"/>
                </a:ext>
              </a:extLst>
            </p:cNvPr>
            <p:cNvCxnSpPr>
              <a:cxnSpLocks/>
              <a:stCxn id="12" idx="1"/>
              <a:endCxn id="7" idx="1"/>
            </p:cNvCxnSpPr>
            <p:nvPr/>
          </p:nvCxnSpPr>
          <p:spPr>
            <a:xfrm rot="10800000">
              <a:off x="1544608" y="1864410"/>
              <a:ext cx="218878" cy="978696"/>
            </a:xfrm>
            <a:prstGeom prst="bentConnector3">
              <a:avLst>
                <a:gd name="adj1" fmla="val 349382"/>
              </a:avLst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Conector: angular 13">
              <a:extLst>
                <a:ext uri="{FF2B5EF4-FFF2-40B4-BE49-F238E27FC236}">
                  <a16:creationId xmlns:a16="http://schemas.microsoft.com/office/drawing/2014/main" id="{6DA8D2C4-3FA6-8FEC-A564-ACF776D448ED}"/>
                </a:ext>
              </a:extLst>
            </p:cNvPr>
            <p:cNvCxnSpPr>
              <a:cxnSpLocks/>
              <a:stCxn id="7" idx="3"/>
              <a:endCxn id="15" idx="4"/>
            </p:cNvCxnSpPr>
            <p:nvPr/>
          </p:nvCxnSpPr>
          <p:spPr>
            <a:xfrm>
              <a:off x="2549612" y="1864410"/>
              <a:ext cx="850808" cy="731214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Elipse 14">
                  <a:extLst>
                    <a:ext uri="{FF2B5EF4-FFF2-40B4-BE49-F238E27FC236}">
                      <a16:creationId xmlns:a16="http://schemas.microsoft.com/office/drawing/2014/main" id="{B71F8E0C-86D3-E567-1C5A-1BECDEEF0735}"/>
                    </a:ext>
                  </a:extLst>
                </p:cNvPr>
                <p:cNvSpPr/>
                <p:nvPr/>
              </p:nvSpPr>
              <p:spPr>
                <a:xfrm rot="10800000">
                  <a:off x="3146439" y="2595624"/>
                  <a:ext cx="507963" cy="520581"/>
                </a:xfrm>
                <a:prstGeom prst="ellips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US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:r>
                    <a:rPr lang="es-CL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-</a:t>
                  </a:r>
                </a:p>
              </p:txBody>
            </p:sp>
          </mc:Choice>
          <mc:Fallback xmlns="">
            <p:sp>
              <p:nvSpPr>
                <p:cNvPr id="15" name="Elipse 14">
                  <a:extLst>
                    <a:ext uri="{FF2B5EF4-FFF2-40B4-BE49-F238E27FC236}">
                      <a16:creationId xmlns:a16="http://schemas.microsoft.com/office/drawing/2014/main" id="{B71F8E0C-86D3-E567-1C5A-1BECDEEF07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>
                  <a:off x="3146439" y="2595624"/>
                  <a:ext cx="507963" cy="520581"/>
                </a:xfrm>
                <a:prstGeom prst="ellipse">
                  <a:avLst/>
                </a:prstGeom>
                <a:blipFill>
                  <a:blip r:embed="rId5"/>
                  <a:stretch>
                    <a:fillRect t="-25556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1BAF7708-DED3-CCE5-EF83-C783B16A7964}"/>
                </a:ext>
              </a:extLst>
            </p:cNvPr>
            <p:cNvCxnSpPr>
              <a:cxnSpLocks/>
              <a:stCxn id="15" idx="6"/>
              <a:endCxn id="12" idx="3"/>
            </p:cNvCxnSpPr>
            <p:nvPr/>
          </p:nvCxnSpPr>
          <p:spPr>
            <a:xfrm flipH="1" flipV="1">
              <a:off x="2354839" y="2843106"/>
              <a:ext cx="791600" cy="1280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47E8352D-B8A4-6303-ABF3-7CEFF0A7B0FD}"/>
                    </a:ext>
                  </a:extLst>
                </p:cNvPr>
                <p:cNvSpPr txBox="1"/>
                <p:nvPr/>
              </p:nvSpPr>
              <p:spPr>
                <a:xfrm>
                  <a:off x="1918101" y="2570005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47E8352D-B8A4-6303-ABF3-7CEFF0A7B0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8101" y="2570005"/>
                  <a:ext cx="1648408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92C6D1E0-20C8-9697-B4B4-3D8236586738}"/>
              </a:ext>
            </a:extLst>
          </p:cNvPr>
          <p:cNvGrpSpPr/>
          <p:nvPr/>
        </p:nvGrpSpPr>
        <p:grpSpPr>
          <a:xfrm>
            <a:off x="5697159" y="916284"/>
            <a:ext cx="5555041" cy="2254428"/>
            <a:chOff x="6636959" y="953836"/>
            <a:chExt cx="5555041" cy="2254428"/>
          </a:xfrm>
        </p:grpSpPr>
        <p:sp>
          <p:nvSpPr>
            <p:cNvPr id="41" name="Forma libre: forma 40">
              <a:extLst>
                <a:ext uri="{FF2B5EF4-FFF2-40B4-BE49-F238E27FC236}">
                  <a16:creationId xmlns:a16="http://schemas.microsoft.com/office/drawing/2014/main" id="{38D96D5C-5596-BD16-88AF-F390C3AB72E2}"/>
                </a:ext>
              </a:extLst>
            </p:cNvPr>
            <p:cNvSpPr/>
            <p:nvPr/>
          </p:nvSpPr>
          <p:spPr>
            <a:xfrm>
              <a:off x="7203233" y="1612728"/>
              <a:ext cx="1334277" cy="458668"/>
            </a:xfrm>
            <a:custGeom>
              <a:avLst/>
              <a:gdLst>
                <a:gd name="connsiteX0" fmla="*/ 0 w 1334277"/>
                <a:gd name="connsiteY0" fmla="*/ 458668 h 458668"/>
                <a:gd name="connsiteX1" fmla="*/ 438538 w 1334277"/>
                <a:gd name="connsiteY1" fmla="*/ 10799 h 458668"/>
                <a:gd name="connsiteX2" fmla="*/ 1091681 w 1334277"/>
                <a:gd name="connsiteY2" fmla="*/ 141427 h 458668"/>
                <a:gd name="connsiteX3" fmla="*/ 1334277 w 1334277"/>
                <a:gd name="connsiteY3" fmla="*/ 169419 h 45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4277" h="458668">
                  <a:moveTo>
                    <a:pt x="0" y="458668"/>
                  </a:moveTo>
                  <a:cubicBezTo>
                    <a:pt x="128295" y="261170"/>
                    <a:pt x="256591" y="63672"/>
                    <a:pt x="438538" y="10799"/>
                  </a:cubicBezTo>
                  <a:cubicBezTo>
                    <a:pt x="620485" y="-42074"/>
                    <a:pt x="942391" y="114990"/>
                    <a:pt x="1091681" y="141427"/>
                  </a:cubicBezTo>
                  <a:cubicBezTo>
                    <a:pt x="1240971" y="167864"/>
                    <a:pt x="1287624" y="168641"/>
                    <a:pt x="1334277" y="169419"/>
                  </a:cubicBezTo>
                </a:path>
              </a:pathLst>
            </a:custGeom>
            <a:noFill/>
            <a:ln w="28575">
              <a:solidFill>
                <a:srgbClr val="FF66FF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dk1"/>
                </a:solidFill>
              </a:endParaRPr>
            </a:p>
          </p:txBody>
        </p: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19B02B5C-9309-0775-C118-F08A5A8637D7}"/>
                </a:ext>
              </a:extLst>
            </p:cNvPr>
            <p:cNvSpPr/>
            <p:nvPr/>
          </p:nvSpPr>
          <p:spPr>
            <a:xfrm rot="8747706" flipH="1">
              <a:off x="8543142" y="1235879"/>
              <a:ext cx="1843755" cy="417795"/>
            </a:xfrm>
            <a:custGeom>
              <a:avLst/>
              <a:gdLst>
                <a:gd name="connsiteX0" fmla="*/ 0 w 1334277"/>
                <a:gd name="connsiteY0" fmla="*/ 458668 h 458668"/>
                <a:gd name="connsiteX1" fmla="*/ 438538 w 1334277"/>
                <a:gd name="connsiteY1" fmla="*/ 10799 h 458668"/>
                <a:gd name="connsiteX2" fmla="*/ 1091681 w 1334277"/>
                <a:gd name="connsiteY2" fmla="*/ 141427 h 458668"/>
                <a:gd name="connsiteX3" fmla="*/ 1334277 w 1334277"/>
                <a:gd name="connsiteY3" fmla="*/ 169419 h 458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4277" h="458668">
                  <a:moveTo>
                    <a:pt x="0" y="458668"/>
                  </a:moveTo>
                  <a:cubicBezTo>
                    <a:pt x="128295" y="261170"/>
                    <a:pt x="256591" y="63672"/>
                    <a:pt x="438538" y="10799"/>
                  </a:cubicBezTo>
                  <a:cubicBezTo>
                    <a:pt x="620485" y="-42074"/>
                    <a:pt x="942391" y="114990"/>
                    <a:pt x="1091681" y="141427"/>
                  </a:cubicBezTo>
                  <a:cubicBezTo>
                    <a:pt x="1240971" y="167864"/>
                    <a:pt x="1287624" y="168641"/>
                    <a:pt x="1334277" y="169419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rgbClr val="FF0000"/>
                </a:solidFill>
              </a:endParaRPr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F7C04B3F-1C87-5A44-2B8F-490A4D172B31}"/>
                </a:ext>
              </a:extLst>
            </p:cNvPr>
            <p:cNvSpPr/>
            <p:nvPr/>
          </p:nvSpPr>
          <p:spPr>
            <a:xfrm>
              <a:off x="7128771" y="2034096"/>
              <a:ext cx="100800" cy="10168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782C0616-E811-E829-5EC2-A1F41013F594}"/>
                    </a:ext>
                  </a:extLst>
                </p:cNvPr>
                <p:cNvSpPr txBox="1"/>
                <p:nvPr/>
              </p:nvSpPr>
              <p:spPr>
                <a:xfrm>
                  <a:off x="6636959" y="2103342"/>
                  <a:ext cx="108442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782C0616-E811-E829-5EC2-A1F41013F5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6959" y="2103342"/>
                  <a:ext cx="1084423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02D9C799-04BA-2CC6-E943-4D7753A144F9}"/>
                    </a:ext>
                  </a:extLst>
                </p:cNvPr>
                <p:cNvSpPr txBox="1"/>
                <p:nvPr/>
              </p:nvSpPr>
              <p:spPr>
                <a:xfrm>
                  <a:off x="9387705" y="1658275"/>
                  <a:ext cx="1084423" cy="3390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sz="14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4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sub>
                          <m:sup>
                            <m:r>
                              <a:rPr lang="en-US" sz="14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p>
                        </m:sSubSup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02D9C799-04BA-2CC6-E943-4D7753A144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87705" y="1658275"/>
                  <a:ext cx="1084423" cy="33906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44D2E15B-3B9E-8D98-E403-34E463B529F1}"/>
                </a:ext>
              </a:extLst>
            </p:cNvPr>
            <p:cNvSpPr/>
            <p:nvPr/>
          </p:nvSpPr>
          <p:spPr>
            <a:xfrm>
              <a:off x="8511172" y="1740378"/>
              <a:ext cx="100800" cy="10168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69BB0BA7-EA7A-CE04-A68A-08C028B54221}"/>
                    </a:ext>
                  </a:extLst>
                </p:cNvPr>
                <p:cNvSpPr txBox="1"/>
                <p:nvPr/>
              </p:nvSpPr>
              <p:spPr>
                <a:xfrm>
                  <a:off x="7956692" y="1914282"/>
                  <a:ext cx="134475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69BB0BA7-EA7A-CE04-A68A-08C028B542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6692" y="1914282"/>
                  <a:ext cx="1344753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41B4BE67-9D99-93CA-A98C-E4FC71497B25}"/>
                </a:ext>
              </a:extLst>
            </p:cNvPr>
            <p:cNvCxnSpPr>
              <a:cxnSpLocks/>
            </p:cNvCxnSpPr>
            <p:nvPr/>
          </p:nvCxnSpPr>
          <p:spPr>
            <a:xfrm>
              <a:off x="9555480" y="1437905"/>
              <a:ext cx="20320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9BA52459-6928-1880-46CE-B81E1B64A6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800" y="1432825"/>
              <a:ext cx="55880" cy="17990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7EA624E8-6282-5553-271D-BB42E7F628CF}"/>
                    </a:ext>
                  </a:extLst>
                </p:cNvPr>
                <p:cNvSpPr txBox="1"/>
                <p:nvPr/>
              </p:nvSpPr>
              <p:spPr>
                <a:xfrm>
                  <a:off x="9850317" y="1023799"/>
                  <a:ext cx="108442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7EA624E8-6282-5553-271D-BB42E7F62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0317" y="1023799"/>
                  <a:ext cx="1084423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EA496E26-3796-A69F-EC08-6BB9112B7220}"/>
                </a:ext>
              </a:extLst>
            </p:cNvPr>
            <p:cNvSpPr/>
            <p:nvPr/>
          </p:nvSpPr>
          <p:spPr>
            <a:xfrm>
              <a:off x="10173370" y="953836"/>
              <a:ext cx="100800" cy="10168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CuadroTexto 54">
                  <a:extLst>
                    <a:ext uri="{FF2B5EF4-FFF2-40B4-BE49-F238E27FC236}">
                      <a16:creationId xmlns:a16="http://schemas.microsoft.com/office/drawing/2014/main" id="{C1692969-13FD-A50A-73FF-665709C94A35}"/>
                    </a:ext>
                  </a:extLst>
                </p:cNvPr>
                <p:cNvSpPr txBox="1"/>
                <p:nvPr/>
              </p:nvSpPr>
              <p:spPr>
                <a:xfrm>
                  <a:off x="7128771" y="1208084"/>
                  <a:ext cx="1084423" cy="3465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400" b="0" i="1" dirty="0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b="0" i="1" dirty="0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400" i="1" dirty="0">
                                    <a:solidFill>
                                      <a:srgbClr val="FF66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b="0" i="1" dirty="0" smtClean="0">
                                    <a:solidFill>
                                      <a:srgbClr val="FF66F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 dirty="0">
                                    <a:solidFill>
                                      <a:srgbClr val="FF66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400" i="1" dirty="0">
                                        <a:solidFill>
                                          <a:srgbClr val="FF66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solidFill>
                                          <a:srgbClr val="FF66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rgbClr val="FF66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sub>
                          <m:sup>
                            <m:r>
                              <a:rPr lang="en-US" sz="1400" b="0" i="1" dirty="0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p>
                        </m:sSubSup>
                      </m:oMath>
                    </m:oMathPara>
                  </a14:m>
                  <a:endParaRPr lang="es-CL" sz="1400" dirty="0">
                    <a:solidFill>
                      <a:srgbClr val="FF66FF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CuadroTexto 54">
                  <a:extLst>
                    <a:ext uri="{FF2B5EF4-FFF2-40B4-BE49-F238E27FC236}">
                      <a16:creationId xmlns:a16="http://schemas.microsoft.com/office/drawing/2014/main" id="{C1692969-13FD-A50A-73FF-665709C94A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771" y="1208084"/>
                  <a:ext cx="1084423" cy="34657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3F2BEB8E-F40D-1847-9E0F-3D6B62D3BB6A}"/>
                </a:ext>
              </a:extLst>
            </p:cNvPr>
            <p:cNvCxnSpPr/>
            <p:nvPr/>
          </p:nvCxnSpPr>
          <p:spPr>
            <a:xfrm>
              <a:off x="7491207" y="2715162"/>
              <a:ext cx="958086" cy="0"/>
            </a:xfrm>
            <a:prstGeom prst="line">
              <a:avLst/>
            </a:prstGeom>
            <a:noFill/>
            <a:ln w="28575">
              <a:solidFill>
                <a:srgbClr val="FF66FF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0D3C8046-6B3E-C674-4810-D84BE753F30B}"/>
                    </a:ext>
                  </a:extLst>
                </p:cNvPr>
                <p:cNvSpPr txBox="1"/>
                <p:nvPr/>
              </p:nvSpPr>
              <p:spPr>
                <a:xfrm>
                  <a:off x="8511172" y="2561273"/>
                  <a:ext cx="335062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FF66FF"/>
                      </a:solidFill>
                    </a:rPr>
                    <a:t>Trayectoria </a:t>
                  </a:r>
                  <a:r>
                    <a:rPr lang="en-US" sz="1400" dirty="0" err="1">
                      <a:solidFill>
                        <a:srgbClr val="FF66FF"/>
                      </a:solidFill>
                    </a:rPr>
                    <a:t>óptima</a:t>
                  </a:r>
                  <a:r>
                    <a:rPr lang="en-US" sz="1400" dirty="0">
                      <a:solidFill>
                        <a:srgbClr val="FF66FF"/>
                      </a:solidFill>
                    </a:rPr>
                    <a:t> </a:t>
                  </a:r>
                  <a:r>
                    <a:rPr lang="en-US" sz="1400" dirty="0" err="1">
                      <a:solidFill>
                        <a:srgbClr val="FF66FF"/>
                      </a:solidFill>
                    </a:rPr>
                    <a:t>partiendo</a:t>
                  </a:r>
                  <a:r>
                    <a:rPr lang="en-US" sz="1400" dirty="0">
                      <a:solidFill>
                        <a:srgbClr val="FF66FF"/>
                      </a:solidFill>
                    </a:rPr>
                    <a:t> </a:t>
                  </a:r>
                  <a:r>
                    <a:rPr lang="en-US" sz="1400" dirty="0" err="1">
                      <a:solidFill>
                        <a:srgbClr val="FF66FF"/>
                      </a:solidFill>
                    </a:rPr>
                    <a:t>en</a:t>
                  </a:r>
                  <a:r>
                    <a:rPr lang="en-US" sz="1400" dirty="0">
                      <a:solidFill>
                        <a:srgbClr val="FF66FF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66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s-CL" sz="1400" dirty="0">
                      <a:solidFill>
                        <a:srgbClr val="FF66FF"/>
                      </a:solidFill>
                    </a:rPr>
                    <a:t> y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66FF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a14:m>
                  <a:endParaRPr lang="es-CL" sz="1400" dirty="0">
                    <a:solidFill>
                      <a:srgbClr val="FF66FF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0D3C8046-6B3E-C674-4810-D84BE753F3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1172" y="2561273"/>
                  <a:ext cx="3350628" cy="307777"/>
                </a:xfrm>
                <a:prstGeom prst="rect">
                  <a:avLst/>
                </a:prstGeom>
                <a:blipFill>
                  <a:blip r:embed="rId12"/>
                  <a:stretch>
                    <a:fillRect l="-545" t="-4000" b="-20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7DE5ECE4-84E7-881E-38D1-F9A2640D78F8}"/>
                </a:ext>
              </a:extLst>
            </p:cNvPr>
            <p:cNvCxnSpPr/>
            <p:nvPr/>
          </p:nvCxnSpPr>
          <p:spPr>
            <a:xfrm>
              <a:off x="7524359" y="3054376"/>
              <a:ext cx="95808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722873A5-D5EF-536E-9ED8-F98CE5C36E14}"/>
                    </a:ext>
                  </a:extLst>
                </p:cNvPr>
                <p:cNvSpPr txBox="1"/>
                <p:nvPr/>
              </p:nvSpPr>
              <p:spPr>
                <a:xfrm>
                  <a:off x="8544324" y="2900487"/>
                  <a:ext cx="36476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rgbClr val="FF0000"/>
                      </a:solidFill>
                    </a:rPr>
                    <a:t>Trayectoria </a:t>
                  </a:r>
                  <a:r>
                    <a:rPr lang="en-US" sz="1400" dirty="0" err="1">
                      <a:solidFill>
                        <a:srgbClr val="FF0000"/>
                      </a:solidFill>
                    </a:rPr>
                    <a:t>óptima</a:t>
                  </a:r>
                  <a:r>
                    <a:rPr lang="en-US" sz="1400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1400" dirty="0" err="1">
                      <a:solidFill>
                        <a:srgbClr val="FF0000"/>
                      </a:solidFill>
                    </a:rPr>
                    <a:t>partiendo</a:t>
                  </a:r>
                  <a:r>
                    <a:rPr lang="en-US" sz="1400" dirty="0">
                      <a:solidFill>
                        <a:srgbClr val="FF0000"/>
                      </a:solidFill>
                    </a:rPr>
                    <a:t> </a:t>
                  </a:r>
                  <a:r>
                    <a:rPr lang="en-US" sz="1400" dirty="0" err="1">
                      <a:solidFill>
                        <a:srgbClr val="FF0000"/>
                      </a:solidFill>
                    </a:rPr>
                    <a:t>en</a:t>
                  </a:r>
                  <a:r>
                    <a:rPr lang="en-US" sz="1400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a14:m>
                  <a:r>
                    <a:rPr lang="es-CL" sz="1400" dirty="0">
                      <a:solidFill>
                        <a:srgbClr val="FF0000"/>
                      </a:solidFill>
                    </a:rPr>
                    <a:t> 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722873A5-D5EF-536E-9ED8-F98CE5C36E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4324" y="2900487"/>
                  <a:ext cx="3647676" cy="307777"/>
                </a:xfrm>
                <a:prstGeom prst="rect">
                  <a:avLst/>
                </a:prstGeom>
                <a:blipFill>
                  <a:blip r:embed="rId13"/>
                  <a:stretch>
                    <a:fillRect l="-501" t="-4000" b="-20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564706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upo 47">
            <a:extLst>
              <a:ext uri="{FF2B5EF4-FFF2-40B4-BE49-F238E27FC236}">
                <a16:creationId xmlns:a16="http://schemas.microsoft.com/office/drawing/2014/main" id="{ADADDEC5-123D-9871-7054-B088138D4614}"/>
              </a:ext>
            </a:extLst>
          </p:cNvPr>
          <p:cNvGrpSpPr/>
          <p:nvPr/>
        </p:nvGrpSpPr>
        <p:grpSpPr>
          <a:xfrm>
            <a:off x="283984" y="453885"/>
            <a:ext cx="5376604" cy="2558967"/>
            <a:chOff x="1161061" y="1526905"/>
            <a:chExt cx="5376604" cy="2558967"/>
          </a:xfrm>
        </p:grpSpPr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FF1B448D-EB4B-A775-D2AA-57D9DCC363F0}"/>
                </a:ext>
              </a:extLst>
            </p:cNvPr>
            <p:cNvCxnSpPr>
              <a:cxnSpLocks/>
            </p:cNvCxnSpPr>
            <p:nvPr/>
          </p:nvCxnSpPr>
          <p:spPr>
            <a:xfrm>
              <a:off x="5708340" y="2640804"/>
              <a:ext cx="0" cy="19143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D5D34FF4-4F1A-B3E1-27BA-705655D2CD4D}"/>
                    </a:ext>
                  </a:extLst>
                </p:cNvPr>
                <p:cNvSpPr txBox="1"/>
                <p:nvPr/>
              </p:nvSpPr>
              <p:spPr>
                <a:xfrm>
                  <a:off x="2881106" y="3347208"/>
                  <a:ext cx="6225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D5D34FF4-4F1A-B3E1-27BA-705655D2CD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1106" y="3347208"/>
                  <a:ext cx="622590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30392"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C8476BE8-97AF-2692-1899-C28CC9F4362C}"/>
                </a:ext>
              </a:extLst>
            </p:cNvPr>
            <p:cNvCxnSpPr>
              <a:cxnSpLocks/>
            </p:cNvCxnSpPr>
            <p:nvPr/>
          </p:nvCxnSpPr>
          <p:spPr>
            <a:xfrm>
              <a:off x="3490354" y="2696676"/>
              <a:ext cx="0" cy="19143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C8DE4933-E3EE-87DE-821A-2CF6F9CA81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9053" y="1886393"/>
              <a:ext cx="1413" cy="1542607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A4668E35-D1B5-5D4E-2978-6E05B0D95D1B}"/>
                </a:ext>
              </a:extLst>
            </p:cNvPr>
            <p:cNvCxnSpPr>
              <a:cxnSpLocks/>
            </p:cNvCxnSpPr>
            <p:nvPr/>
          </p:nvCxnSpPr>
          <p:spPr>
            <a:xfrm>
              <a:off x="1969053" y="2755434"/>
              <a:ext cx="423912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55228572-FE5C-4ED8-4A03-DC151C1B17E6}"/>
                    </a:ext>
                  </a:extLst>
                </p:cNvPr>
                <p:cNvSpPr txBox="1"/>
                <p:nvPr/>
              </p:nvSpPr>
              <p:spPr>
                <a:xfrm>
                  <a:off x="1294391" y="1526905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55228572-FE5C-4ED8-4A03-DC151C1B17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4391" y="1526905"/>
                  <a:ext cx="1352150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A6DDF27A-DC77-6657-8B99-845CCF498820}"/>
                    </a:ext>
                  </a:extLst>
                </p:cNvPr>
                <p:cNvSpPr txBox="1"/>
                <p:nvPr/>
              </p:nvSpPr>
              <p:spPr>
                <a:xfrm>
                  <a:off x="6145476" y="2571143"/>
                  <a:ext cx="392189" cy="368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A6DDF27A-DC77-6657-8B99-845CCF4988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5476" y="2571143"/>
                  <a:ext cx="392189" cy="36858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CC62D89A-E251-F2D0-762C-7F369F9E9BE9}"/>
                    </a:ext>
                  </a:extLst>
                </p:cNvPr>
                <p:cNvSpPr txBox="1"/>
                <p:nvPr/>
              </p:nvSpPr>
              <p:spPr>
                <a:xfrm>
                  <a:off x="1161061" y="2564503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CC62D89A-E251-F2D0-762C-7F369F9E9B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061" y="2564503"/>
                  <a:ext cx="135215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4B3CEF78-84FB-AF26-A49D-9CEABACF98E1}"/>
                    </a:ext>
                  </a:extLst>
                </p:cNvPr>
                <p:cNvSpPr txBox="1"/>
                <p:nvPr/>
              </p:nvSpPr>
              <p:spPr>
                <a:xfrm>
                  <a:off x="1837136" y="2782594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4B3CEF78-84FB-AF26-A49D-9CEABACF98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7136" y="2782594"/>
                  <a:ext cx="135215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D760B993-ED34-0F9D-E413-DA0419AE4ED0}"/>
                </a:ext>
              </a:extLst>
            </p:cNvPr>
            <p:cNvCxnSpPr>
              <a:cxnSpLocks/>
            </p:cNvCxnSpPr>
            <p:nvPr/>
          </p:nvCxnSpPr>
          <p:spPr>
            <a:xfrm>
              <a:off x="2456161" y="2659717"/>
              <a:ext cx="0" cy="19143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FE40D7ED-DE56-DEF4-0F7A-4346962C1115}"/>
                </a:ext>
              </a:extLst>
            </p:cNvPr>
            <p:cNvCxnSpPr>
              <a:cxnSpLocks/>
            </p:cNvCxnSpPr>
            <p:nvPr/>
          </p:nvCxnSpPr>
          <p:spPr>
            <a:xfrm>
              <a:off x="2999724" y="2669047"/>
              <a:ext cx="0" cy="19143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15A80EAB-73CF-FE65-C4C5-60B7E8A06CA7}"/>
                    </a:ext>
                  </a:extLst>
                </p:cNvPr>
                <p:cNvSpPr txBox="1"/>
                <p:nvPr/>
              </p:nvSpPr>
              <p:spPr>
                <a:xfrm>
                  <a:off x="2323649" y="2327344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15A80EAB-73CF-FE65-C4C5-60B7E8A06C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3649" y="2327344"/>
                  <a:ext cx="135215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CADBF523-1ED9-DCBA-5462-DF24A383EC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6161" y="2114687"/>
              <a:ext cx="0" cy="6344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22D178A1-6DAC-8194-96F6-A69575198CD6}"/>
                </a:ext>
              </a:extLst>
            </p:cNvPr>
            <p:cNvSpPr/>
            <p:nvPr/>
          </p:nvSpPr>
          <p:spPr>
            <a:xfrm>
              <a:off x="2404676" y="2076842"/>
              <a:ext cx="100800" cy="101684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F3443A71-B572-9773-4A70-7EB69BF5B91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991172" y="2749169"/>
              <a:ext cx="0" cy="6344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E52D48A3-15BD-8E32-ED13-9BB12C59799E}"/>
                </a:ext>
              </a:extLst>
            </p:cNvPr>
            <p:cNvSpPr/>
            <p:nvPr/>
          </p:nvSpPr>
          <p:spPr>
            <a:xfrm rot="10800000">
              <a:off x="2941857" y="3319812"/>
              <a:ext cx="100800" cy="101684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65865E9B-25AA-DE14-5F94-522FADCA39E8}"/>
                    </a:ext>
                  </a:extLst>
                </p:cNvPr>
                <p:cNvSpPr txBox="1"/>
                <p:nvPr/>
              </p:nvSpPr>
              <p:spPr>
                <a:xfrm>
                  <a:off x="2377134" y="1754342"/>
                  <a:ext cx="6225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65865E9B-25AA-DE14-5F94-522FADCA39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7134" y="1754342"/>
                  <a:ext cx="622590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29412"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B543DFDB-F894-18B6-86F1-5EBB040816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5034" y="2327344"/>
              <a:ext cx="0" cy="43081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85240253-32C4-C883-23F4-DDDA47C4F563}"/>
                </a:ext>
              </a:extLst>
            </p:cNvPr>
            <p:cNvSpPr/>
            <p:nvPr/>
          </p:nvSpPr>
          <p:spPr>
            <a:xfrm>
              <a:off x="3434634" y="2234087"/>
              <a:ext cx="100800" cy="101684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0EB8B7FE-C0A9-A040-F0FE-D0304B27CE5C}"/>
                    </a:ext>
                  </a:extLst>
                </p:cNvPr>
                <p:cNvSpPr txBox="1"/>
                <p:nvPr/>
              </p:nvSpPr>
              <p:spPr>
                <a:xfrm>
                  <a:off x="3321203" y="1886393"/>
                  <a:ext cx="6225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0EB8B7FE-C0A9-A040-F0FE-D0304B27CE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1203" y="1886393"/>
                  <a:ext cx="622590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30392"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E6898295-C863-1DD8-45B4-8206A61D0B83}"/>
                    </a:ext>
                  </a:extLst>
                </p:cNvPr>
                <p:cNvSpPr txBox="1"/>
                <p:nvPr/>
              </p:nvSpPr>
              <p:spPr>
                <a:xfrm>
                  <a:off x="2971744" y="2768772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E6898295-C863-1DD8-45B4-8206A61D0B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744" y="2768772"/>
                  <a:ext cx="1352150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47DDC859-4B97-6DBA-17C3-3BC4349D578F}"/>
                    </a:ext>
                  </a:extLst>
                </p:cNvPr>
                <p:cNvSpPr txBox="1"/>
                <p:nvPr/>
              </p:nvSpPr>
              <p:spPr>
                <a:xfrm>
                  <a:off x="5649699" y="3716540"/>
                  <a:ext cx="6225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47DDC859-4B97-6DBA-17C3-3BC4349D57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9699" y="3716540"/>
                  <a:ext cx="622590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40196"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CuadroTexto 41">
                  <a:extLst>
                    <a:ext uri="{FF2B5EF4-FFF2-40B4-BE49-F238E27FC236}">
                      <a16:creationId xmlns:a16="http://schemas.microsoft.com/office/drawing/2014/main" id="{DCA9ADE6-90C0-A9E2-5E2F-43A35CB61A67}"/>
                    </a:ext>
                  </a:extLst>
                </p:cNvPr>
                <p:cNvSpPr txBox="1"/>
                <p:nvPr/>
              </p:nvSpPr>
              <p:spPr>
                <a:xfrm>
                  <a:off x="5032265" y="2309298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n-US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2" name="CuadroTexto 41">
                  <a:extLst>
                    <a:ext uri="{FF2B5EF4-FFF2-40B4-BE49-F238E27FC236}">
                      <a16:creationId xmlns:a16="http://schemas.microsoft.com/office/drawing/2014/main" id="{DCA9ADE6-90C0-A9E2-5E2F-43A35CB61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2265" y="2309298"/>
                  <a:ext cx="135215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DC3E5D7C-E92D-AE4E-6AC6-A91509BCB6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8339" y="2757596"/>
              <a:ext cx="4011" cy="958944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C2945A4C-EB82-9684-70D2-EC9BA38A01EB}"/>
                </a:ext>
              </a:extLst>
            </p:cNvPr>
            <p:cNvSpPr/>
            <p:nvPr/>
          </p:nvSpPr>
          <p:spPr>
            <a:xfrm rot="10800000">
              <a:off x="5657939" y="3722129"/>
              <a:ext cx="100800" cy="101684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23B9E083-1DD9-E024-F06F-5EA99131C879}"/>
                </a:ext>
              </a:extLst>
            </p:cNvPr>
            <p:cNvSpPr txBox="1"/>
            <p:nvPr/>
          </p:nvSpPr>
          <p:spPr>
            <a:xfrm>
              <a:off x="4302497" y="2779388"/>
              <a:ext cx="1450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</a:rPr>
                <a:t>…</a:t>
              </a:r>
              <a:endParaRPr lang="es-CL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B08A5E2D-1AD4-8623-1BF7-9EDC484AACCA}"/>
              </a:ext>
            </a:extLst>
          </p:cNvPr>
          <p:cNvGrpSpPr/>
          <p:nvPr/>
        </p:nvGrpSpPr>
        <p:grpSpPr>
          <a:xfrm>
            <a:off x="283984" y="3230312"/>
            <a:ext cx="5376604" cy="2036414"/>
            <a:chOff x="1161061" y="1526905"/>
            <a:chExt cx="5376604" cy="20364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AC961789-8DE5-5C56-85CF-E4BD184165C3}"/>
                    </a:ext>
                  </a:extLst>
                </p:cNvPr>
                <p:cNvSpPr txBox="1"/>
                <p:nvPr/>
              </p:nvSpPr>
              <p:spPr>
                <a:xfrm>
                  <a:off x="2889287" y="2367483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AC961789-8DE5-5C56-85CF-E4BD184165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9287" y="2367483"/>
                  <a:ext cx="135215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B5A2BD7B-EAF0-ED4F-A710-99D53A4346AC}"/>
                </a:ext>
              </a:extLst>
            </p:cNvPr>
            <p:cNvCxnSpPr>
              <a:cxnSpLocks/>
            </p:cNvCxnSpPr>
            <p:nvPr/>
          </p:nvCxnSpPr>
          <p:spPr>
            <a:xfrm>
              <a:off x="5708340" y="2640804"/>
              <a:ext cx="0" cy="19143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1589463C-B5C0-9148-6E6F-3C732ABF23B5}"/>
                    </a:ext>
                  </a:extLst>
                </p:cNvPr>
                <p:cNvSpPr txBox="1"/>
                <p:nvPr/>
              </p:nvSpPr>
              <p:spPr>
                <a:xfrm>
                  <a:off x="2767894" y="1751421"/>
                  <a:ext cx="6225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1589463C-B5C0-9148-6E6F-3C732ABF23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7894" y="1751421"/>
                  <a:ext cx="622590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31373"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887882AF-61B1-1677-8F9B-CFEA8CA5D071}"/>
                </a:ext>
              </a:extLst>
            </p:cNvPr>
            <p:cNvCxnSpPr>
              <a:cxnSpLocks/>
            </p:cNvCxnSpPr>
            <p:nvPr/>
          </p:nvCxnSpPr>
          <p:spPr>
            <a:xfrm>
              <a:off x="3490354" y="2696676"/>
              <a:ext cx="0" cy="19143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3D2843B2-777E-460C-F164-73B0E4C9D5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9053" y="1886393"/>
              <a:ext cx="1413" cy="1542607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13343973-9932-3FB7-D804-2A449404BE93}"/>
                </a:ext>
              </a:extLst>
            </p:cNvPr>
            <p:cNvCxnSpPr>
              <a:cxnSpLocks/>
            </p:cNvCxnSpPr>
            <p:nvPr/>
          </p:nvCxnSpPr>
          <p:spPr>
            <a:xfrm>
              <a:off x="1969053" y="2755434"/>
              <a:ext cx="423912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CuadroTexto 54">
                  <a:extLst>
                    <a:ext uri="{FF2B5EF4-FFF2-40B4-BE49-F238E27FC236}">
                      <a16:creationId xmlns:a16="http://schemas.microsoft.com/office/drawing/2014/main" id="{D7654631-BE1E-B2A2-AC89-FCF9048DED39}"/>
                    </a:ext>
                  </a:extLst>
                </p:cNvPr>
                <p:cNvSpPr txBox="1"/>
                <p:nvPr/>
              </p:nvSpPr>
              <p:spPr>
                <a:xfrm>
                  <a:off x="1294391" y="1526905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CuadroTexto 54">
                  <a:extLst>
                    <a:ext uri="{FF2B5EF4-FFF2-40B4-BE49-F238E27FC236}">
                      <a16:creationId xmlns:a16="http://schemas.microsoft.com/office/drawing/2014/main" id="{D7654631-BE1E-B2A2-AC89-FCF9048DED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4391" y="1526905"/>
                  <a:ext cx="1352150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CuadroTexto 55">
                  <a:extLst>
                    <a:ext uri="{FF2B5EF4-FFF2-40B4-BE49-F238E27FC236}">
                      <a16:creationId xmlns:a16="http://schemas.microsoft.com/office/drawing/2014/main" id="{5549DEB0-66AF-AD58-6600-62DE435B1648}"/>
                    </a:ext>
                  </a:extLst>
                </p:cNvPr>
                <p:cNvSpPr txBox="1"/>
                <p:nvPr/>
              </p:nvSpPr>
              <p:spPr>
                <a:xfrm>
                  <a:off x="6145476" y="2571143"/>
                  <a:ext cx="392189" cy="368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56" name="CuadroTexto 55">
                  <a:extLst>
                    <a:ext uri="{FF2B5EF4-FFF2-40B4-BE49-F238E27FC236}">
                      <a16:creationId xmlns:a16="http://schemas.microsoft.com/office/drawing/2014/main" id="{5549DEB0-66AF-AD58-6600-62DE435B1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5476" y="2571143"/>
                  <a:ext cx="392189" cy="36858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CuadroTexto 56">
                  <a:extLst>
                    <a:ext uri="{FF2B5EF4-FFF2-40B4-BE49-F238E27FC236}">
                      <a16:creationId xmlns:a16="http://schemas.microsoft.com/office/drawing/2014/main" id="{19D3621D-8B15-0C42-5BB0-537037D07BB0}"/>
                    </a:ext>
                  </a:extLst>
                </p:cNvPr>
                <p:cNvSpPr txBox="1"/>
                <p:nvPr/>
              </p:nvSpPr>
              <p:spPr>
                <a:xfrm>
                  <a:off x="1161061" y="2564503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CuadroTexto 56">
                  <a:extLst>
                    <a:ext uri="{FF2B5EF4-FFF2-40B4-BE49-F238E27FC236}">
                      <a16:creationId xmlns:a16="http://schemas.microsoft.com/office/drawing/2014/main" id="{19D3621D-8B15-0C42-5BB0-537037D07B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061" y="2564503"/>
                  <a:ext cx="1352150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366540B0-F0F2-0269-7E5A-D7E4C6C7F3FA}"/>
                    </a:ext>
                  </a:extLst>
                </p:cNvPr>
                <p:cNvSpPr txBox="1"/>
                <p:nvPr/>
              </p:nvSpPr>
              <p:spPr>
                <a:xfrm>
                  <a:off x="1837136" y="2782594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366540B0-F0F2-0269-7E5A-D7E4C6C7F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7136" y="2782594"/>
                  <a:ext cx="1352150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C1F24DD2-A0BF-F1DE-08A2-1D2FD24B927A}"/>
                </a:ext>
              </a:extLst>
            </p:cNvPr>
            <p:cNvCxnSpPr>
              <a:cxnSpLocks/>
            </p:cNvCxnSpPr>
            <p:nvPr/>
          </p:nvCxnSpPr>
          <p:spPr>
            <a:xfrm>
              <a:off x="2456161" y="2659717"/>
              <a:ext cx="0" cy="19143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B83D6F64-40C1-6726-73E8-939B8AD70AD7}"/>
                </a:ext>
              </a:extLst>
            </p:cNvPr>
            <p:cNvCxnSpPr>
              <a:cxnSpLocks/>
            </p:cNvCxnSpPr>
            <p:nvPr/>
          </p:nvCxnSpPr>
          <p:spPr>
            <a:xfrm>
              <a:off x="2999724" y="2669047"/>
              <a:ext cx="0" cy="191435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CuadroTexto 60">
                  <a:extLst>
                    <a:ext uri="{FF2B5EF4-FFF2-40B4-BE49-F238E27FC236}">
                      <a16:creationId xmlns:a16="http://schemas.microsoft.com/office/drawing/2014/main" id="{67CC93E2-EAC4-CDBD-ACDF-5DC2CEB6B3B0}"/>
                    </a:ext>
                  </a:extLst>
                </p:cNvPr>
                <p:cNvSpPr txBox="1"/>
                <p:nvPr/>
              </p:nvSpPr>
              <p:spPr>
                <a:xfrm>
                  <a:off x="2355913" y="2783307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1" name="CuadroTexto 60">
                  <a:extLst>
                    <a:ext uri="{FF2B5EF4-FFF2-40B4-BE49-F238E27FC236}">
                      <a16:creationId xmlns:a16="http://schemas.microsoft.com/office/drawing/2014/main" id="{67CC93E2-EAC4-CDBD-ACDF-5DC2CEB6B3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5913" y="2783307"/>
                  <a:ext cx="1352150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AE1CC98F-2BE5-110C-FA27-106D9B5C78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5076" y="2419413"/>
              <a:ext cx="1085" cy="329756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9F009330-E2AC-95C0-0875-F6F24B2257BD}"/>
                </a:ext>
              </a:extLst>
            </p:cNvPr>
            <p:cNvSpPr/>
            <p:nvPr/>
          </p:nvSpPr>
          <p:spPr>
            <a:xfrm>
              <a:off x="2404676" y="2328995"/>
              <a:ext cx="100800" cy="101684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0F482C9D-7B34-3F4E-E786-9A1DF932429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999103" y="2144706"/>
              <a:ext cx="0" cy="63448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EAFA7D1B-5ACE-FAB2-4A10-12D4A5F7C44F}"/>
                </a:ext>
              </a:extLst>
            </p:cNvPr>
            <p:cNvSpPr/>
            <p:nvPr/>
          </p:nvSpPr>
          <p:spPr>
            <a:xfrm rot="10800000">
              <a:off x="2941857" y="2106823"/>
              <a:ext cx="100800" cy="101684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9BB3AF5B-3779-5DF5-2497-7528A6EFE04A}"/>
                    </a:ext>
                  </a:extLst>
                </p:cNvPr>
                <p:cNvSpPr txBox="1"/>
                <p:nvPr/>
              </p:nvSpPr>
              <p:spPr>
                <a:xfrm>
                  <a:off x="2163087" y="1960040"/>
                  <a:ext cx="6225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9BB3AF5B-3779-5DF5-2497-7528A6EFE0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3087" y="1960040"/>
                  <a:ext cx="622590" cy="369332"/>
                </a:xfrm>
                <a:prstGeom prst="rect">
                  <a:avLst/>
                </a:prstGeom>
                <a:blipFill>
                  <a:blip r:embed="rId20"/>
                  <a:stretch>
                    <a:fillRect r="-30392" b="-1147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6D5D6325-FEB3-CF80-7F39-CDF0B0F813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0420" y="2786028"/>
              <a:ext cx="0" cy="430812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Elipse 67">
              <a:extLst>
                <a:ext uri="{FF2B5EF4-FFF2-40B4-BE49-F238E27FC236}">
                  <a16:creationId xmlns:a16="http://schemas.microsoft.com/office/drawing/2014/main" id="{16708AFF-2482-213F-4120-380EACB3FB19}"/>
                </a:ext>
              </a:extLst>
            </p:cNvPr>
            <p:cNvSpPr/>
            <p:nvPr/>
          </p:nvSpPr>
          <p:spPr>
            <a:xfrm>
              <a:off x="3434634" y="3129669"/>
              <a:ext cx="100800" cy="101684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CE6B7B7A-421B-1CDB-2FE5-354ED700EBE7}"/>
                    </a:ext>
                  </a:extLst>
                </p:cNvPr>
                <p:cNvSpPr txBox="1"/>
                <p:nvPr/>
              </p:nvSpPr>
              <p:spPr>
                <a:xfrm>
                  <a:off x="3262257" y="3193987"/>
                  <a:ext cx="6225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CE6B7B7A-421B-1CDB-2FE5-354ED700EB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2257" y="3193987"/>
                  <a:ext cx="622590" cy="369332"/>
                </a:xfrm>
                <a:prstGeom prst="rect">
                  <a:avLst/>
                </a:prstGeom>
                <a:blipFill>
                  <a:blip r:embed="rId21"/>
                  <a:stretch>
                    <a:fillRect r="-31373"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C541093F-C06C-7150-9B1C-6375C20BB0C8}"/>
                    </a:ext>
                  </a:extLst>
                </p:cNvPr>
                <p:cNvSpPr txBox="1"/>
                <p:nvPr/>
              </p:nvSpPr>
              <p:spPr>
                <a:xfrm>
                  <a:off x="5522886" y="1924784"/>
                  <a:ext cx="6225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C541093F-C06C-7150-9B1C-6375C20BB0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886" y="1924784"/>
                  <a:ext cx="622590" cy="369332"/>
                </a:xfrm>
                <a:prstGeom prst="rect">
                  <a:avLst/>
                </a:prstGeom>
                <a:blipFill>
                  <a:blip r:embed="rId22"/>
                  <a:stretch>
                    <a:fillRect r="-41176"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624824E9-BA1D-4EC0-DD81-6A51AC9C5D97}"/>
                    </a:ext>
                  </a:extLst>
                </p:cNvPr>
                <p:cNvSpPr txBox="1"/>
                <p:nvPr/>
              </p:nvSpPr>
              <p:spPr>
                <a:xfrm>
                  <a:off x="5082664" y="2786442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oMath>
                    </m:oMathPara>
                  </a14:m>
                  <a:endParaRPr lang="en-US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624824E9-BA1D-4EC0-DD81-6A51AC9C5D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2664" y="2786442"/>
                  <a:ext cx="1352150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9B914970-8A49-BEE7-F515-C338C56CFB64}"/>
                </a:ext>
              </a:extLst>
            </p:cNvPr>
            <p:cNvCxnSpPr>
              <a:cxnSpLocks/>
            </p:cNvCxnSpPr>
            <p:nvPr/>
          </p:nvCxnSpPr>
          <p:spPr>
            <a:xfrm>
              <a:off x="5702331" y="2324323"/>
              <a:ext cx="0" cy="449731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Elipse 73">
              <a:extLst>
                <a:ext uri="{FF2B5EF4-FFF2-40B4-BE49-F238E27FC236}">
                  <a16:creationId xmlns:a16="http://schemas.microsoft.com/office/drawing/2014/main" id="{ADEB2829-FB3A-B733-CFB7-2ABC30117280}"/>
                </a:ext>
              </a:extLst>
            </p:cNvPr>
            <p:cNvSpPr/>
            <p:nvPr/>
          </p:nvSpPr>
          <p:spPr>
            <a:xfrm rot="10800000">
              <a:off x="5649699" y="2256633"/>
              <a:ext cx="100800" cy="101684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B872E584-C768-6F3B-5E5F-43809307C1EA}"/>
                </a:ext>
              </a:extLst>
            </p:cNvPr>
            <p:cNvSpPr txBox="1"/>
            <p:nvPr/>
          </p:nvSpPr>
          <p:spPr>
            <a:xfrm>
              <a:off x="4302497" y="2779388"/>
              <a:ext cx="1450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</a:rPr>
                <a:t>…</a:t>
              </a:r>
              <a:endParaRPr lang="es-CL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17E3301B-5ACF-4E40-C393-EB414F7E0D64}"/>
              </a:ext>
            </a:extLst>
          </p:cNvPr>
          <p:cNvGrpSpPr/>
          <p:nvPr/>
        </p:nvGrpSpPr>
        <p:grpSpPr>
          <a:xfrm>
            <a:off x="6323811" y="643174"/>
            <a:ext cx="2447318" cy="3000929"/>
            <a:chOff x="6323811" y="643174"/>
            <a:chExt cx="2447318" cy="3000929"/>
          </a:xfrm>
        </p:grpSpPr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F0AADD85-1F2C-7EB3-DC4F-C0DEEBD2C9BD}"/>
                </a:ext>
              </a:extLst>
            </p:cNvPr>
            <p:cNvGrpSpPr/>
            <p:nvPr/>
          </p:nvGrpSpPr>
          <p:grpSpPr>
            <a:xfrm>
              <a:off x="6332377" y="1003822"/>
              <a:ext cx="2188872" cy="2194097"/>
              <a:chOff x="5205931" y="848725"/>
              <a:chExt cx="2160000" cy="2160000"/>
            </a:xfrm>
          </p:grpSpPr>
          <p:cxnSp>
            <p:nvCxnSpPr>
              <p:cNvPr id="96" name="Conector recto 95">
                <a:extLst>
                  <a:ext uri="{FF2B5EF4-FFF2-40B4-BE49-F238E27FC236}">
                    <a16:creationId xmlns:a16="http://schemas.microsoft.com/office/drawing/2014/main" id="{1C576F1C-8B8B-0F24-A62E-DBA1E23847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69026" y="848725"/>
                <a:ext cx="16905" cy="216000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97" name="Conector recto 96">
                <a:extLst>
                  <a:ext uri="{FF2B5EF4-FFF2-40B4-BE49-F238E27FC236}">
                    <a16:creationId xmlns:a16="http://schemas.microsoft.com/office/drawing/2014/main" id="{91778F7F-A40F-34A5-B455-CE64949237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5931" y="1957961"/>
                <a:ext cx="216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CuadroTexto 79">
                  <a:extLst>
                    <a:ext uri="{FF2B5EF4-FFF2-40B4-BE49-F238E27FC236}">
                      <a16:creationId xmlns:a16="http://schemas.microsoft.com/office/drawing/2014/main" id="{837B7191-D1E6-B982-935F-D735505FC299}"/>
                    </a:ext>
                  </a:extLst>
                </p:cNvPr>
                <p:cNvSpPr txBox="1"/>
                <p:nvPr/>
              </p:nvSpPr>
              <p:spPr>
                <a:xfrm>
                  <a:off x="7274634" y="643174"/>
                  <a:ext cx="2700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80" name="CuadroTexto 79">
                  <a:extLst>
                    <a:ext uri="{FF2B5EF4-FFF2-40B4-BE49-F238E27FC236}">
                      <a16:creationId xmlns:a16="http://schemas.microsoft.com/office/drawing/2014/main" id="{837B7191-D1E6-B982-935F-D735505FC2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4634" y="643174"/>
                  <a:ext cx="270095" cy="369332"/>
                </a:xfrm>
                <a:prstGeom prst="rect">
                  <a:avLst/>
                </a:prstGeom>
                <a:blipFill>
                  <a:blip r:embed="rId24"/>
                  <a:stretch>
                    <a:fillRect r="-15556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CuadroTexto 80">
                  <a:extLst>
                    <a:ext uri="{FF2B5EF4-FFF2-40B4-BE49-F238E27FC236}">
                      <a16:creationId xmlns:a16="http://schemas.microsoft.com/office/drawing/2014/main" id="{75E736D3-1A20-DCC7-26DE-2FFD01BAACF3}"/>
                    </a:ext>
                  </a:extLst>
                </p:cNvPr>
                <p:cNvSpPr txBox="1"/>
                <p:nvPr/>
              </p:nvSpPr>
              <p:spPr>
                <a:xfrm>
                  <a:off x="8504118" y="1915985"/>
                  <a:ext cx="2670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81" name="CuadroTexto 80">
                  <a:extLst>
                    <a:ext uri="{FF2B5EF4-FFF2-40B4-BE49-F238E27FC236}">
                      <a16:creationId xmlns:a16="http://schemas.microsoft.com/office/drawing/2014/main" id="{75E736D3-1A20-DCC7-26DE-2FFD01BAA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4118" y="1915985"/>
                  <a:ext cx="267011" cy="369332"/>
                </a:xfrm>
                <a:prstGeom prst="rect">
                  <a:avLst/>
                </a:prstGeom>
                <a:blipFill>
                  <a:blip r:embed="rId25"/>
                  <a:stretch>
                    <a:fillRect r="-2272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CuadroTexto 86">
                  <a:extLst>
                    <a:ext uri="{FF2B5EF4-FFF2-40B4-BE49-F238E27FC236}">
                      <a16:creationId xmlns:a16="http://schemas.microsoft.com/office/drawing/2014/main" id="{866E7537-4620-776B-B63B-2A6A59C5F456}"/>
                    </a:ext>
                  </a:extLst>
                </p:cNvPr>
                <p:cNvSpPr txBox="1"/>
                <p:nvPr/>
              </p:nvSpPr>
              <p:spPr>
                <a:xfrm>
                  <a:off x="6323811" y="3305549"/>
                  <a:ext cx="218887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60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≈1</m:t>
                        </m:r>
                      </m:oMath>
                    </m:oMathPara>
                  </a14:m>
                  <a:endParaRPr lang="es-CL" sz="1600" dirty="0"/>
                </a:p>
              </p:txBody>
            </p:sp>
          </mc:Choice>
          <mc:Fallback xmlns="">
            <p:sp>
              <p:nvSpPr>
                <p:cNvPr id="87" name="CuadroTexto 86">
                  <a:extLst>
                    <a:ext uri="{FF2B5EF4-FFF2-40B4-BE49-F238E27FC236}">
                      <a16:creationId xmlns:a16="http://schemas.microsoft.com/office/drawing/2014/main" id="{866E7537-4620-776B-B63B-2A6A59C5F4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3811" y="3305549"/>
                  <a:ext cx="2188872" cy="338554"/>
                </a:xfrm>
                <a:prstGeom prst="rect">
                  <a:avLst/>
                </a:prstGeom>
                <a:blipFill>
                  <a:blip r:embed="rId26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1" name="Elipse 100">
              <a:extLst>
                <a:ext uri="{FF2B5EF4-FFF2-40B4-BE49-F238E27FC236}">
                  <a16:creationId xmlns:a16="http://schemas.microsoft.com/office/drawing/2014/main" id="{A8232BC3-2673-29A4-F601-674113E15F61}"/>
                </a:ext>
              </a:extLst>
            </p:cNvPr>
            <p:cNvSpPr/>
            <p:nvPr/>
          </p:nvSpPr>
          <p:spPr>
            <a:xfrm rot="10800000">
              <a:off x="6698978" y="2886893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02" name="Elipse 101">
              <a:extLst>
                <a:ext uri="{FF2B5EF4-FFF2-40B4-BE49-F238E27FC236}">
                  <a16:creationId xmlns:a16="http://schemas.microsoft.com/office/drawing/2014/main" id="{0DA8EF11-A893-340F-08B7-EF461BCAC319}"/>
                </a:ext>
              </a:extLst>
            </p:cNvPr>
            <p:cNvSpPr/>
            <p:nvPr/>
          </p:nvSpPr>
          <p:spPr>
            <a:xfrm rot="10800000">
              <a:off x="6851378" y="2731382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03" name="Elipse 102">
              <a:extLst>
                <a:ext uri="{FF2B5EF4-FFF2-40B4-BE49-F238E27FC236}">
                  <a16:creationId xmlns:a16="http://schemas.microsoft.com/office/drawing/2014/main" id="{220E94D0-580D-73D9-9E39-4CDA55EFFDCA}"/>
                </a:ext>
              </a:extLst>
            </p:cNvPr>
            <p:cNvSpPr/>
            <p:nvPr/>
          </p:nvSpPr>
          <p:spPr>
            <a:xfrm rot="10800000">
              <a:off x="6608780" y="2712718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04" name="Elipse 103">
              <a:extLst>
                <a:ext uri="{FF2B5EF4-FFF2-40B4-BE49-F238E27FC236}">
                  <a16:creationId xmlns:a16="http://schemas.microsoft.com/office/drawing/2014/main" id="{9EC5FDD2-4DAC-5DC8-66F8-654C7E69563D}"/>
                </a:ext>
              </a:extLst>
            </p:cNvPr>
            <p:cNvSpPr/>
            <p:nvPr/>
          </p:nvSpPr>
          <p:spPr>
            <a:xfrm rot="10800000">
              <a:off x="6860709" y="2544770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05" name="Elipse 104">
              <a:extLst>
                <a:ext uri="{FF2B5EF4-FFF2-40B4-BE49-F238E27FC236}">
                  <a16:creationId xmlns:a16="http://schemas.microsoft.com/office/drawing/2014/main" id="{82825E37-9E62-44E3-A8A9-058E71BC1F09}"/>
                </a:ext>
              </a:extLst>
            </p:cNvPr>
            <p:cNvSpPr/>
            <p:nvPr/>
          </p:nvSpPr>
          <p:spPr>
            <a:xfrm rot="10800000">
              <a:off x="7065985" y="2554099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06" name="Elipse 105">
              <a:extLst>
                <a:ext uri="{FF2B5EF4-FFF2-40B4-BE49-F238E27FC236}">
                  <a16:creationId xmlns:a16="http://schemas.microsoft.com/office/drawing/2014/main" id="{86D106C8-3572-3FDF-852B-8F0ED9E25040}"/>
                </a:ext>
              </a:extLst>
            </p:cNvPr>
            <p:cNvSpPr/>
            <p:nvPr/>
          </p:nvSpPr>
          <p:spPr>
            <a:xfrm rot="10800000">
              <a:off x="7112639" y="2367485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07" name="Elipse 106">
              <a:extLst>
                <a:ext uri="{FF2B5EF4-FFF2-40B4-BE49-F238E27FC236}">
                  <a16:creationId xmlns:a16="http://schemas.microsoft.com/office/drawing/2014/main" id="{09510E28-30B1-7A0E-559E-114DCB147D36}"/>
                </a:ext>
              </a:extLst>
            </p:cNvPr>
            <p:cNvSpPr/>
            <p:nvPr/>
          </p:nvSpPr>
          <p:spPr>
            <a:xfrm rot="10800000">
              <a:off x="7551178" y="1816982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08" name="Elipse 107">
              <a:extLst>
                <a:ext uri="{FF2B5EF4-FFF2-40B4-BE49-F238E27FC236}">
                  <a16:creationId xmlns:a16="http://schemas.microsoft.com/office/drawing/2014/main" id="{241B2337-9C34-AE08-B01B-8837A11525A9}"/>
                </a:ext>
              </a:extLst>
            </p:cNvPr>
            <p:cNvSpPr/>
            <p:nvPr/>
          </p:nvSpPr>
          <p:spPr>
            <a:xfrm rot="10800000">
              <a:off x="7261927" y="2274183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671296EB-79CD-762F-A7DD-2A7F3F252C7A}"/>
                </a:ext>
              </a:extLst>
            </p:cNvPr>
            <p:cNvSpPr/>
            <p:nvPr/>
          </p:nvSpPr>
          <p:spPr>
            <a:xfrm rot="10800000">
              <a:off x="6916692" y="2330167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10" name="Elipse 109">
              <a:extLst>
                <a:ext uri="{FF2B5EF4-FFF2-40B4-BE49-F238E27FC236}">
                  <a16:creationId xmlns:a16="http://schemas.microsoft.com/office/drawing/2014/main" id="{DD829954-5875-F93F-9299-B23A84B9BB5D}"/>
                </a:ext>
              </a:extLst>
            </p:cNvPr>
            <p:cNvSpPr/>
            <p:nvPr/>
          </p:nvSpPr>
          <p:spPr>
            <a:xfrm rot="10800000">
              <a:off x="7467197" y="2162216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11" name="Elipse 110">
              <a:extLst>
                <a:ext uri="{FF2B5EF4-FFF2-40B4-BE49-F238E27FC236}">
                  <a16:creationId xmlns:a16="http://schemas.microsoft.com/office/drawing/2014/main" id="{488A6596-4775-58D1-5F65-C4AD1704F970}"/>
                </a:ext>
              </a:extLst>
            </p:cNvPr>
            <p:cNvSpPr/>
            <p:nvPr/>
          </p:nvSpPr>
          <p:spPr>
            <a:xfrm rot="10800000">
              <a:off x="7233933" y="2190205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12" name="Elipse 111">
              <a:extLst>
                <a:ext uri="{FF2B5EF4-FFF2-40B4-BE49-F238E27FC236}">
                  <a16:creationId xmlns:a16="http://schemas.microsoft.com/office/drawing/2014/main" id="{8EDEFC9B-83C3-55CB-B5D1-C04DAA7CF905}"/>
                </a:ext>
              </a:extLst>
            </p:cNvPr>
            <p:cNvSpPr/>
            <p:nvPr/>
          </p:nvSpPr>
          <p:spPr>
            <a:xfrm rot="10800000">
              <a:off x="7672475" y="1658362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13" name="Elipse 112">
              <a:extLst>
                <a:ext uri="{FF2B5EF4-FFF2-40B4-BE49-F238E27FC236}">
                  <a16:creationId xmlns:a16="http://schemas.microsoft.com/office/drawing/2014/main" id="{E5591CCB-8D94-B82C-7110-2873B3D429F3}"/>
                </a:ext>
              </a:extLst>
            </p:cNvPr>
            <p:cNvSpPr/>
            <p:nvPr/>
          </p:nvSpPr>
          <p:spPr>
            <a:xfrm rot="10800000">
              <a:off x="7411216" y="2040912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14" name="Elipse 113">
              <a:extLst>
                <a:ext uri="{FF2B5EF4-FFF2-40B4-BE49-F238E27FC236}">
                  <a16:creationId xmlns:a16="http://schemas.microsoft.com/office/drawing/2014/main" id="{243DFCBA-CE4F-0306-8DFE-64126EA4CBEA}"/>
                </a:ext>
              </a:extLst>
            </p:cNvPr>
            <p:cNvSpPr/>
            <p:nvPr/>
          </p:nvSpPr>
          <p:spPr>
            <a:xfrm rot="10800000">
              <a:off x="7831092" y="1686353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15" name="Elipse 114">
              <a:extLst>
                <a:ext uri="{FF2B5EF4-FFF2-40B4-BE49-F238E27FC236}">
                  <a16:creationId xmlns:a16="http://schemas.microsoft.com/office/drawing/2014/main" id="{B4F58551-C181-4702-DFDE-55DD2FD023D6}"/>
                </a:ext>
              </a:extLst>
            </p:cNvPr>
            <p:cNvSpPr/>
            <p:nvPr/>
          </p:nvSpPr>
          <p:spPr>
            <a:xfrm rot="10800000">
              <a:off x="7513856" y="2050245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16" name="Elipse 115">
              <a:extLst>
                <a:ext uri="{FF2B5EF4-FFF2-40B4-BE49-F238E27FC236}">
                  <a16:creationId xmlns:a16="http://schemas.microsoft.com/office/drawing/2014/main" id="{0C5DE466-8C63-8574-0EC8-59E96E7C93F5}"/>
                </a:ext>
              </a:extLst>
            </p:cNvPr>
            <p:cNvSpPr/>
            <p:nvPr/>
          </p:nvSpPr>
          <p:spPr>
            <a:xfrm rot="10800000">
              <a:off x="7666256" y="1894734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17" name="Elipse 116">
              <a:extLst>
                <a:ext uri="{FF2B5EF4-FFF2-40B4-BE49-F238E27FC236}">
                  <a16:creationId xmlns:a16="http://schemas.microsoft.com/office/drawing/2014/main" id="{ACBDC048-2E15-C43C-2DD1-CDD806F1FFD0}"/>
                </a:ext>
              </a:extLst>
            </p:cNvPr>
            <p:cNvSpPr/>
            <p:nvPr/>
          </p:nvSpPr>
          <p:spPr>
            <a:xfrm rot="10800000">
              <a:off x="7423658" y="1876070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18" name="Elipse 117">
              <a:extLst>
                <a:ext uri="{FF2B5EF4-FFF2-40B4-BE49-F238E27FC236}">
                  <a16:creationId xmlns:a16="http://schemas.microsoft.com/office/drawing/2014/main" id="{ADA0408B-1662-7595-11D7-43A8774B4D86}"/>
                </a:ext>
              </a:extLst>
            </p:cNvPr>
            <p:cNvSpPr/>
            <p:nvPr/>
          </p:nvSpPr>
          <p:spPr>
            <a:xfrm rot="10800000">
              <a:off x="7675587" y="1708122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19" name="Elipse 118">
              <a:extLst>
                <a:ext uri="{FF2B5EF4-FFF2-40B4-BE49-F238E27FC236}">
                  <a16:creationId xmlns:a16="http://schemas.microsoft.com/office/drawing/2014/main" id="{8703C71E-0BEB-B4C6-1BDE-351D2D7F5A54}"/>
                </a:ext>
              </a:extLst>
            </p:cNvPr>
            <p:cNvSpPr/>
            <p:nvPr/>
          </p:nvSpPr>
          <p:spPr>
            <a:xfrm rot="10800000">
              <a:off x="7880863" y="1717451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20" name="Elipse 119">
              <a:extLst>
                <a:ext uri="{FF2B5EF4-FFF2-40B4-BE49-F238E27FC236}">
                  <a16:creationId xmlns:a16="http://schemas.microsoft.com/office/drawing/2014/main" id="{F9FA6581-9189-8F89-96EE-F9EEE2FEA0EF}"/>
                </a:ext>
              </a:extLst>
            </p:cNvPr>
            <p:cNvSpPr/>
            <p:nvPr/>
          </p:nvSpPr>
          <p:spPr>
            <a:xfrm rot="10800000">
              <a:off x="7927517" y="1530837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21" name="Elipse 120">
              <a:extLst>
                <a:ext uri="{FF2B5EF4-FFF2-40B4-BE49-F238E27FC236}">
                  <a16:creationId xmlns:a16="http://schemas.microsoft.com/office/drawing/2014/main" id="{8D1A43F1-6400-5F98-5C32-C47F10544288}"/>
                </a:ext>
              </a:extLst>
            </p:cNvPr>
            <p:cNvSpPr/>
            <p:nvPr/>
          </p:nvSpPr>
          <p:spPr>
            <a:xfrm rot="10800000">
              <a:off x="8076805" y="1437535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22" name="Elipse 121">
              <a:extLst>
                <a:ext uri="{FF2B5EF4-FFF2-40B4-BE49-F238E27FC236}">
                  <a16:creationId xmlns:a16="http://schemas.microsoft.com/office/drawing/2014/main" id="{0BD2B17B-6403-9118-208E-DBAA61E3ADD5}"/>
                </a:ext>
              </a:extLst>
            </p:cNvPr>
            <p:cNvSpPr/>
            <p:nvPr/>
          </p:nvSpPr>
          <p:spPr>
            <a:xfrm rot="10800000">
              <a:off x="7731570" y="1493519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23" name="Elipse 122">
              <a:extLst>
                <a:ext uri="{FF2B5EF4-FFF2-40B4-BE49-F238E27FC236}">
                  <a16:creationId xmlns:a16="http://schemas.microsoft.com/office/drawing/2014/main" id="{A26C6491-E160-0206-FCFC-BD9B66C7B59C}"/>
                </a:ext>
              </a:extLst>
            </p:cNvPr>
            <p:cNvSpPr/>
            <p:nvPr/>
          </p:nvSpPr>
          <p:spPr>
            <a:xfrm rot="10800000">
              <a:off x="8282075" y="1325568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24" name="Elipse 123">
              <a:extLst>
                <a:ext uri="{FF2B5EF4-FFF2-40B4-BE49-F238E27FC236}">
                  <a16:creationId xmlns:a16="http://schemas.microsoft.com/office/drawing/2014/main" id="{75EE5B00-C8A9-F503-56D8-56EBDA2BFCDE}"/>
                </a:ext>
              </a:extLst>
            </p:cNvPr>
            <p:cNvSpPr/>
            <p:nvPr/>
          </p:nvSpPr>
          <p:spPr>
            <a:xfrm rot="10800000">
              <a:off x="8048811" y="1353557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cxnSp>
          <p:nvCxnSpPr>
            <p:cNvPr id="98" name="Conector recto 97">
              <a:extLst>
                <a:ext uri="{FF2B5EF4-FFF2-40B4-BE49-F238E27FC236}">
                  <a16:creationId xmlns:a16="http://schemas.microsoft.com/office/drawing/2014/main" id="{E0309F6E-3762-4260-8F27-BE46EB4329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18247" y="1228839"/>
              <a:ext cx="1800000" cy="1800000"/>
            </a:xfrm>
            <a:prstGeom prst="line">
              <a:avLst/>
            </a:prstGeom>
            <a:ln w="38100">
              <a:solidFill>
                <a:srgbClr val="FF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5" name="Grupo 184">
            <a:extLst>
              <a:ext uri="{FF2B5EF4-FFF2-40B4-BE49-F238E27FC236}">
                <a16:creationId xmlns:a16="http://schemas.microsoft.com/office/drawing/2014/main" id="{74E3BA6A-7C3E-9863-D0AF-4970BEB49E35}"/>
              </a:ext>
            </a:extLst>
          </p:cNvPr>
          <p:cNvGrpSpPr/>
          <p:nvPr/>
        </p:nvGrpSpPr>
        <p:grpSpPr>
          <a:xfrm>
            <a:off x="9190989" y="608788"/>
            <a:ext cx="2447318" cy="3000929"/>
            <a:chOff x="9190989" y="608788"/>
            <a:chExt cx="2447318" cy="3000929"/>
          </a:xfrm>
        </p:grpSpPr>
        <p:grpSp>
          <p:nvGrpSpPr>
            <p:cNvPr id="127" name="Grupo 126">
              <a:extLst>
                <a:ext uri="{FF2B5EF4-FFF2-40B4-BE49-F238E27FC236}">
                  <a16:creationId xmlns:a16="http://schemas.microsoft.com/office/drawing/2014/main" id="{DFC16CE7-A901-1293-3A49-290302B9D2FE}"/>
                </a:ext>
              </a:extLst>
            </p:cNvPr>
            <p:cNvGrpSpPr/>
            <p:nvPr/>
          </p:nvGrpSpPr>
          <p:grpSpPr>
            <a:xfrm>
              <a:off x="9199555" y="969436"/>
              <a:ext cx="2188872" cy="2194097"/>
              <a:chOff x="5205931" y="848725"/>
              <a:chExt cx="2160000" cy="2160000"/>
            </a:xfrm>
          </p:grpSpPr>
          <p:cxnSp>
            <p:nvCxnSpPr>
              <p:cNvPr id="156" name="Conector recto 155">
                <a:extLst>
                  <a:ext uri="{FF2B5EF4-FFF2-40B4-BE49-F238E27FC236}">
                    <a16:creationId xmlns:a16="http://schemas.microsoft.com/office/drawing/2014/main" id="{20F8F6BE-F342-B914-6610-8F857D9853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69026" y="848725"/>
                <a:ext cx="16905" cy="216000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57" name="Conector recto 156">
                <a:extLst>
                  <a:ext uri="{FF2B5EF4-FFF2-40B4-BE49-F238E27FC236}">
                    <a16:creationId xmlns:a16="http://schemas.microsoft.com/office/drawing/2014/main" id="{6DF21DD9-3DD7-56D8-6383-E2D3959BD7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5931" y="1957961"/>
                <a:ext cx="21600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CuadroTexto 127">
                  <a:extLst>
                    <a:ext uri="{FF2B5EF4-FFF2-40B4-BE49-F238E27FC236}">
                      <a16:creationId xmlns:a16="http://schemas.microsoft.com/office/drawing/2014/main" id="{321CD6A9-137B-6462-E238-5DB1ACC5C9E6}"/>
                    </a:ext>
                  </a:extLst>
                </p:cNvPr>
                <p:cNvSpPr txBox="1"/>
                <p:nvPr/>
              </p:nvSpPr>
              <p:spPr>
                <a:xfrm>
                  <a:off x="10141812" y="608788"/>
                  <a:ext cx="2700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28" name="CuadroTexto 127">
                  <a:extLst>
                    <a:ext uri="{FF2B5EF4-FFF2-40B4-BE49-F238E27FC236}">
                      <a16:creationId xmlns:a16="http://schemas.microsoft.com/office/drawing/2014/main" id="{321CD6A9-137B-6462-E238-5DB1ACC5C9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1812" y="608788"/>
                  <a:ext cx="270095" cy="369332"/>
                </a:xfrm>
                <a:prstGeom prst="rect">
                  <a:avLst/>
                </a:prstGeom>
                <a:blipFill>
                  <a:blip r:embed="rId27"/>
                  <a:stretch>
                    <a:fillRect r="-1590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CuadroTexto 128">
                  <a:extLst>
                    <a:ext uri="{FF2B5EF4-FFF2-40B4-BE49-F238E27FC236}">
                      <a16:creationId xmlns:a16="http://schemas.microsoft.com/office/drawing/2014/main" id="{1BEE27A3-DD64-B45E-0400-891B6EB5905E}"/>
                    </a:ext>
                  </a:extLst>
                </p:cNvPr>
                <p:cNvSpPr txBox="1"/>
                <p:nvPr/>
              </p:nvSpPr>
              <p:spPr>
                <a:xfrm>
                  <a:off x="11371296" y="1881599"/>
                  <a:ext cx="2670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29" name="CuadroTexto 128">
                  <a:extLst>
                    <a:ext uri="{FF2B5EF4-FFF2-40B4-BE49-F238E27FC236}">
                      <a16:creationId xmlns:a16="http://schemas.microsoft.com/office/drawing/2014/main" id="{1BEE27A3-DD64-B45E-0400-891B6EB590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71296" y="1881599"/>
                  <a:ext cx="267011" cy="369332"/>
                </a:xfrm>
                <a:prstGeom prst="rect">
                  <a:avLst/>
                </a:prstGeom>
                <a:blipFill>
                  <a:blip r:embed="rId28"/>
                  <a:stretch>
                    <a:fillRect r="-22727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uadroTexto 129">
                  <a:extLst>
                    <a:ext uri="{FF2B5EF4-FFF2-40B4-BE49-F238E27FC236}">
                      <a16:creationId xmlns:a16="http://schemas.microsoft.com/office/drawing/2014/main" id="{F59C55AD-F14D-619A-A684-B971010C2C03}"/>
                    </a:ext>
                  </a:extLst>
                </p:cNvPr>
                <p:cNvSpPr txBox="1"/>
                <p:nvPr/>
              </p:nvSpPr>
              <p:spPr>
                <a:xfrm>
                  <a:off x="9190989" y="3271163"/>
                  <a:ext cx="218887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60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s-CL" sz="1600" dirty="0"/>
                    <a:t>0</a:t>
                  </a:r>
                </a:p>
              </p:txBody>
            </p:sp>
          </mc:Choice>
          <mc:Fallback xmlns="">
            <p:sp>
              <p:nvSpPr>
                <p:cNvPr id="130" name="CuadroTexto 129">
                  <a:extLst>
                    <a:ext uri="{FF2B5EF4-FFF2-40B4-BE49-F238E27FC236}">
                      <a16:creationId xmlns:a16="http://schemas.microsoft.com/office/drawing/2014/main" id="{F59C55AD-F14D-619A-A684-B971010C2C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0989" y="3271163"/>
                  <a:ext cx="2188872" cy="338554"/>
                </a:xfrm>
                <a:prstGeom prst="rect">
                  <a:avLst/>
                </a:prstGeom>
                <a:blipFill>
                  <a:blip r:embed="rId29"/>
                  <a:stretch>
                    <a:fillRect t="-5455" b="-23636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Elipse 130">
              <a:extLst>
                <a:ext uri="{FF2B5EF4-FFF2-40B4-BE49-F238E27FC236}">
                  <a16:creationId xmlns:a16="http://schemas.microsoft.com/office/drawing/2014/main" id="{7AF79BE2-0A3B-ED44-2975-CE6E0ECF47DB}"/>
                </a:ext>
              </a:extLst>
            </p:cNvPr>
            <p:cNvSpPr/>
            <p:nvPr/>
          </p:nvSpPr>
          <p:spPr>
            <a:xfrm rot="10800000">
              <a:off x="9726112" y="2581989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53" name="Elipse 152">
              <a:extLst>
                <a:ext uri="{FF2B5EF4-FFF2-40B4-BE49-F238E27FC236}">
                  <a16:creationId xmlns:a16="http://schemas.microsoft.com/office/drawing/2014/main" id="{C11FEAF8-EF93-4740-0FDF-AC7B8A8A08E9}"/>
                </a:ext>
              </a:extLst>
            </p:cNvPr>
            <p:cNvSpPr/>
            <p:nvPr/>
          </p:nvSpPr>
          <p:spPr>
            <a:xfrm rot="10800000">
              <a:off x="11149253" y="1291182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E4F43E85-BB8E-7318-6F82-4D3CF063B9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67228" y="1182705"/>
              <a:ext cx="1800000" cy="1800000"/>
            </a:xfrm>
            <a:prstGeom prst="line">
              <a:avLst/>
            </a:prstGeom>
            <a:ln w="38100">
              <a:solidFill>
                <a:srgbClr val="FF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Elipse 159">
              <a:extLst>
                <a:ext uri="{FF2B5EF4-FFF2-40B4-BE49-F238E27FC236}">
                  <a16:creationId xmlns:a16="http://schemas.microsoft.com/office/drawing/2014/main" id="{17BB802A-A564-4C74-CFC1-BCC58BD7729C}"/>
                </a:ext>
              </a:extLst>
            </p:cNvPr>
            <p:cNvSpPr/>
            <p:nvPr/>
          </p:nvSpPr>
          <p:spPr>
            <a:xfrm rot="10800000">
              <a:off x="9878512" y="2734389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61" name="Elipse 160">
              <a:extLst>
                <a:ext uri="{FF2B5EF4-FFF2-40B4-BE49-F238E27FC236}">
                  <a16:creationId xmlns:a16="http://schemas.microsoft.com/office/drawing/2014/main" id="{BC44C802-8D52-A8B0-65E3-28635EDF1D35}"/>
                </a:ext>
              </a:extLst>
            </p:cNvPr>
            <p:cNvSpPr/>
            <p:nvPr/>
          </p:nvSpPr>
          <p:spPr>
            <a:xfrm rot="10800000">
              <a:off x="10030912" y="2345613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62" name="Elipse 161">
              <a:extLst>
                <a:ext uri="{FF2B5EF4-FFF2-40B4-BE49-F238E27FC236}">
                  <a16:creationId xmlns:a16="http://schemas.microsoft.com/office/drawing/2014/main" id="{19A580F2-D94C-0E8B-EEB8-81147281C72E}"/>
                </a:ext>
              </a:extLst>
            </p:cNvPr>
            <p:cNvSpPr/>
            <p:nvPr/>
          </p:nvSpPr>
          <p:spPr>
            <a:xfrm rot="10800000">
              <a:off x="10413467" y="2793482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63" name="Elipse 162">
              <a:extLst>
                <a:ext uri="{FF2B5EF4-FFF2-40B4-BE49-F238E27FC236}">
                  <a16:creationId xmlns:a16="http://schemas.microsoft.com/office/drawing/2014/main" id="{19801EED-6F35-6275-0EA6-A6C5E95A5CCD}"/>
                </a:ext>
              </a:extLst>
            </p:cNvPr>
            <p:cNvSpPr/>
            <p:nvPr/>
          </p:nvSpPr>
          <p:spPr>
            <a:xfrm rot="10800000">
              <a:off x="10600080" y="2308291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64" name="Elipse 163">
              <a:extLst>
                <a:ext uri="{FF2B5EF4-FFF2-40B4-BE49-F238E27FC236}">
                  <a16:creationId xmlns:a16="http://schemas.microsoft.com/office/drawing/2014/main" id="{FC1D71EE-CF8C-999F-8E4D-28D3B4AF4AD1}"/>
                </a:ext>
              </a:extLst>
            </p:cNvPr>
            <p:cNvSpPr/>
            <p:nvPr/>
          </p:nvSpPr>
          <p:spPr>
            <a:xfrm rot="10800000">
              <a:off x="10068234" y="2625531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65" name="Elipse 164">
              <a:extLst>
                <a:ext uri="{FF2B5EF4-FFF2-40B4-BE49-F238E27FC236}">
                  <a16:creationId xmlns:a16="http://schemas.microsoft.com/office/drawing/2014/main" id="{2D708FA7-7116-AF7D-0DC6-A1768F092E3C}"/>
                </a:ext>
              </a:extLst>
            </p:cNvPr>
            <p:cNvSpPr/>
            <p:nvPr/>
          </p:nvSpPr>
          <p:spPr>
            <a:xfrm rot="10800000">
              <a:off x="10413467" y="1748454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66" name="Elipse 165">
              <a:extLst>
                <a:ext uri="{FF2B5EF4-FFF2-40B4-BE49-F238E27FC236}">
                  <a16:creationId xmlns:a16="http://schemas.microsoft.com/office/drawing/2014/main" id="{A5294891-51DD-5090-2EC0-8B012787216B}"/>
                </a:ext>
              </a:extLst>
            </p:cNvPr>
            <p:cNvSpPr/>
            <p:nvPr/>
          </p:nvSpPr>
          <p:spPr>
            <a:xfrm rot="10800000">
              <a:off x="10758700" y="2709507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67" name="Elipse 166">
              <a:extLst>
                <a:ext uri="{FF2B5EF4-FFF2-40B4-BE49-F238E27FC236}">
                  <a16:creationId xmlns:a16="http://schemas.microsoft.com/office/drawing/2014/main" id="{CDD18D47-7A55-CDAE-5E37-21C7F691F14F}"/>
                </a:ext>
              </a:extLst>
            </p:cNvPr>
            <p:cNvSpPr/>
            <p:nvPr/>
          </p:nvSpPr>
          <p:spPr>
            <a:xfrm rot="10800000">
              <a:off x="10040243" y="2019042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68" name="Elipse 167">
              <a:extLst>
                <a:ext uri="{FF2B5EF4-FFF2-40B4-BE49-F238E27FC236}">
                  <a16:creationId xmlns:a16="http://schemas.microsoft.com/office/drawing/2014/main" id="{2CAC17CA-644B-CC59-DBBE-C08032E9958E}"/>
                </a:ext>
              </a:extLst>
            </p:cNvPr>
            <p:cNvSpPr/>
            <p:nvPr/>
          </p:nvSpPr>
          <p:spPr>
            <a:xfrm rot="10800000">
              <a:off x="9778985" y="1832430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69" name="Elipse 168">
              <a:extLst>
                <a:ext uri="{FF2B5EF4-FFF2-40B4-BE49-F238E27FC236}">
                  <a16:creationId xmlns:a16="http://schemas.microsoft.com/office/drawing/2014/main" id="{8D1553FE-2385-A777-69A5-D90123FCD557}"/>
                </a:ext>
              </a:extLst>
            </p:cNvPr>
            <p:cNvSpPr/>
            <p:nvPr/>
          </p:nvSpPr>
          <p:spPr>
            <a:xfrm rot="10800000">
              <a:off x="9508397" y="2233646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70" name="Elipse 169">
              <a:extLst>
                <a:ext uri="{FF2B5EF4-FFF2-40B4-BE49-F238E27FC236}">
                  <a16:creationId xmlns:a16="http://schemas.microsoft.com/office/drawing/2014/main" id="{CFC8A93F-113C-4492-510B-3BBD37BFE158}"/>
                </a:ext>
              </a:extLst>
            </p:cNvPr>
            <p:cNvSpPr/>
            <p:nvPr/>
          </p:nvSpPr>
          <p:spPr>
            <a:xfrm rot="10800000">
              <a:off x="10040243" y="1253931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71" name="Elipse 170">
              <a:extLst>
                <a:ext uri="{FF2B5EF4-FFF2-40B4-BE49-F238E27FC236}">
                  <a16:creationId xmlns:a16="http://schemas.microsoft.com/office/drawing/2014/main" id="{8BF3CBDE-D701-1565-3A8B-8A023E71B030}"/>
                </a:ext>
              </a:extLst>
            </p:cNvPr>
            <p:cNvSpPr/>
            <p:nvPr/>
          </p:nvSpPr>
          <p:spPr>
            <a:xfrm rot="10800000">
              <a:off x="10460122" y="2606869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72" name="Elipse 171">
              <a:extLst>
                <a:ext uri="{FF2B5EF4-FFF2-40B4-BE49-F238E27FC236}">
                  <a16:creationId xmlns:a16="http://schemas.microsoft.com/office/drawing/2014/main" id="{510D1402-3FC7-3643-3343-7DC3F4CA2FE8}"/>
                </a:ext>
              </a:extLst>
            </p:cNvPr>
            <p:cNvSpPr/>
            <p:nvPr/>
          </p:nvSpPr>
          <p:spPr>
            <a:xfrm rot="10800000">
              <a:off x="10805354" y="2448251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73" name="Elipse 172">
              <a:extLst>
                <a:ext uri="{FF2B5EF4-FFF2-40B4-BE49-F238E27FC236}">
                  <a16:creationId xmlns:a16="http://schemas.microsoft.com/office/drawing/2014/main" id="{6E1BE6F3-A22F-2CC7-0F3C-00E80278EC9D}"/>
                </a:ext>
              </a:extLst>
            </p:cNvPr>
            <p:cNvSpPr/>
            <p:nvPr/>
          </p:nvSpPr>
          <p:spPr>
            <a:xfrm rot="10800000">
              <a:off x="10002919" y="1608495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74" name="Elipse 173">
              <a:extLst>
                <a:ext uri="{FF2B5EF4-FFF2-40B4-BE49-F238E27FC236}">
                  <a16:creationId xmlns:a16="http://schemas.microsoft.com/office/drawing/2014/main" id="{7D0AEB8E-BEE9-620C-28CD-88057EB01E15}"/>
                </a:ext>
              </a:extLst>
            </p:cNvPr>
            <p:cNvSpPr/>
            <p:nvPr/>
          </p:nvSpPr>
          <p:spPr>
            <a:xfrm rot="10800000">
              <a:off x="10590749" y="2112348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75" name="Elipse 174">
              <a:extLst>
                <a:ext uri="{FF2B5EF4-FFF2-40B4-BE49-F238E27FC236}">
                  <a16:creationId xmlns:a16="http://schemas.microsoft.com/office/drawing/2014/main" id="{B2690212-2678-DA47-FE4E-4D697D1C3D11}"/>
                </a:ext>
              </a:extLst>
            </p:cNvPr>
            <p:cNvSpPr/>
            <p:nvPr/>
          </p:nvSpPr>
          <p:spPr>
            <a:xfrm rot="10800000">
              <a:off x="10646733" y="1897744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76" name="Elipse 175">
              <a:extLst>
                <a:ext uri="{FF2B5EF4-FFF2-40B4-BE49-F238E27FC236}">
                  <a16:creationId xmlns:a16="http://schemas.microsoft.com/office/drawing/2014/main" id="{62AF8477-195E-BBEE-4140-1839B3C665F6}"/>
                </a:ext>
              </a:extLst>
            </p:cNvPr>
            <p:cNvSpPr/>
            <p:nvPr/>
          </p:nvSpPr>
          <p:spPr>
            <a:xfrm rot="10800000">
              <a:off x="10870667" y="1963059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77" name="Elipse 176">
              <a:extLst>
                <a:ext uri="{FF2B5EF4-FFF2-40B4-BE49-F238E27FC236}">
                  <a16:creationId xmlns:a16="http://schemas.microsoft.com/office/drawing/2014/main" id="{F8FD3D4C-864A-6AEC-990E-7A4D3BB8031C}"/>
                </a:ext>
              </a:extLst>
            </p:cNvPr>
            <p:cNvSpPr/>
            <p:nvPr/>
          </p:nvSpPr>
          <p:spPr>
            <a:xfrm rot="10800000">
              <a:off x="10534766" y="1627154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78" name="Elipse 177">
              <a:extLst>
                <a:ext uri="{FF2B5EF4-FFF2-40B4-BE49-F238E27FC236}">
                  <a16:creationId xmlns:a16="http://schemas.microsoft.com/office/drawing/2014/main" id="{7E21A5FB-CFF9-100A-B211-EF97C89299DC}"/>
                </a:ext>
              </a:extLst>
            </p:cNvPr>
            <p:cNvSpPr/>
            <p:nvPr/>
          </p:nvSpPr>
          <p:spPr>
            <a:xfrm rot="10800000">
              <a:off x="9816303" y="2289629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79" name="Elipse 178">
              <a:extLst>
                <a:ext uri="{FF2B5EF4-FFF2-40B4-BE49-F238E27FC236}">
                  <a16:creationId xmlns:a16="http://schemas.microsoft.com/office/drawing/2014/main" id="{0CBA2684-D844-261C-F86A-97B9C61FDD7D}"/>
                </a:ext>
              </a:extLst>
            </p:cNvPr>
            <p:cNvSpPr/>
            <p:nvPr/>
          </p:nvSpPr>
          <p:spPr>
            <a:xfrm rot="10800000">
              <a:off x="9527058" y="1673810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80" name="Elipse 179">
              <a:extLst>
                <a:ext uri="{FF2B5EF4-FFF2-40B4-BE49-F238E27FC236}">
                  <a16:creationId xmlns:a16="http://schemas.microsoft.com/office/drawing/2014/main" id="{E91719D3-01C5-7142-A912-B5E177DAF9C8}"/>
                </a:ext>
              </a:extLst>
            </p:cNvPr>
            <p:cNvSpPr/>
            <p:nvPr/>
          </p:nvSpPr>
          <p:spPr>
            <a:xfrm rot="10800000">
              <a:off x="10945313" y="2261639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81" name="Elipse 180">
              <a:extLst>
                <a:ext uri="{FF2B5EF4-FFF2-40B4-BE49-F238E27FC236}">
                  <a16:creationId xmlns:a16="http://schemas.microsoft.com/office/drawing/2014/main" id="{913992F4-8255-3740-DBCC-6FB65CC6452B}"/>
                </a:ext>
              </a:extLst>
            </p:cNvPr>
            <p:cNvSpPr/>
            <p:nvPr/>
          </p:nvSpPr>
          <p:spPr>
            <a:xfrm rot="10800000">
              <a:off x="10404136" y="1431212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82" name="Elipse 181">
              <a:extLst>
                <a:ext uri="{FF2B5EF4-FFF2-40B4-BE49-F238E27FC236}">
                  <a16:creationId xmlns:a16="http://schemas.microsoft.com/office/drawing/2014/main" id="{AE93D60A-7BD5-1481-0900-1D012AD33E63}"/>
                </a:ext>
              </a:extLst>
            </p:cNvPr>
            <p:cNvSpPr/>
            <p:nvPr/>
          </p:nvSpPr>
          <p:spPr>
            <a:xfrm rot="10800000">
              <a:off x="10824014" y="1720462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83" name="Elipse 182">
              <a:extLst>
                <a:ext uri="{FF2B5EF4-FFF2-40B4-BE49-F238E27FC236}">
                  <a16:creationId xmlns:a16="http://schemas.microsoft.com/office/drawing/2014/main" id="{0F1109C8-491D-940B-0A57-8B598F3C328E}"/>
                </a:ext>
              </a:extLst>
            </p:cNvPr>
            <p:cNvSpPr/>
            <p:nvPr/>
          </p:nvSpPr>
          <p:spPr>
            <a:xfrm rot="10800000">
              <a:off x="10628072" y="1300583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184" name="Elipse 183">
              <a:extLst>
                <a:ext uri="{FF2B5EF4-FFF2-40B4-BE49-F238E27FC236}">
                  <a16:creationId xmlns:a16="http://schemas.microsoft.com/office/drawing/2014/main" id="{C2EAF700-52CF-CE26-7271-F6B982ECEF62}"/>
                </a:ext>
              </a:extLst>
            </p:cNvPr>
            <p:cNvSpPr/>
            <p:nvPr/>
          </p:nvSpPr>
          <p:spPr>
            <a:xfrm rot="10800000">
              <a:off x="10394805" y="2345611"/>
              <a:ext cx="100800" cy="101684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</p:grpSp>
    </p:spTree>
    <p:extLst>
      <p:ext uri="{BB962C8B-B14F-4D97-AF65-F5344CB8AC3E}">
        <p14:creationId xmlns:p14="http://schemas.microsoft.com/office/powerpoint/2010/main" val="17543574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upo 37">
            <a:extLst>
              <a:ext uri="{FF2B5EF4-FFF2-40B4-BE49-F238E27FC236}">
                <a16:creationId xmlns:a16="http://schemas.microsoft.com/office/drawing/2014/main" id="{16847D56-9324-4D58-EBB1-8FF6B1093C82}"/>
              </a:ext>
            </a:extLst>
          </p:cNvPr>
          <p:cNvGrpSpPr/>
          <p:nvPr/>
        </p:nvGrpSpPr>
        <p:grpSpPr>
          <a:xfrm>
            <a:off x="283984" y="453885"/>
            <a:ext cx="5376604" cy="2072520"/>
            <a:chOff x="283984" y="453885"/>
            <a:chExt cx="5376604" cy="2072520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293948A-020E-047B-A467-D435C4606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1976" y="813373"/>
              <a:ext cx="1413" cy="1542607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AC84B569-B1FA-7F71-5A2C-4E870033C75E}"/>
                </a:ext>
              </a:extLst>
            </p:cNvPr>
            <p:cNvCxnSpPr>
              <a:cxnSpLocks/>
            </p:cNvCxnSpPr>
            <p:nvPr/>
          </p:nvCxnSpPr>
          <p:spPr>
            <a:xfrm>
              <a:off x="1091976" y="1682414"/>
              <a:ext cx="423912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FAD7B36D-D12B-5F5D-8D31-9F8FBD5D3CDC}"/>
                    </a:ext>
                  </a:extLst>
                </p:cNvPr>
                <p:cNvSpPr txBox="1"/>
                <p:nvPr/>
              </p:nvSpPr>
              <p:spPr>
                <a:xfrm>
                  <a:off x="417314" y="453885"/>
                  <a:ext cx="1352150" cy="3919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FAD7B36D-D12B-5F5D-8D31-9F8FBD5D3C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314" y="453885"/>
                  <a:ext cx="1352150" cy="391902"/>
                </a:xfrm>
                <a:prstGeom prst="rect">
                  <a:avLst/>
                </a:prstGeom>
                <a:blipFill>
                  <a:blip r:embed="rId2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F197B3DD-B08F-136A-2558-1957174E8471}"/>
                    </a:ext>
                  </a:extLst>
                </p:cNvPr>
                <p:cNvSpPr txBox="1"/>
                <p:nvPr/>
              </p:nvSpPr>
              <p:spPr>
                <a:xfrm>
                  <a:off x="5268399" y="1498123"/>
                  <a:ext cx="392189" cy="368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F197B3DD-B08F-136A-2558-1957174E84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8399" y="1498123"/>
                  <a:ext cx="392189" cy="36858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FE601442-C7A1-8DE9-6007-421E335A82AB}"/>
                    </a:ext>
                  </a:extLst>
                </p:cNvPr>
                <p:cNvSpPr txBox="1"/>
                <p:nvPr/>
              </p:nvSpPr>
              <p:spPr>
                <a:xfrm>
                  <a:off x="283984" y="1491483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FE601442-C7A1-8DE9-6007-421E335A82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984" y="1491483"/>
                  <a:ext cx="135215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1549812E-EBA7-AA58-A412-49C0A476012A}"/>
                </a:ext>
              </a:extLst>
            </p:cNvPr>
            <p:cNvSpPr/>
            <p:nvPr/>
          </p:nvSpPr>
          <p:spPr>
            <a:xfrm>
              <a:off x="1129004" y="604397"/>
              <a:ext cx="4021494" cy="1922008"/>
            </a:xfrm>
            <a:custGeom>
              <a:avLst/>
              <a:gdLst>
                <a:gd name="connsiteX0" fmla="*/ 0 w 4021494"/>
                <a:gd name="connsiteY0" fmla="*/ 1047121 h 1922008"/>
                <a:gd name="connsiteX1" fmla="*/ 102637 w 4021494"/>
                <a:gd name="connsiteY1" fmla="*/ 991138 h 1922008"/>
                <a:gd name="connsiteX2" fmla="*/ 158620 w 4021494"/>
                <a:gd name="connsiteY2" fmla="*/ 1084444 h 1922008"/>
                <a:gd name="connsiteX3" fmla="*/ 223935 w 4021494"/>
                <a:gd name="connsiteY3" fmla="*/ 1000468 h 1922008"/>
                <a:gd name="connsiteX4" fmla="*/ 298580 w 4021494"/>
                <a:gd name="connsiteY4" fmla="*/ 1149758 h 1922008"/>
                <a:gd name="connsiteX5" fmla="*/ 345233 w 4021494"/>
                <a:gd name="connsiteY5" fmla="*/ 944485 h 1922008"/>
                <a:gd name="connsiteX6" fmla="*/ 438539 w 4021494"/>
                <a:gd name="connsiteY6" fmla="*/ 1299048 h 1922008"/>
                <a:gd name="connsiteX7" fmla="*/ 550506 w 4021494"/>
                <a:gd name="connsiteY7" fmla="*/ 617913 h 1922008"/>
                <a:gd name="connsiteX8" fmla="*/ 699796 w 4021494"/>
                <a:gd name="connsiteY8" fmla="*/ 1522983 h 1922008"/>
                <a:gd name="connsiteX9" fmla="*/ 942392 w 4021494"/>
                <a:gd name="connsiteY9" fmla="*/ 2093 h 1922008"/>
                <a:gd name="connsiteX10" fmla="*/ 1175657 w 4021494"/>
                <a:gd name="connsiteY10" fmla="*/ 1914868 h 1922008"/>
                <a:gd name="connsiteX11" fmla="*/ 1334278 w 4021494"/>
                <a:gd name="connsiteY11" fmla="*/ 683227 h 1922008"/>
                <a:gd name="connsiteX12" fmla="*/ 1455576 w 4021494"/>
                <a:gd name="connsiteY12" fmla="*/ 1504321 h 1922008"/>
                <a:gd name="connsiteX13" fmla="*/ 1511559 w 4021494"/>
                <a:gd name="connsiteY13" fmla="*/ 972476 h 1922008"/>
                <a:gd name="connsiteX14" fmla="*/ 1623527 w 4021494"/>
                <a:gd name="connsiteY14" fmla="*/ 1196411 h 1922008"/>
                <a:gd name="connsiteX15" fmla="*/ 1707502 w 4021494"/>
                <a:gd name="connsiteY15" fmla="*/ 944485 h 1922008"/>
                <a:gd name="connsiteX16" fmla="*/ 1800808 w 4021494"/>
                <a:gd name="connsiteY16" fmla="*/ 1187081 h 1922008"/>
                <a:gd name="connsiteX17" fmla="*/ 1959429 w 4021494"/>
                <a:gd name="connsiteY17" fmla="*/ 263350 h 1922008"/>
                <a:gd name="connsiteX18" fmla="*/ 2034074 w 4021494"/>
                <a:gd name="connsiteY18" fmla="*/ 1793570 h 1922008"/>
                <a:gd name="connsiteX19" fmla="*/ 2230016 w 4021494"/>
                <a:gd name="connsiteY19" fmla="*/ 767203 h 1922008"/>
                <a:gd name="connsiteX20" fmla="*/ 2304661 w 4021494"/>
                <a:gd name="connsiteY20" fmla="*/ 1047121 h 1922008"/>
                <a:gd name="connsiteX21" fmla="*/ 2416629 w 4021494"/>
                <a:gd name="connsiteY21" fmla="*/ 851179 h 1922008"/>
                <a:gd name="connsiteX22" fmla="*/ 2481943 w 4021494"/>
                <a:gd name="connsiteY22" fmla="*/ 1243064 h 1922008"/>
                <a:gd name="connsiteX23" fmla="*/ 2631233 w 4021494"/>
                <a:gd name="connsiteY23" fmla="*/ 701889 h 1922008"/>
                <a:gd name="connsiteX24" fmla="*/ 2752531 w 4021494"/>
                <a:gd name="connsiteY24" fmla="*/ 1140427 h 1922008"/>
                <a:gd name="connsiteX25" fmla="*/ 2976465 w 4021494"/>
                <a:gd name="connsiteY25" fmla="*/ 785864 h 1922008"/>
                <a:gd name="connsiteX26" fmla="*/ 3023118 w 4021494"/>
                <a:gd name="connsiteY26" fmla="*/ 1037791 h 1922008"/>
                <a:gd name="connsiteX27" fmla="*/ 3144416 w 4021494"/>
                <a:gd name="connsiteY27" fmla="*/ 972476 h 1922008"/>
                <a:gd name="connsiteX28" fmla="*/ 3247053 w 4021494"/>
                <a:gd name="connsiteY28" fmla="*/ 1009799 h 1922008"/>
                <a:gd name="connsiteX29" fmla="*/ 3331029 w 4021494"/>
                <a:gd name="connsiteY29" fmla="*/ 1196411 h 1922008"/>
                <a:gd name="connsiteX30" fmla="*/ 3359020 w 4021494"/>
                <a:gd name="connsiteY30" fmla="*/ 981807 h 1922008"/>
                <a:gd name="connsiteX31" fmla="*/ 3405674 w 4021494"/>
                <a:gd name="connsiteY31" fmla="*/ 1093774 h 1922008"/>
                <a:gd name="connsiteX32" fmla="*/ 3489649 w 4021494"/>
                <a:gd name="connsiteY32" fmla="*/ 935154 h 1922008"/>
                <a:gd name="connsiteX33" fmla="*/ 3610947 w 4021494"/>
                <a:gd name="connsiteY33" fmla="*/ 1187081 h 1922008"/>
                <a:gd name="connsiteX34" fmla="*/ 3732245 w 4021494"/>
                <a:gd name="connsiteY34" fmla="*/ 1047121 h 1922008"/>
                <a:gd name="connsiteX35" fmla="*/ 3797559 w 4021494"/>
                <a:gd name="connsiteY35" fmla="*/ 1093774 h 1922008"/>
                <a:gd name="connsiteX36" fmla="*/ 3853543 w 4021494"/>
                <a:gd name="connsiteY36" fmla="*/ 1047121 h 1922008"/>
                <a:gd name="connsiteX37" fmla="*/ 3881535 w 4021494"/>
                <a:gd name="connsiteY37" fmla="*/ 1103105 h 1922008"/>
                <a:gd name="connsiteX38" fmla="*/ 3974841 w 4021494"/>
                <a:gd name="connsiteY38" fmla="*/ 1056452 h 1922008"/>
                <a:gd name="connsiteX39" fmla="*/ 4021494 w 4021494"/>
                <a:gd name="connsiteY39" fmla="*/ 1075113 h 1922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021494" h="1922008">
                  <a:moveTo>
                    <a:pt x="0" y="1047121"/>
                  </a:moveTo>
                  <a:cubicBezTo>
                    <a:pt x="38100" y="1016019"/>
                    <a:pt x="76201" y="984918"/>
                    <a:pt x="102637" y="991138"/>
                  </a:cubicBezTo>
                  <a:cubicBezTo>
                    <a:pt x="129073" y="997358"/>
                    <a:pt x="138404" y="1082889"/>
                    <a:pt x="158620" y="1084444"/>
                  </a:cubicBezTo>
                  <a:cubicBezTo>
                    <a:pt x="178836" y="1085999"/>
                    <a:pt x="200608" y="989582"/>
                    <a:pt x="223935" y="1000468"/>
                  </a:cubicBezTo>
                  <a:cubicBezTo>
                    <a:pt x="247262" y="1011354"/>
                    <a:pt x="278364" y="1159088"/>
                    <a:pt x="298580" y="1149758"/>
                  </a:cubicBezTo>
                  <a:cubicBezTo>
                    <a:pt x="318796" y="1140428"/>
                    <a:pt x="321907" y="919603"/>
                    <a:pt x="345233" y="944485"/>
                  </a:cubicBezTo>
                  <a:cubicBezTo>
                    <a:pt x="368559" y="969367"/>
                    <a:pt x="404327" y="1353477"/>
                    <a:pt x="438539" y="1299048"/>
                  </a:cubicBezTo>
                  <a:cubicBezTo>
                    <a:pt x="472751" y="1244619"/>
                    <a:pt x="506963" y="580590"/>
                    <a:pt x="550506" y="617913"/>
                  </a:cubicBezTo>
                  <a:cubicBezTo>
                    <a:pt x="594049" y="655235"/>
                    <a:pt x="634482" y="1625620"/>
                    <a:pt x="699796" y="1522983"/>
                  </a:cubicBezTo>
                  <a:cubicBezTo>
                    <a:pt x="765110" y="1420346"/>
                    <a:pt x="863082" y="-63221"/>
                    <a:pt x="942392" y="2093"/>
                  </a:cubicBezTo>
                  <a:cubicBezTo>
                    <a:pt x="1021702" y="67407"/>
                    <a:pt x="1110343" y="1801346"/>
                    <a:pt x="1175657" y="1914868"/>
                  </a:cubicBezTo>
                  <a:cubicBezTo>
                    <a:pt x="1240971" y="2028390"/>
                    <a:pt x="1287625" y="751651"/>
                    <a:pt x="1334278" y="683227"/>
                  </a:cubicBezTo>
                  <a:cubicBezTo>
                    <a:pt x="1380931" y="614803"/>
                    <a:pt x="1426029" y="1456113"/>
                    <a:pt x="1455576" y="1504321"/>
                  </a:cubicBezTo>
                  <a:cubicBezTo>
                    <a:pt x="1485123" y="1552529"/>
                    <a:pt x="1483567" y="1023794"/>
                    <a:pt x="1511559" y="972476"/>
                  </a:cubicBezTo>
                  <a:cubicBezTo>
                    <a:pt x="1539551" y="921158"/>
                    <a:pt x="1590870" y="1201076"/>
                    <a:pt x="1623527" y="1196411"/>
                  </a:cubicBezTo>
                  <a:cubicBezTo>
                    <a:pt x="1656184" y="1191746"/>
                    <a:pt x="1677955" y="946040"/>
                    <a:pt x="1707502" y="944485"/>
                  </a:cubicBezTo>
                  <a:cubicBezTo>
                    <a:pt x="1737049" y="942930"/>
                    <a:pt x="1758820" y="1300603"/>
                    <a:pt x="1800808" y="1187081"/>
                  </a:cubicBezTo>
                  <a:cubicBezTo>
                    <a:pt x="1842796" y="1073559"/>
                    <a:pt x="1920551" y="162269"/>
                    <a:pt x="1959429" y="263350"/>
                  </a:cubicBezTo>
                  <a:cubicBezTo>
                    <a:pt x="1998307" y="364431"/>
                    <a:pt x="1988976" y="1709595"/>
                    <a:pt x="2034074" y="1793570"/>
                  </a:cubicBezTo>
                  <a:cubicBezTo>
                    <a:pt x="2079172" y="1877545"/>
                    <a:pt x="2184918" y="891611"/>
                    <a:pt x="2230016" y="767203"/>
                  </a:cubicBezTo>
                  <a:cubicBezTo>
                    <a:pt x="2275114" y="642795"/>
                    <a:pt x="2273559" y="1033125"/>
                    <a:pt x="2304661" y="1047121"/>
                  </a:cubicBezTo>
                  <a:cubicBezTo>
                    <a:pt x="2335763" y="1061117"/>
                    <a:pt x="2387082" y="818522"/>
                    <a:pt x="2416629" y="851179"/>
                  </a:cubicBezTo>
                  <a:cubicBezTo>
                    <a:pt x="2446176" y="883836"/>
                    <a:pt x="2446176" y="1267946"/>
                    <a:pt x="2481943" y="1243064"/>
                  </a:cubicBezTo>
                  <a:cubicBezTo>
                    <a:pt x="2517710" y="1218182"/>
                    <a:pt x="2586135" y="718995"/>
                    <a:pt x="2631233" y="701889"/>
                  </a:cubicBezTo>
                  <a:cubicBezTo>
                    <a:pt x="2676331" y="684783"/>
                    <a:pt x="2694992" y="1126431"/>
                    <a:pt x="2752531" y="1140427"/>
                  </a:cubicBezTo>
                  <a:cubicBezTo>
                    <a:pt x="2810070" y="1154423"/>
                    <a:pt x="2931367" y="802970"/>
                    <a:pt x="2976465" y="785864"/>
                  </a:cubicBezTo>
                  <a:cubicBezTo>
                    <a:pt x="3021563" y="768758"/>
                    <a:pt x="2995126" y="1006689"/>
                    <a:pt x="3023118" y="1037791"/>
                  </a:cubicBezTo>
                  <a:cubicBezTo>
                    <a:pt x="3051110" y="1068893"/>
                    <a:pt x="3107094" y="977141"/>
                    <a:pt x="3144416" y="972476"/>
                  </a:cubicBezTo>
                  <a:cubicBezTo>
                    <a:pt x="3181738" y="967811"/>
                    <a:pt x="3215951" y="972477"/>
                    <a:pt x="3247053" y="1009799"/>
                  </a:cubicBezTo>
                  <a:cubicBezTo>
                    <a:pt x="3278155" y="1047121"/>
                    <a:pt x="3312368" y="1201076"/>
                    <a:pt x="3331029" y="1196411"/>
                  </a:cubicBezTo>
                  <a:cubicBezTo>
                    <a:pt x="3349690" y="1191746"/>
                    <a:pt x="3346579" y="998913"/>
                    <a:pt x="3359020" y="981807"/>
                  </a:cubicBezTo>
                  <a:cubicBezTo>
                    <a:pt x="3371461" y="964701"/>
                    <a:pt x="3383903" y="1101549"/>
                    <a:pt x="3405674" y="1093774"/>
                  </a:cubicBezTo>
                  <a:cubicBezTo>
                    <a:pt x="3427445" y="1085999"/>
                    <a:pt x="3455437" y="919603"/>
                    <a:pt x="3489649" y="935154"/>
                  </a:cubicBezTo>
                  <a:cubicBezTo>
                    <a:pt x="3523861" y="950705"/>
                    <a:pt x="3570514" y="1168420"/>
                    <a:pt x="3610947" y="1187081"/>
                  </a:cubicBezTo>
                  <a:cubicBezTo>
                    <a:pt x="3651380" y="1205742"/>
                    <a:pt x="3701143" y="1062672"/>
                    <a:pt x="3732245" y="1047121"/>
                  </a:cubicBezTo>
                  <a:cubicBezTo>
                    <a:pt x="3763347" y="1031570"/>
                    <a:pt x="3777343" y="1093774"/>
                    <a:pt x="3797559" y="1093774"/>
                  </a:cubicBezTo>
                  <a:cubicBezTo>
                    <a:pt x="3817775" y="1093774"/>
                    <a:pt x="3839547" y="1045566"/>
                    <a:pt x="3853543" y="1047121"/>
                  </a:cubicBezTo>
                  <a:cubicBezTo>
                    <a:pt x="3867539" y="1048676"/>
                    <a:pt x="3861319" y="1101550"/>
                    <a:pt x="3881535" y="1103105"/>
                  </a:cubicBezTo>
                  <a:cubicBezTo>
                    <a:pt x="3901751" y="1104660"/>
                    <a:pt x="3951515" y="1061117"/>
                    <a:pt x="3974841" y="1056452"/>
                  </a:cubicBezTo>
                  <a:cubicBezTo>
                    <a:pt x="3998167" y="1051787"/>
                    <a:pt x="4009830" y="1063450"/>
                    <a:pt x="4021494" y="1075113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06CBB3B9-1300-524D-C777-7D333F9749C2}"/>
              </a:ext>
            </a:extLst>
          </p:cNvPr>
          <p:cNvGrpSpPr/>
          <p:nvPr/>
        </p:nvGrpSpPr>
        <p:grpSpPr>
          <a:xfrm>
            <a:off x="401885" y="2834916"/>
            <a:ext cx="5376604" cy="2205080"/>
            <a:chOff x="401885" y="2834916"/>
            <a:chExt cx="5376604" cy="2205080"/>
          </a:xfrm>
        </p:grpSpPr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C173A564-9555-F030-DB17-7255F8015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9877" y="3278265"/>
              <a:ext cx="1413" cy="1542607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EDA54114-68C3-4547-69E3-7EBF82861AC5}"/>
                </a:ext>
              </a:extLst>
            </p:cNvPr>
            <p:cNvCxnSpPr>
              <a:cxnSpLocks/>
            </p:cNvCxnSpPr>
            <p:nvPr/>
          </p:nvCxnSpPr>
          <p:spPr>
            <a:xfrm>
              <a:off x="1209877" y="4147306"/>
              <a:ext cx="423912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A61EB459-4B86-CA23-F64E-130BDEFF6596}"/>
                    </a:ext>
                  </a:extLst>
                </p:cNvPr>
                <p:cNvSpPr txBox="1"/>
                <p:nvPr/>
              </p:nvSpPr>
              <p:spPr>
                <a:xfrm>
                  <a:off x="535215" y="2918777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A61EB459-4B86-CA23-F64E-130BDEFF65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215" y="2918777"/>
                  <a:ext cx="135215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C0A28B8F-005C-0878-214F-9A35AE44E7F1}"/>
                    </a:ext>
                  </a:extLst>
                </p:cNvPr>
                <p:cNvSpPr txBox="1"/>
                <p:nvPr/>
              </p:nvSpPr>
              <p:spPr>
                <a:xfrm>
                  <a:off x="5386300" y="3963015"/>
                  <a:ext cx="392189" cy="368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C0A28B8F-005C-0878-214F-9A35AE44E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6300" y="3963015"/>
                  <a:ext cx="392189" cy="36858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56E85B45-AAA5-E974-5BC2-A4396D72330D}"/>
                    </a:ext>
                  </a:extLst>
                </p:cNvPr>
                <p:cNvSpPr txBox="1"/>
                <p:nvPr/>
              </p:nvSpPr>
              <p:spPr>
                <a:xfrm>
                  <a:off x="401885" y="3956375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56E85B45-AAA5-E974-5BC2-A4396D7233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885" y="3956375"/>
                  <a:ext cx="135215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293976FB-54F1-0C7B-D356-F64301D412EE}"/>
                </a:ext>
              </a:extLst>
            </p:cNvPr>
            <p:cNvSpPr/>
            <p:nvPr/>
          </p:nvSpPr>
          <p:spPr>
            <a:xfrm>
              <a:off x="1210717" y="3561964"/>
              <a:ext cx="4002832" cy="951462"/>
            </a:xfrm>
            <a:custGeom>
              <a:avLst/>
              <a:gdLst>
                <a:gd name="connsiteX0" fmla="*/ 0 w 4002832"/>
                <a:gd name="connsiteY0" fmla="*/ 578670 h 951462"/>
                <a:gd name="connsiteX1" fmla="*/ 158620 w 4002832"/>
                <a:gd name="connsiteY1" fmla="*/ 205446 h 951462"/>
                <a:gd name="connsiteX2" fmla="*/ 270588 w 4002832"/>
                <a:gd name="connsiteY2" fmla="*/ 867919 h 951462"/>
                <a:gd name="connsiteX3" fmla="*/ 373224 w 4002832"/>
                <a:gd name="connsiteY3" fmla="*/ 214776 h 951462"/>
                <a:gd name="connsiteX4" fmla="*/ 447869 w 4002832"/>
                <a:gd name="connsiteY4" fmla="*/ 718629 h 951462"/>
                <a:gd name="connsiteX5" fmla="*/ 587828 w 4002832"/>
                <a:gd name="connsiteY5" fmla="*/ 172 h 951462"/>
                <a:gd name="connsiteX6" fmla="*/ 718457 w 4002832"/>
                <a:gd name="connsiteY6" fmla="*/ 653315 h 951462"/>
                <a:gd name="connsiteX7" fmla="*/ 839755 w 4002832"/>
                <a:gd name="connsiteY7" fmla="*/ 933233 h 951462"/>
                <a:gd name="connsiteX8" fmla="*/ 961053 w 4002832"/>
                <a:gd name="connsiteY8" fmla="*/ 168123 h 951462"/>
                <a:gd name="connsiteX9" fmla="*/ 1203649 w 4002832"/>
                <a:gd name="connsiteY9" fmla="*/ 914572 h 951462"/>
                <a:gd name="connsiteX10" fmla="*/ 1287624 w 4002832"/>
                <a:gd name="connsiteY10" fmla="*/ 298752 h 951462"/>
                <a:gd name="connsiteX11" fmla="*/ 1455575 w 4002832"/>
                <a:gd name="connsiteY11" fmla="*/ 839927 h 951462"/>
                <a:gd name="connsiteX12" fmla="*/ 1539551 w 4002832"/>
                <a:gd name="connsiteY12" fmla="*/ 224107 h 951462"/>
                <a:gd name="connsiteX13" fmla="*/ 1604865 w 4002832"/>
                <a:gd name="connsiteY13" fmla="*/ 905241 h 951462"/>
                <a:gd name="connsiteX14" fmla="*/ 1735494 w 4002832"/>
                <a:gd name="connsiteY14" fmla="*/ 373397 h 951462"/>
                <a:gd name="connsiteX15" fmla="*/ 1894114 w 4002832"/>
                <a:gd name="connsiteY15" fmla="*/ 886580 h 951462"/>
                <a:gd name="connsiteX16" fmla="*/ 1996751 w 4002832"/>
                <a:gd name="connsiteY16" fmla="*/ 261429 h 951462"/>
                <a:gd name="connsiteX17" fmla="*/ 2090057 w 4002832"/>
                <a:gd name="connsiteY17" fmla="*/ 811935 h 951462"/>
                <a:gd name="connsiteX18" fmla="*/ 2239347 w 4002832"/>
                <a:gd name="connsiteY18" fmla="*/ 270760 h 951462"/>
                <a:gd name="connsiteX19" fmla="*/ 2435290 w 4002832"/>
                <a:gd name="connsiteY19" fmla="*/ 858588 h 951462"/>
                <a:gd name="connsiteX20" fmla="*/ 2519265 w 4002832"/>
                <a:gd name="connsiteY20" fmla="*/ 205446 h 951462"/>
                <a:gd name="connsiteX21" fmla="*/ 2715208 w 4002832"/>
                <a:gd name="connsiteY21" fmla="*/ 802605 h 951462"/>
                <a:gd name="connsiteX22" fmla="*/ 2733869 w 4002832"/>
                <a:gd name="connsiteY22" fmla="*/ 224107 h 951462"/>
                <a:gd name="connsiteX23" fmla="*/ 2911151 w 4002832"/>
                <a:gd name="connsiteY23" fmla="*/ 690637 h 951462"/>
                <a:gd name="connsiteX24" fmla="*/ 2976465 w 4002832"/>
                <a:gd name="connsiteY24" fmla="*/ 261429 h 951462"/>
                <a:gd name="connsiteX25" fmla="*/ 3209730 w 4002832"/>
                <a:gd name="connsiteY25" fmla="*/ 821266 h 951462"/>
                <a:gd name="connsiteX26" fmla="*/ 3265714 w 4002832"/>
                <a:gd name="connsiteY26" fmla="*/ 308082 h 951462"/>
                <a:gd name="connsiteX27" fmla="*/ 3508310 w 4002832"/>
                <a:gd name="connsiteY27" fmla="*/ 849258 h 951462"/>
                <a:gd name="connsiteX28" fmla="*/ 3573624 w 4002832"/>
                <a:gd name="connsiteY28" fmla="*/ 308082 h 951462"/>
                <a:gd name="connsiteX29" fmla="*/ 3732245 w 4002832"/>
                <a:gd name="connsiteY29" fmla="*/ 783943 h 951462"/>
                <a:gd name="connsiteX30" fmla="*/ 3853543 w 4002832"/>
                <a:gd name="connsiteY30" fmla="*/ 336074 h 951462"/>
                <a:gd name="connsiteX31" fmla="*/ 4002832 w 4002832"/>
                <a:gd name="connsiteY31" fmla="*/ 625323 h 95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002832" h="951462">
                  <a:moveTo>
                    <a:pt x="0" y="578670"/>
                  </a:moveTo>
                  <a:cubicBezTo>
                    <a:pt x="56761" y="367954"/>
                    <a:pt x="113522" y="157238"/>
                    <a:pt x="158620" y="205446"/>
                  </a:cubicBezTo>
                  <a:cubicBezTo>
                    <a:pt x="203718" y="253654"/>
                    <a:pt x="234821" y="866364"/>
                    <a:pt x="270588" y="867919"/>
                  </a:cubicBezTo>
                  <a:cubicBezTo>
                    <a:pt x="306355" y="869474"/>
                    <a:pt x="343677" y="239658"/>
                    <a:pt x="373224" y="214776"/>
                  </a:cubicBezTo>
                  <a:cubicBezTo>
                    <a:pt x="402771" y="189894"/>
                    <a:pt x="412102" y="754396"/>
                    <a:pt x="447869" y="718629"/>
                  </a:cubicBezTo>
                  <a:cubicBezTo>
                    <a:pt x="483636" y="682862"/>
                    <a:pt x="542730" y="11058"/>
                    <a:pt x="587828" y="172"/>
                  </a:cubicBezTo>
                  <a:cubicBezTo>
                    <a:pt x="632926" y="-10714"/>
                    <a:pt x="676469" y="497805"/>
                    <a:pt x="718457" y="653315"/>
                  </a:cubicBezTo>
                  <a:cubicBezTo>
                    <a:pt x="760445" y="808825"/>
                    <a:pt x="799322" y="1014098"/>
                    <a:pt x="839755" y="933233"/>
                  </a:cubicBezTo>
                  <a:cubicBezTo>
                    <a:pt x="880188" y="852368"/>
                    <a:pt x="900404" y="171233"/>
                    <a:pt x="961053" y="168123"/>
                  </a:cubicBezTo>
                  <a:cubicBezTo>
                    <a:pt x="1021702" y="165013"/>
                    <a:pt x="1149221" y="892801"/>
                    <a:pt x="1203649" y="914572"/>
                  </a:cubicBezTo>
                  <a:cubicBezTo>
                    <a:pt x="1258077" y="936343"/>
                    <a:pt x="1245636" y="311193"/>
                    <a:pt x="1287624" y="298752"/>
                  </a:cubicBezTo>
                  <a:cubicBezTo>
                    <a:pt x="1329612" y="286311"/>
                    <a:pt x="1413587" y="852368"/>
                    <a:pt x="1455575" y="839927"/>
                  </a:cubicBezTo>
                  <a:cubicBezTo>
                    <a:pt x="1497563" y="827486"/>
                    <a:pt x="1514670" y="213221"/>
                    <a:pt x="1539551" y="224107"/>
                  </a:cubicBezTo>
                  <a:cubicBezTo>
                    <a:pt x="1564432" y="234993"/>
                    <a:pt x="1572208" y="880359"/>
                    <a:pt x="1604865" y="905241"/>
                  </a:cubicBezTo>
                  <a:cubicBezTo>
                    <a:pt x="1637522" y="930123"/>
                    <a:pt x="1687286" y="376507"/>
                    <a:pt x="1735494" y="373397"/>
                  </a:cubicBezTo>
                  <a:cubicBezTo>
                    <a:pt x="1783702" y="370287"/>
                    <a:pt x="1850571" y="905241"/>
                    <a:pt x="1894114" y="886580"/>
                  </a:cubicBezTo>
                  <a:cubicBezTo>
                    <a:pt x="1937657" y="867919"/>
                    <a:pt x="1964094" y="273870"/>
                    <a:pt x="1996751" y="261429"/>
                  </a:cubicBezTo>
                  <a:cubicBezTo>
                    <a:pt x="2029408" y="248988"/>
                    <a:pt x="2049624" y="810380"/>
                    <a:pt x="2090057" y="811935"/>
                  </a:cubicBezTo>
                  <a:cubicBezTo>
                    <a:pt x="2130490" y="813490"/>
                    <a:pt x="2181808" y="262985"/>
                    <a:pt x="2239347" y="270760"/>
                  </a:cubicBezTo>
                  <a:cubicBezTo>
                    <a:pt x="2296886" y="278535"/>
                    <a:pt x="2388637" y="869474"/>
                    <a:pt x="2435290" y="858588"/>
                  </a:cubicBezTo>
                  <a:cubicBezTo>
                    <a:pt x="2481943" y="847702"/>
                    <a:pt x="2472612" y="214776"/>
                    <a:pt x="2519265" y="205446"/>
                  </a:cubicBezTo>
                  <a:cubicBezTo>
                    <a:pt x="2565918" y="196116"/>
                    <a:pt x="2679441" y="799495"/>
                    <a:pt x="2715208" y="802605"/>
                  </a:cubicBezTo>
                  <a:cubicBezTo>
                    <a:pt x="2750975" y="805715"/>
                    <a:pt x="2701212" y="242768"/>
                    <a:pt x="2733869" y="224107"/>
                  </a:cubicBezTo>
                  <a:cubicBezTo>
                    <a:pt x="2766526" y="205446"/>
                    <a:pt x="2870718" y="684417"/>
                    <a:pt x="2911151" y="690637"/>
                  </a:cubicBezTo>
                  <a:cubicBezTo>
                    <a:pt x="2951584" y="696857"/>
                    <a:pt x="2926702" y="239658"/>
                    <a:pt x="2976465" y="261429"/>
                  </a:cubicBezTo>
                  <a:cubicBezTo>
                    <a:pt x="3026228" y="283200"/>
                    <a:pt x="3161522" y="813491"/>
                    <a:pt x="3209730" y="821266"/>
                  </a:cubicBezTo>
                  <a:cubicBezTo>
                    <a:pt x="3257938" y="829042"/>
                    <a:pt x="3215951" y="303417"/>
                    <a:pt x="3265714" y="308082"/>
                  </a:cubicBezTo>
                  <a:cubicBezTo>
                    <a:pt x="3315477" y="312747"/>
                    <a:pt x="3456992" y="849258"/>
                    <a:pt x="3508310" y="849258"/>
                  </a:cubicBezTo>
                  <a:cubicBezTo>
                    <a:pt x="3559628" y="849258"/>
                    <a:pt x="3536302" y="318968"/>
                    <a:pt x="3573624" y="308082"/>
                  </a:cubicBezTo>
                  <a:cubicBezTo>
                    <a:pt x="3610946" y="297196"/>
                    <a:pt x="3685592" y="779278"/>
                    <a:pt x="3732245" y="783943"/>
                  </a:cubicBezTo>
                  <a:cubicBezTo>
                    <a:pt x="3778898" y="788608"/>
                    <a:pt x="3808445" y="362511"/>
                    <a:pt x="3853543" y="336074"/>
                  </a:cubicBezTo>
                  <a:cubicBezTo>
                    <a:pt x="3898641" y="309637"/>
                    <a:pt x="3950736" y="467480"/>
                    <a:pt x="4002832" y="625323"/>
                  </a:cubicBezTo>
                </a:path>
              </a:pathLst>
            </a:custGeom>
            <a:noFill/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D24CA9F5-F680-F44D-F047-1B9C666FC4E9}"/>
                </a:ext>
              </a:extLst>
            </p:cNvPr>
            <p:cNvSpPr/>
            <p:nvPr/>
          </p:nvSpPr>
          <p:spPr>
            <a:xfrm>
              <a:off x="1384041" y="3571490"/>
              <a:ext cx="4002832" cy="951462"/>
            </a:xfrm>
            <a:custGeom>
              <a:avLst/>
              <a:gdLst>
                <a:gd name="connsiteX0" fmla="*/ 0 w 4002832"/>
                <a:gd name="connsiteY0" fmla="*/ 578670 h 951462"/>
                <a:gd name="connsiteX1" fmla="*/ 158620 w 4002832"/>
                <a:gd name="connsiteY1" fmla="*/ 205446 h 951462"/>
                <a:gd name="connsiteX2" fmla="*/ 270588 w 4002832"/>
                <a:gd name="connsiteY2" fmla="*/ 867919 h 951462"/>
                <a:gd name="connsiteX3" fmla="*/ 373224 w 4002832"/>
                <a:gd name="connsiteY3" fmla="*/ 214776 h 951462"/>
                <a:gd name="connsiteX4" fmla="*/ 447869 w 4002832"/>
                <a:gd name="connsiteY4" fmla="*/ 718629 h 951462"/>
                <a:gd name="connsiteX5" fmla="*/ 587828 w 4002832"/>
                <a:gd name="connsiteY5" fmla="*/ 172 h 951462"/>
                <a:gd name="connsiteX6" fmla="*/ 718457 w 4002832"/>
                <a:gd name="connsiteY6" fmla="*/ 653315 h 951462"/>
                <a:gd name="connsiteX7" fmla="*/ 839755 w 4002832"/>
                <a:gd name="connsiteY7" fmla="*/ 933233 h 951462"/>
                <a:gd name="connsiteX8" fmla="*/ 961053 w 4002832"/>
                <a:gd name="connsiteY8" fmla="*/ 168123 h 951462"/>
                <a:gd name="connsiteX9" fmla="*/ 1203649 w 4002832"/>
                <a:gd name="connsiteY9" fmla="*/ 914572 h 951462"/>
                <a:gd name="connsiteX10" fmla="*/ 1287624 w 4002832"/>
                <a:gd name="connsiteY10" fmla="*/ 298752 h 951462"/>
                <a:gd name="connsiteX11" fmla="*/ 1455575 w 4002832"/>
                <a:gd name="connsiteY11" fmla="*/ 839927 h 951462"/>
                <a:gd name="connsiteX12" fmla="*/ 1539551 w 4002832"/>
                <a:gd name="connsiteY12" fmla="*/ 224107 h 951462"/>
                <a:gd name="connsiteX13" fmla="*/ 1604865 w 4002832"/>
                <a:gd name="connsiteY13" fmla="*/ 905241 h 951462"/>
                <a:gd name="connsiteX14" fmla="*/ 1735494 w 4002832"/>
                <a:gd name="connsiteY14" fmla="*/ 373397 h 951462"/>
                <a:gd name="connsiteX15" fmla="*/ 1894114 w 4002832"/>
                <a:gd name="connsiteY15" fmla="*/ 886580 h 951462"/>
                <a:gd name="connsiteX16" fmla="*/ 1996751 w 4002832"/>
                <a:gd name="connsiteY16" fmla="*/ 261429 h 951462"/>
                <a:gd name="connsiteX17" fmla="*/ 2090057 w 4002832"/>
                <a:gd name="connsiteY17" fmla="*/ 811935 h 951462"/>
                <a:gd name="connsiteX18" fmla="*/ 2239347 w 4002832"/>
                <a:gd name="connsiteY18" fmla="*/ 270760 h 951462"/>
                <a:gd name="connsiteX19" fmla="*/ 2435290 w 4002832"/>
                <a:gd name="connsiteY19" fmla="*/ 858588 h 951462"/>
                <a:gd name="connsiteX20" fmla="*/ 2519265 w 4002832"/>
                <a:gd name="connsiteY20" fmla="*/ 205446 h 951462"/>
                <a:gd name="connsiteX21" fmla="*/ 2715208 w 4002832"/>
                <a:gd name="connsiteY21" fmla="*/ 802605 h 951462"/>
                <a:gd name="connsiteX22" fmla="*/ 2733869 w 4002832"/>
                <a:gd name="connsiteY22" fmla="*/ 224107 h 951462"/>
                <a:gd name="connsiteX23" fmla="*/ 2911151 w 4002832"/>
                <a:gd name="connsiteY23" fmla="*/ 690637 h 951462"/>
                <a:gd name="connsiteX24" fmla="*/ 2976465 w 4002832"/>
                <a:gd name="connsiteY24" fmla="*/ 261429 h 951462"/>
                <a:gd name="connsiteX25" fmla="*/ 3209730 w 4002832"/>
                <a:gd name="connsiteY25" fmla="*/ 821266 h 951462"/>
                <a:gd name="connsiteX26" fmla="*/ 3265714 w 4002832"/>
                <a:gd name="connsiteY26" fmla="*/ 308082 h 951462"/>
                <a:gd name="connsiteX27" fmla="*/ 3508310 w 4002832"/>
                <a:gd name="connsiteY27" fmla="*/ 849258 h 951462"/>
                <a:gd name="connsiteX28" fmla="*/ 3573624 w 4002832"/>
                <a:gd name="connsiteY28" fmla="*/ 308082 h 951462"/>
                <a:gd name="connsiteX29" fmla="*/ 3732245 w 4002832"/>
                <a:gd name="connsiteY29" fmla="*/ 783943 h 951462"/>
                <a:gd name="connsiteX30" fmla="*/ 3853543 w 4002832"/>
                <a:gd name="connsiteY30" fmla="*/ 336074 h 951462"/>
                <a:gd name="connsiteX31" fmla="*/ 4002832 w 4002832"/>
                <a:gd name="connsiteY31" fmla="*/ 625323 h 95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002832" h="951462">
                  <a:moveTo>
                    <a:pt x="0" y="578670"/>
                  </a:moveTo>
                  <a:cubicBezTo>
                    <a:pt x="56761" y="367954"/>
                    <a:pt x="113522" y="157238"/>
                    <a:pt x="158620" y="205446"/>
                  </a:cubicBezTo>
                  <a:cubicBezTo>
                    <a:pt x="203718" y="253654"/>
                    <a:pt x="234821" y="866364"/>
                    <a:pt x="270588" y="867919"/>
                  </a:cubicBezTo>
                  <a:cubicBezTo>
                    <a:pt x="306355" y="869474"/>
                    <a:pt x="343677" y="239658"/>
                    <a:pt x="373224" y="214776"/>
                  </a:cubicBezTo>
                  <a:cubicBezTo>
                    <a:pt x="402771" y="189894"/>
                    <a:pt x="412102" y="754396"/>
                    <a:pt x="447869" y="718629"/>
                  </a:cubicBezTo>
                  <a:cubicBezTo>
                    <a:pt x="483636" y="682862"/>
                    <a:pt x="542730" y="11058"/>
                    <a:pt x="587828" y="172"/>
                  </a:cubicBezTo>
                  <a:cubicBezTo>
                    <a:pt x="632926" y="-10714"/>
                    <a:pt x="676469" y="497805"/>
                    <a:pt x="718457" y="653315"/>
                  </a:cubicBezTo>
                  <a:cubicBezTo>
                    <a:pt x="760445" y="808825"/>
                    <a:pt x="799322" y="1014098"/>
                    <a:pt x="839755" y="933233"/>
                  </a:cubicBezTo>
                  <a:cubicBezTo>
                    <a:pt x="880188" y="852368"/>
                    <a:pt x="900404" y="171233"/>
                    <a:pt x="961053" y="168123"/>
                  </a:cubicBezTo>
                  <a:cubicBezTo>
                    <a:pt x="1021702" y="165013"/>
                    <a:pt x="1149221" y="892801"/>
                    <a:pt x="1203649" y="914572"/>
                  </a:cubicBezTo>
                  <a:cubicBezTo>
                    <a:pt x="1258077" y="936343"/>
                    <a:pt x="1245636" y="311193"/>
                    <a:pt x="1287624" y="298752"/>
                  </a:cubicBezTo>
                  <a:cubicBezTo>
                    <a:pt x="1329612" y="286311"/>
                    <a:pt x="1413587" y="852368"/>
                    <a:pt x="1455575" y="839927"/>
                  </a:cubicBezTo>
                  <a:cubicBezTo>
                    <a:pt x="1497563" y="827486"/>
                    <a:pt x="1514670" y="213221"/>
                    <a:pt x="1539551" y="224107"/>
                  </a:cubicBezTo>
                  <a:cubicBezTo>
                    <a:pt x="1564432" y="234993"/>
                    <a:pt x="1572208" y="880359"/>
                    <a:pt x="1604865" y="905241"/>
                  </a:cubicBezTo>
                  <a:cubicBezTo>
                    <a:pt x="1637522" y="930123"/>
                    <a:pt x="1687286" y="376507"/>
                    <a:pt x="1735494" y="373397"/>
                  </a:cubicBezTo>
                  <a:cubicBezTo>
                    <a:pt x="1783702" y="370287"/>
                    <a:pt x="1850571" y="905241"/>
                    <a:pt x="1894114" y="886580"/>
                  </a:cubicBezTo>
                  <a:cubicBezTo>
                    <a:pt x="1937657" y="867919"/>
                    <a:pt x="1964094" y="273870"/>
                    <a:pt x="1996751" y="261429"/>
                  </a:cubicBezTo>
                  <a:cubicBezTo>
                    <a:pt x="2029408" y="248988"/>
                    <a:pt x="2049624" y="810380"/>
                    <a:pt x="2090057" y="811935"/>
                  </a:cubicBezTo>
                  <a:cubicBezTo>
                    <a:pt x="2130490" y="813490"/>
                    <a:pt x="2181808" y="262985"/>
                    <a:pt x="2239347" y="270760"/>
                  </a:cubicBezTo>
                  <a:cubicBezTo>
                    <a:pt x="2296886" y="278535"/>
                    <a:pt x="2388637" y="869474"/>
                    <a:pt x="2435290" y="858588"/>
                  </a:cubicBezTo>
                  <a:cubicBezTo>
                    <a:pt x="2481943" y="847702"/>
                    <a:pt x="2472612" y="214776"/>
                    <a:pt x="2519265" y="205446"/>
                  </a:cubicBezTo>
                  <a:cubicBezTo>
                    <a:pt x="2565918" y="196116"/>
                    <a:pt x="2679441" y="799495"/>
                    <a:pt x="2715208" y="802605"/>
                  </a:cubicBezTo>
                  <a:cubicBezTo>
                    <a:pt x="2750975" y="805715"/>
                    <a:pt x="2701212" y="242768"/>
                    <a:pt x="2733869" y="224107"/>
                  </a:cubicBezTo>
                  <a:cubicBezTo>
                    <a:pt x="2766526" y="205446"/>
                    <a:pt x="2870718" y="684417"/>
                    <a:pt x="2911151" y="690637"/>
                  </a:cubicBezTo>
                  <a:cubicBezTo>
                    <a:pt x="2951584" y="696857"/>
                    <a:pt x="2926702" y="239658"/>
                    <a:pt x="2976465" y="261429"/>
                  </a:cubicBezTo>
                  <a:cubicBezTo>
                    <a:pt x="3026228" y="283200"/>
                    <a:pt x="3161522" y="813491"/>
                    <a:pt x="3209730" y="821266"/>
                  </a:cubicBezTo>
                  <a:cubicBezTo>
                    <a:pt x="3257938" y="829042"/>
                    <a:pt x="3215951" y="303417"/>
                    <a:pt x="3265714" y="308082"/>
                  </a:cubicBezTo>
                  <a:cubicBezTo>
                    <a:pt x="3315477" y="312747"/>
                    <a:pt x="3456992" y="849258"/>
                    <a:pt x="3508310" y="849258"/>
                  </a:cubicBezTo>
                  <a:cubicBezTo>
                    <a:pt x="3559628" y="849258"/>
                    <a:pt x="3536302" y="318968"/>
                    <a:pt x="3573624" y="308082"/>
                  </a:cubicBezTo>
                  <a:cubicBezTo>
                    <a:pt x="3610946" y="297196"/>
                    <a:pt x="3685592" y="779278"/>
                    <a:pt x="3732245" y="783943"/>
                  </a:cubicBezTo>
                  <a:cubicBezTo>
                    <a:pt x="3778898" y="788608"/>
                    <a:pt x="3808445" y="362511"/>
                    <a:pt x="3853543" y="336074"/>
                  </a:cubicBezTo>
                  <a:cubicBezTo>
                    <a:pt x="3898641" y="309637"/>
                    <a:pt x="3950736" y="467480"/>
                    <a:pt x="4002832" y="625323"/>
                  </a:cubicBezTo>
                </a:path>
              </a:pathLst>
            </a:cu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accent4"/>
                </a:solidFill>
              </a:endParaRPr>
            </a:p>
          </p:txBody>
        </p:sp>
        <p:sp>
          <p:nvSpPr>
            <p:cNvPr id="41" name="Forma libre: forma 40">
              <a:extLst>
                <a:ext uri="{FF2B5EF4-FFF2-40B4-BE49-F238E27FC236}">
                  <a16:creationId xmlns:a16="http://schemas.microsoft.com/office/drawing/2014/main" id="{F13CFC29-CBB8-A835-0F18-E04A6033E7DA}"/>
                </a:ext>
              </a:extLst>
            </p:cNvPr>
            <p:cNvSpPr/>
            <p:nvPr/>
          </p:nvSpPr>
          <p:spPr>
            <a:xfrm>
              <a:off x="1461661" y="3561964"/>
              <a:ext cx="4002832" cy="951462"/>
            </a:xfrm>
            <a:custGeom>
              <a:avLst/>
              <a:gdLst>
                <a:gd name="connsiteX0" fmla="*/ 0 w 4002832"/>
                <a:gd name="connsiteY0" fmla="*/ 578670 h 951462"/>
                <a:gd name="connsiteX1" fmla="*/ 158620 w 4002832"/>
                <a:gd name="connsiteY1" fmla="*/ 205446 h 951462"/>
                <a:gd name="connsiteX2" fmla="*/ 270588 w 4002832"/>
                <a:gd name="connsiteY2" fmla="*/ 867919 h 951462"/>
                <a:gd name="connsiteX3" fmla="*/ 373224 w 4002832"/>
                <a:gd name="connsiteY3" fmla="*/ 214776 h 951462"/>
                <a:gd name="connsiteX4" fmla="*/ 447869 w 4002832"/>
                <a:gd name="connsiteY4" fmla="*/ 718629 h 951462"/>
                <a:gd name="connsiteX5" fmla="*/ 587828 w 4002832"/>
                <a:gd name="connsiteY5" fmla="*/ 172 h 951462"/>
                <a:gd name="connsiteX6" fmla="*/ 718457 w 4002832"/>
                <a:gd name="connsiteY6" fmla="*/ 653315 h 951462"/>
                <a:gd name="connsiteX7" fmla="*/ 839755 w 4002832"/>
                <a:gd name="connsiteY7" fmla="*/ 933233 h 951462"/>
                <a:gd name="connsiteX8" fmla="*/ 961053 w 4002832"/>
                <a:gd name="connsiteY8" fmla="*/ 168123 h 951462"/>
                <a:gd name="connsiteX9" fmla="*/ 1203649 w 4002832"/>
                <a:gd name="connsiteY9" fmla="*/ 914572 h 951462"/>
                <a:gd name="connsiteX10" fmla="*/ 1287624 w 4002832"/>
                <a:gd name="connsiteY10" fmla="*/ 298752 h 951462"/>
                <a:gd name="connsiteX11" fmla="*/ 1455575 w 4002832"/>
                <a:gd name="connsiteY11" fmla="*/ 839927 h 951462"/>
                <a:gd name="connsiteX12" fmla="*/ 1539551 w 4002832"/>
                <a:gd name="connsiteY12" fmla="*/ 224107 h 951462"/>
                <a:gd name="connsiteX13" fmla="*/ 1604865 w 4002832"/>
                <a:gd name="connsiteY13" fmla="*/ 905241 h 951462"/>
                <a:gd name="connsiteX14" fmla="*/ 1735494 w 4002832"/>
                <a:gd name="connsiteY14" fmla="*/ 373397 h 951462"/>
                <a:gd name="connsiteX15" fmla="*/ 1894114 w 4002832"/>
                <a:gd name="connsiteY15" fmla="*/ 886580 h 951462"/>
                <a:gd name="connsiteX16" fmla="*/ 1996751 w 4002832"/>
                <a:gd name="connsiteY16" fmla="*/ 261429 h 951462"/>
                <a:gd name="connsiteX17" fmla="*/ 2090057 w 4002832"/>
                <a:gd name="connsiteY17" fmla="*/ 811935 h 951462"/>
                <a:gd name="connsiteX18" fmla="*/ 2239347 w 4002832"/>
                <a:gd name="connsiteY18" fmla="*/ 270760 h 951462"/>
                <a:gd name="connsiteX19" fmla="*/ 2435290 w 4002832"/>
                <a:gd name="connsiteY19" fmla="*/ 858588 h 951462"/>
                <a:gd name="connsiteX20" fmla="*/ 2519265 w 4002832"/>
                <a:gd name="connsiteY20" fmla="*/ 205446 h 951462"/>
                <a:gd name="connsiteX21" fmla="*/ 2715208 w 4002832"/>
                <a:gd name="connsiteY21" fmla="*/ 802605 h 951462"/>
                <a:gd name="connsiteX22" fmla="*/ 2733869 w 4002832"/>
                <a:gd name="connsiteY22" fmla="*/ 224107 h 951462"/>
                <a:gd name="connsiteX23" fmla="*/ 2911151 w 4002832"/>
                <a:gd name="connsiteY23" fmla="*/ 690637 h 951462"/>
                <a:gd name="connsiteX24" fmla="*/ 2976465 w 4002832"/>
                <a:gd name="connsiteY24" fmla="*/ 261429 h 951462"/>
                <a:gd name="connsiteX25" fmla="*/ 3209730 w 4002832"/>
                <a:gd name="connsiteY25" fmla="*/ 821266 h 951462"/>
                <a:gd name="connsiteX26" fmla="*/ 3265714 w 4002832"/>
                <a:gd name="connsiteY26" fmla="*/ 308082 h 951462"/>
                <a:gd name="connsiteX27" fmla="*/ 3508310 w 4002832"/>
                <a:gd name="connsiteY27" fmla="*/ 849258 h 951462"/>
                <a:gd name="connsiteX28" fmla="*/ 3573624 w 4002832"/>
                <a:gd name="connsiteY28" fmla="*/ 308082 h 951462"/>
                <a:gd name="connsiteX29" fmla="*/ 3732245 w 4002832"/>
                <a:gd name="connsiteY29" fmla="*/ 783943 h 951462"/>
                <a:gd name="connsiteX30" fmla="*/ 3853543 w 4002832"/>
                <a:gd name="connsiteY30" fmla="*/ 336074 h 951462"/>
                <a:gd name="connsiteX31" fmla="*/ 4002832 w 4002832"/>
                <a:gd name="connsiteY31" fmla="*/ 625323 h 95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4002832" h="951462">
                  <a:moveTo>
                    <a:pt x="0" y="578670"/>
                  </a:moveTo>
                  <a:cubicBezTo>
                    <a:pt x="56761" y="367954"/>
                    <a:pt x="113522" y="157238"/>
                    <a:pt x="158620" y="205446"/>
                  </a:cubicBezTo>
                  <a:cubicBezTo>
                    <a:pt x="203718" y="253654"/>
                    <a:pt x="234821" y="866364"/>
                    <a:pt x="270588" y="867919"/>
                  </a:cubicBezTo>
                  <a:cubicBezTo>
                    <a:pt x="306355" y="869474"/>
                    <a:pt x="343677" y="239658"/>
                    <a:pt x="373224" y="214776"/>
                  </a:cubicBezTo>
                  <a:cubicBezTo>
                    <a:pt x="402771" y="189894"/>
                    <a:pt x="412102" y="754396"/>
                    <a:pt x="447869" y="718629"/>
                  </a:cubicBezTo>
                  <a:cubicBezTo>
                    <a:pt x="483636" y="682862"/>
                    <a:pt x="542730" y="11058"/>
                    <a:pt x="587828" y="172"/>
                  </a:cubicBezTo>
                  <a:cubicBezTo>
                    <a:pt x="632926" y="-10714"/>
                    <a:pt x="676469" y="497805"/>
                    <a:pt x="718457" y="653315"/>
                  </a:cubicBezTo>
                  <a:cubicBezTo>
                    <a:pt x="760445" y="808825"/>
                    <a:pt x="799322" y="1014098"/>
                    <a:pt x="839755" y="933233"/>
                  </a:cubicBezTo>
                  <a:cubicBezTo>
                    <a:pt x="880188" y="852368"/>
                    <a:pt x="900404" y="171233"/>
                    <a:pt x="961053" y="168123"/>
                  </a:cubicBezTo>
                  <a:cubicBezTo>
                    <a:pt x="1021702" y="165013"/>
                    <a:pt x="1149221" y="892801"/>
                    <a:pt x="1203649" y="914572"/>
                  </a:cubicBezTo>
                  <a:cubicBezTo>
                    <a:pt x="1258077" y="936343"/>
                    <a:pt x="1245636" y="311193"/>
                    <a:pt x="1287624" y="298752"/>
                  </a:cubicBezTo>
                  <a:cubicBezTo>
                    <a:pt x="1329612" y="286311"/>
                    <a:pt x="1413587" y="852368"/>
                    <a:pt x="1455575" y="839927"/>
                  </a:cubicBezTo>
                  <a:cubicBezTo>
                    <a:pt x="1497563" y="827486"/>
                    <a:pt x="1514670" y="213221"/>
                    <a:pt x="1539551" y="224107"/>
                  </a:cubicBezTo>
                  <a:cubicBezTo>
                    <a:pt x="1564432" y="234993"/>
                    <a:pt x="1572208" y="880359"/>
                    <a:pt x="1604865" y="905241"/>
                  </a:cubicBezTo>
                  <a:cubicBezTo>
                    <a:pt x="1637522" y="930123"/>
                    <a:pt x="1687286" y="376507"/>
                    <a:pt x="1735494" y="373397"/>
                  </a:cubicBezTo>
                  <a:cubicBezTo>
                    <a:pt x="1783702" y="370287"/>
                    <a:pt x="1850571" y="905241"/>
                    <a:pt x="1894114" y="886580"/>
                  </a:cubicBezTo>
                  <a:cubicBezTo>
                    <a:pt x="1937657" y="867919"/>
                    <a:pt x="1964094" y="273870"/>
                    <a:pt x="1996751" y="261429"/>
                  </a:cubicBezTo>
                  <a:cubicBezTo>
                    <a:pt x="2029408" y="248988"/>
                    <a:pt x="2049624" y="810380"/>
                    <a:pt x="2090057" y="811935"/>
                  </a:cubicBezTo>
                  <a:cubicBezTo>
                    <a:pt x="2130490" y="813490"/>
                    <a:pt x="2181808" y="262985"/>
                    <a:pt x="2239347" y="270760"/>
                  </a:cubicBezTo>
                  <a:cubicBezTo>
                    <a:pt x="2296886" y="278535"/>
                    <a:pt x="2388637" y="869474"/>
                    <a:pt x="2435290" y="858588"/>
                  </a:cubicBezTo>
                  <a:cubicBezTo>
                    <a:pt x="2481943" y="847702"/>
                    <a:pt x="2472612" y="214776"/>
                    <a:pt x="2519265" y="205446"/>
                  </a:cubicBezTo>
                  <a:cubicBezTo>
                    <a:pt x="2565918" y="196116"/>
                    <a:pt x="2679441" y="799495"/>
                    <a:pt x="2715208" y="802605"/>
                  </a:cubicBezTo>
                  <a:cubicBezTo>
                    <a:pt x="2750975" y="805715"/>
                    <a:pt x="2701212" y="242768"/>
                    <a:pt x="2733869" y="224107"/>
                  </a:cubicBezTo>
                  <a:cubicBezTo>
                    <a:pt x="2766526" y="205446"/>
                    <a:pt x="2870718" y="684417"/>
                    <a:pt x="2911151" y="690637"/>
                  </a:cubicBezTo>
                  <a:cubicBezTo>
                    <a:pt x="2951584" y="696857"/>
                    <a:pt x="2926702" y="239658"/>
                    <a:pt x="2976465" y="261429"/>
                  </a:cubicBezTo>
                  <a:cubicBezTo>
                    <a:pt x="3026228" y="283200"/>
                    <a:pt x="3161522" y="813491"/>
                    <a:pt x="3209730" y="821266"/>
                  </a:cubicBezTo>
                  <a:cubicBezTo>
                    <a:pt x="3257938" y="829042"/>
                    <a:pt x="3215951" y="303417"/>
                    <a:pt x="3265714" y="308082"/>
                  </a:cubicBezTo>
                  <a:cubicBezTo>
                    <a:pt x="3315477" y="312747"/>
                    <a:pt x="3456992" y="849258"/>
                    <a:pt x="3508310" y="849258"/>
                  </a:cubicBezTo>
                  <a:cubicBezTo>
                    <a:pt x="3559628" y="849258"/>
                    <a:pt x="3536302" y="318968"/>
                    <a:pt x="3573624" y="308082"/>
                  </a:cubicBezTo>
                  <a:cubicBezTo>
                    <a:pt x="3610946" y="297196"/>
                    <a:pt x="3685592" y="779278"/>
                    <a:pt x="3732245" y="783943"/>
                  </a:cubicBezTo>
                  <a:cubicBezTo>
                    <a:pt x="3778898" y="788608"/>
                    <a:pt x="3808445" y="362511"/>
                    <a:pt x="3853543" y="336074"/>
                  </a:cubicBezTo>
                  <a:cubicBezTo>
                    <a:pt x="3898641" y="309637"/>
                    <a:pt x="3950736" y="467480"/>
                    <a:pt x="4002832" y="625323"/>
                  </a:cubicBezTo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accent4"/>
                </a:solidFill>
              </a:endParaRPr>
            </a:p>
          </p:txBody>
        </p: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BF0A3B85-037B-396D-AD59-EE31F2E57449}"/>
                </a:ext>
              </a:extLst>
            </p:cNvPr>
            <p:cNvCxnSpPr/>
            <p:nvPr/>
          </p:nvCxnSpPr>
          <p:spPr>
            <a:xfrm>
              <a:off x="2024743" y="3209731"/>
              <a:ext cx="0" cy="167951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Forma libre: forma 43">
              <a:extLst>
                <a:ext uri="{FF2B5EF4-FFF2-40B4-BE49-F238E27FC236}">
                  <a16:creationId xmlns:a16="http://schemas.microsoft.com/office/drawing/2014/main" id="{B3CC3B56-809B-2C25-2D5F-4F19C4AD52E1}"/>
                </a:ext>
              </a:extLst>
            </p:cNvPr>
            <p:cNvSpPr/>
            <p:nvPr/>
          </p:nvSpPr>
          <p:spPr>
            <a:xfrm rot="16200000">
              <a:off x="1071918" y="3772081"/>
              <a:ext cx="1338286" cy="550282"/>
            </a:xfrm>
            <a:custGeom>
              <a:avLst/>
              <a:gdLst>
                <a:gd name="connsiteX0" fmla="*/ 0 w 1371600"/>
                <a:gd name="connsiteY0" fmla="*/ 961121 h 1007774"/>
                <a:gd name="connsiteX1" fmla="*/ 363894 w 1371600"/>
                <a:gd name="connsiteY1" fmla="*/ 811831 h 1007774"/>
                <a:gd name="connsiteX2" fmla="*/ 727788 w 1371600"/>
                <a:gd name="connsiteY2" fmla="*/ 68 h 1007774"/>
                <a:gd name="connsiteX3" fmla="*/ 1063690 w 1371600"/>
                <a:gd name="connsiteY3" fmla="*/ 858484 h 1007774"/>
                <a:gd name="connsiteX4" fmla="*/ 1371600 w 1371600"/>
                <a:gd name="connsiteY4" fmla="*/ 1007774 h 1007774"/>
                <a:gd name="connsiteX0" fmla="*/ 0 w 1371600"/>
                <a:gd name="connsiteY0" fmla="*/ 961121 h 963094"/>
                <a:gd name="connsiteX1" fmla="*/ 363894 w 1371600"/>
                <a:gd name="connsiteY1" fmla="*/ 811831 h 963094"/>
                <a:gd name="connsiteX2" fmla="*/ 727788 w 1371600"/>
                <a:gd name="connsiteY2" fmla="*/ 68 h 963094"/>
                <a:gd name="connsiteX3" fmla="*/ 1063690 w 1371600"/>
                <a:gd name="connsiteY3" fmla="*/ 858484 h 963094"/>
                <a:gd name="connsiteX4" fmla="*/ 1371600 w 1371600"/>
                <a:gd name="connsiteY4" fmla="*/ 909948 h 963094"/>
                <a:gd name="connsiteX0" fmla="*/ 0 w 1371600"/>
                <a:gd name="connsiteY0" fmla="*/ 961055 h 963028"/>
                <a:gd name="connsiteX1" fmla="*/ 363894 w 1371600"/>
                <a:gd name="connsiteY1" fmla="*/ 811765 h 963028"/>
                <a:gd name="connsiteX2" fmla="*/ 727788 w 1371600"/>
                <a:gd name="connsiteY2" fmla="*/ 2 h 963028"/>
                <a:gd name="connsiteX3" fmla="*/ 1044562 w 1371600"/>
                <a:gd name="connsiteY3" fmla="*/ 805058 h 963028"/>
                <a:gd name="connsiteX4" fmla="*/ 1371600 w 1371600"/>
                <a:gd name="connsiteY4" fmla="*/ 909882 h 963028"/>
                <a:gd name="connsiteX0" fmla="*/ 0 w 1371597"/>
                <a:gd name="connsiteY0" fmla="*/ 961055 h 963028"/>
                <a:gd name="connsiteX1" fmla="*/ 363894 w 1371597"/>
                <a:gd name="connsiteY1" fmla="*/ 811765 h 963028"/>
                <a:gd name="connsiteX2" fmla="*/ 727788 w 1371597"/>
                <a:gd name="connsiteY2" fmla="*/ 2 h 963028"/>
                <a:gd name="connsiteX3" fmla="*/ 1044562 w 1371597"/>
                <a:gd name="connsiteY3" fmla="*/ 805058 h 963028"/>
                <a:gd name="connsiteX4" fmla="*/ 1371597 w 1371597"/>
                <a:gd name="connsiteY4" fmla="*/ 958869 h 963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597" h="963028">
                  <a:moveTo>
                    <a:pt x="0" y="961055"/>
                  </a:moveTo>
                  <a:cubicBezTo>
                    <a:pt x="121298" y="966498"/>
                    <a:pt x="242596" y="971941"/>
                    <a:pt x="363894" y="811765"/>
                  </a:cubicBezTo>
                  <a:cubicBezTo>
                    <a:pt x="485192" y="651589"/>
                    <a:pt x="614343" y="1120"/>
                    <a:pt x="727788" y="2"/>
                  </a:cubicBezTo>
                  <a:cubicBezTo>
                    <a:pt x="841233" y="-1116"/>
                    <a:pt x="937260" y="637107"/>
                    <a:pt x="1044562" y="805058"/>
                  </a:cubicBezTo>
                  <a:cubicBezTo>
                    <a:pt x="1151864" y="973009"/>
                    <a:pt x="1282956" y="918436"/>
                    <a:pt x="1371597" y="958869"/>
                  </a:cubicBezTo>
                </a:path>
              </a:pathLst>
            </a:cu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AF267E87-574A-0FCB-40F6-F3F6DAF3AAFE}"/>
                    </a:ext>
                  </a:extLst>
                </p:cNvPr>
                <p:cNvSpPr txBox="1"/>
                <p:nvPr/>
              </p:nvSpPr>
              <p:spPr>
                <a:xfrm>
                  <a:off x="1935647" y="4671415"/>
                  <a:ext cx="392189" cy="368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AF267E87-574A-0FCB-40F6-F3F6DAF3AA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5647" y="4671415"/>
                  <a:ext cx="392189" cy="36858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66E5BCCE-A4D4-6222-DB10-68D47040B1F5}"/>
                    </a:ext>
                  </a:extLst>
                </p:cNvPr>
                <p:cNvSpPr txBox="1"/>
                <p:nvPr/>
              </p:nvSpPr>
              <p:spPr>
                <a:xfrm>
                  <a:off x="3463077" y="4661938"/>
                  <a:ext cx="9472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s-CL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s-CL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66E5BCCE-A4D4-6222-DB10-68D47040B1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3077" y="4661938"/>
                  <a:ext cx="94721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38A9B728-77EF-7D55-068A-591B4BB4FCAF}"/>
                </a:ext>
              </a:extLst>
            </p:cNvPr>
            <p:cNvCxnSpPr/>
            <p:nvPr/>
          </p:nvCxnSpPr>
          <p:spPr>
            <a:xfrm>
              <a:off x="3636253" y="3243263"/>
              <a:ext cx="0" cy="167951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orma libre: forma 50">
              <a:extLst>
                <a:ext uri="{FF2B5EF4-FFF2-40B4-BE49-F238E27FC236}">
                  <a16:creationId xmlns:a16="http://schemas.microsoft.com/office/drawing/2014/main" id="{B59E21B0-582F-4D98-F6A0-5BE7C3594F9F}"/>
                </a:ext>
              </a:extLst>
            </p:cNvPr>
            <p:cNvSpPr/>
            <p:nvPr/>
          </p:nvSpPr>
          <p:spPr>
            <a:xfrm rot="16200000">
              <a:off x="2683428" y="3805613"/>
              <a:ext cx="1338286" cy="550282"/>
            </a:xfrm>
            <a:custGeom>
              <a:avLst/>
              <a:gdLst>
                <a:gd name="connsiteX0" fmla="*/ 0 w 1371600"/>
                <a:gd name="connsiteY0" fmla="*/ 961121 h 1007774"/>
                <a:gd name="connsiteX1" fmla="*/ 363894 w 1371600"/>
                <a:gd name="connsiteY1" fmla="*/ 811831 h 1007774"/>
                <a:gd name="connsiteX2" fmla="*/ 727788 w 1371600"/>
                <a:gd name="connsiteY2" fmla="*/ 68 h 1007774"/>
                <a:gd name="connsiteX3" fmla="*/ 1063690 w 1371600"/>
                <a:gd name="connsiteY3" fmla="*/ 858484 h 1007774"/>
                <a:gd name="connsiteX4" fmla="*/ 1371600 w 1371600"/>
                <a:gd name="connsiteY4" fmla="*/ 1007774 h 1007774"/>
                <a:gd name="connsiteX0" fmla="*/ 0 w 1371600"/>
                <a:gd name="connsiteY0" fmla="*/ 961121 h 963094"/>
                <a:gd name="connsiteX1" fmla="*/ 363894 w 1371600"/>
                <a:gd name="connsiteY1" fmla="*/ 811831 h 963094"/>
                <a:gd name="connsiteX2" fmla="*/ 727788 w 1371600"/>
                <a:gd name="connsiteY2" fmla="*/ 68 h 963094"/>
                <a:gd name="connsiteX3" fmla="*/ 1063690 w 1371600"/>
                <a:gd name="connsiteY3" fmla="*/ 858484 h 963094"/>
                <a:gd name="connsiteX4" fmla="*/ 1371600 w 1371600"/>
                <a:gd name="connsiteY4" fmla="*/ 909948 h 963094"/>
                <a:gd name="connsiteX0" fmla="*/ 0 w 1371600"/>
                <a:gd name="connsiteY0" fmla="*/ 961055 h 963028"/>
                <a:gd name="connsiteX1" fmla="*/ 363894 w 1371600"/>
                <a:gd name="connsiteY1" fmla="*/ 811765 h 963028"/>
                <a:gd name="connsiteX2" fmla="*/ 727788 w 1371600"/>
                <a:gd name="connsiteY2" fmla="*/ 2 h 963028"/>
                <a:gd name="connsiteX3" fmla="*/ 1044562 w 1371600"/>
                <a:gd name="connsiteY3" fmla="*/ 805058 h 963028"/>
                <a:gd name="connsiteX4" fmla="*/ 1371600 w 1371600"/>
                <a:gd name="connsiteY4" fmla="*/ 909882 h 963028"/>
                <a:gd name="connsiteX0" fmla="*/ 0 w 1371597"/>
                <a:gd name="connsiteY0" fmla="*/ 961055 h 963028"/>
                <a:gd name="connsiteX1" fmla="*/ 363894 w 1371597"/>
                <a:gd name="connsiteY1" fmla="*/ 811765 h 963028"/>
                <a:gd name="connsiteX2" fmla="*/ 727788 w 1371597"/>
                <a:gd name="connsiteY2" fmla="*/ 2 h 963028"/>
                <a:gd name="connsiteX3" fmla="*/ 1044562 w 1371597"/>
                <a:gd name="connsiteY3" fmla="*/ 805058 h 963028"/>
                <a:gd name="connsiteX4" fmla="*/ 1371597 w 1371597"/>
                <a:gd name="connsiteY4" fmla="*/ 958869 h 963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597" h="963028">
                  <a:moveTo>
                    <a:pt x="0" y="961055"/>
                  </a:moveTo>
                  <a:cubicBezTo>
                    <a:pt x="121298" y="966498"/>
                    <a:pt x="242596" y="971941"/>
                    <a:pt x="363894" y="811765"/>
                  </a:cubicBezTo>
                  <a:cubicBezTo>
                    <a:pt x="485192" y="651589"/>
                    <a:pt x="614343" y="1120"/>
                    <a:pt x="727788" y="2"/>
                  </a:cubicBezTo>
                  <a:cubicBezTo>
                    <a:pt x="841233" y="-1116"/>
                    <a:pt x="937260" y="637107"/>
                    <a:pt x="1044562" y="805058"/>
                  </a:cubicBezTo>
                  <a:cubicBezTo>
                    <a:pt x="1151864" y="973009"/>
                    <a:pt x="1282956" y="918436"/>
                    <a:pt x="1371597" y="958869"/>
                  </a:cubicBezTo>
                </a:path>
              </a:pathLst>
            </a:cu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F840B032-5691-F440-E30E-7DC3431EA4AE}"/>
                    </a:ext>
                  </a:extLst>
                </p:cNvPr>
                <p:cNvSpPr txBox="1"/>
                <p:nvPr/>
              </p:nvSpPr>
              <p:spPr>
                <a:xfrm>
                  <a:off x="4048712" y="2834916"/>
                  <a:ext cx="1604865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US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US" b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F840B032-5691-F440-E30E-7DC3431EA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8712" y="2834916"/>
                  <a:ext cx="1604865" cy="92333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614961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upo 77">
            <a:extLst>
              <a:ext uri="{FF2B5EF4-FFF2-40B4-BE49-F238E27FC236}">
                <a16:creationId xmlns:a16="http://schemas.microsoft.com/office/drawing/2014/main" id="{461EF251-227D-6CDF-AE56-8C60D59A9E26}"/>
              </a:ext>
            </a:extLst>
          </p:cNvPr>
          <p:cNvGrpSpPr/>
          <p:nvPr/>
        </p:nvGrpSpPr>
        <p:grpSpPr>
          <a:xfrm>
            <a:off x="631373" y="671166"/>
            <a:ext cx="4980888" cy="2401314"/>
            <a:chOff x="631373" y="671166"/>
            <a:chExt cx="4980888" cy="2401314"/>
          </a:xfrm>
        </p:grpSpPr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E14B4846-7C0A-6BE8-6E37-7F9E3907FF6A}"/>
                </a:ext>
              </a:extLst>
            </p:cNvPr>
            <p:cNvGrpSpPr/>
            <p:nvPr/>
          </p:nvGrpSpPr>
          <p:grpSpPr>
            <a:xfrm>
              <a:off x="631373" y="671166"/>
              <a:ext cx="4980888" cy="2401314"/>
              <a:chOff x="631373" y="671166"/>
              <a:chExt cx="4980888" cy="2401314"/>
            </a:xfrm>
          </p:grpSpPr>
          <p:cxnSp>
            <p:nvCxnSpPr>
              <p:cNvPr id="35" name="Conector recto 34">
                <a:extLst>
                  <a:ext uri="{FF2B5EF4-FFF2-40B4-BE49-F238E27FC236}">
                    <a16:creationId xmlns:a16="http://schemas.microsoft.com/office/drawing/2014/main" id="{AC4F24C8-4E00-4536-2483-C7BF272E74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373" y="2158560"/>
                <a:ext cx="2188872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CuadroTexto 5">
                    <a:extLst>
                      <a:ext uri="{FF2B5EF4-FFF2-40B4-BE49-F238E27FC236}">
                        <a16:creationId xmlns:a16="http://schemas.microsoft.com/office/drawing/2014/main" id="{F1C12E2A-4BE8-DFDF-0AE7-D01BD5B35E11}"/>
                      </a:ext>
                    </a:extLst>
                  </p:cNvPr>
                  <p:cNvSpPr txBox="1"/>
                  <p:nvPr/>
                </p:nvSpPr>
                <p:spPr>
                  <a:xfrm>
                    <a:off x="1573630" y="671166"/>
                    <a:ext cx="27009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L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6" name="CuadroTexto 5">
                    <a:extLst>
                      <a:ext uri="{FF2B5EF4-FFF2-40B4-BE49-F238E27FC236}">
                        <a16:creationId xmlns:a16="http://schemas.microsoft.com/office/drawing/2014/main" id="{F1C12E2A-4BE8-DFDF-0AE7-D01BD5B35E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73630" y="671166"/>
                    <a:ext cx="270095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r="-197727"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CuadroTexto 6">
                    <a:extLst>
                      <a:ext uri="{FF2B5EF4-FFF2-40B4-BE49-F238E27FC236}">
                        <a16:creationId xmlns:a16="http://schemas.microsoft.com/office/drawing/2014/main" id="{8B3EB915-2B65-614A-99CD-6F30D98622A9}"/>
                      </a:ext>
                    </a:extLst>
                  </p:cNvPr>
                  <p:cNvSpPr txBox="1"/>
                  <p:nvPr/>
                </p:nvSpPr>
                <p:spPr>
                  <a:xfrm>
                    <a:off x="2803114" y="1943977"/>
                    <a:ext cx="26701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7" name="CuadroTexto 6">
                    <a:extLst>
                      <a:ext uri="{FF2B5EF4-FFF2-40B4-BE49-F238E27FC236}">
                        <a16:creationId xmlns:a16="http://schemas.microsoft.com/office/drawing/2014/main" id="{8B3EB915-2B65-614A-99CD-6F30D98622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3114" y="1943977"/>
                    <a:ext cx="267011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2045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7" name="Arco 36">
                <a:extLst>
                  <a:ext uri="{FF2B5EF4-FFF2-40B4-BE49-F238E27FC236}">
                    <a16:creationId xmlns:a16="http://schemas.microsoft.com/office/drawing/2014/main" id="{3EF56AC1-8854-1093-93A9-9807A4D58537}"/>
                  </a:ext>
                </a:extLst>
              </p:cNvPr>
              <p:cNvSpPr/>
              <p:nvPr/>
            </p:nvSpPr>
            <p:spPr>
              <a:xfrm rot="16200000">
                <a:off x="794756" y="1804180"/>
                <a:ext cx="1827841" cy="708759"/>
              </a:xfrm>
              <a:prstGeom prst="arc">
                <a:avLst>
                  <a:gd name="adj1" fmla="val 16200000"/>
                  <a:gd name="adj2" fmla="val 5313176"/>
                </a:avLst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cxnSp>
            <p:nvCxnSpPr>
              <p:cNvPr id="34" name="Conector recto 33">
                <a:extLst>
                  <a:ext uri="{FF2B5EF4-FFF2-40B4-BE49-F238E27FC236}">
                    <a16:creationId xmlns:a16="http://schemas.microsoft.com/office/drawing/2014/main" id="{2DE8C204-BC45-B035-3F46-4E4783CE6D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08677" y="1031814"/>
                <a:ext cx="1" cy="1126746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47" name="Forma libre: forma 46">
                <a:extLst>
                  <a:ext uri="{FF2B5EF4-FFF2-40B4-BE49-F238E27FC236}">
                    <a16:creationId xmlns:a16="http://schemas.microsoft.com/office/drawing/2014/main" id="{2F732D58-0DC0-607B-8348-A41FDC08C020}"/>
                  </a:ext>
                </a:extLst>
              </p:cNvPr>
              <p:cNvSpPr/>
              <p:nvPr/>
            </p:nvSpPr>
            <p:spPr>
              <a:xfrm rot="19747048">
                <a:off x="1894871" y="1405560"/>
                <a:ext cx="531845" cy="171721"/>
              </a:xfrm>
              <a:custGeom>
                <a:avLst/>
                <a:gdLst>
                  <a:gd name="connsiteX0" fmla="*/ 0 w 531845"/>
                  <a:gd name="connsiteY0" fmla="*/ 77777 h 171721"/>
                  <a:gd name="connsiteX1" fmla="*/ 233265 w 531845"/>
                  <a:gd name="connsiteY1" fmla="*/ 3132 h 171721"/>
                  <a:gd name="connsiteX2" fmla="*/ 335902 w 531845"/>
                  <a:gd name="connsiteY2" fmla="*/ 171083 h 171721"/>
                  <a:gd name="connsiteX3" fmla="*/ 531845 w 531845"/>
                  <a:gd name="connsiteY3" fmla="*/ 49785 h 171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1845" h="171721">
                    <a:moveTo>
                      <a:pt x="0" y="77777"/>
                    </a:moveTo>
                    <a:cubicBezTo>
                      <a:pt x="88640" y="32679"/>
                      <a:pt x="177281" y="-12419"/>
                      <a:pt x="233265" y="3132"/>
                    </a:cubicBezTo>
                    <a:cubicBezTo>
                      <a:pt x="289249" y="18683"/>
                      <a:pt x="286139" y="163308"/>
                      <a:pt x="335902" y="171083"/>
                    </a:cubicBezTo>
                    <a:cubicBezTo>
                      <a:pt x="385665" y="178859"/>
                      <a:pt x="458755" y="114322"/>
                      <a:pt x="531845" y="49785"/>
                    </a:cubicBezTo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CuadroTexto 48">
                    <a:extLst>
                      <a:ext uri="{FF2B5EF4-FFF2-40B4-BE49-F238E27FC236}">
                        <a16:creationId xmlns:a16="http://schemas.microsoft.com/office/drawing/2014/main" id="{33FD2818-672F-28C1-8E68-EBFF5AA2C0BB}"/>
                      </a:ext>
                    </a:extLst>
                  </p:cNvPr>
                  <p:cNvSpPr txBox="1"/>
                  <p:nvPr/>
                </p:nvSpPr>
                <p:spPr>
                  <a:xfrm>
                    <a:off x="1484559" y="1059481"/>
                    <a:ext cx="4127702" cy="7219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limLoc m:val="undOvr"/>
                              <m:ctrlPr>
                                <a:rPr lang="es-CL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s-CL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L" sz="1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L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s-CL" sz="1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CL" sz="1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s-CL" sz="1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s-CL" sz="1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s-CL" sz="1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CL" sz="1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s-CL" sz="1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s-CL" sz="1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oMath>
                      </m:oMathPara>
                    </a14:m>
                    <a:endParaRPr lang="es-CL" sz="14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CuadroTexto 48">
                    <a:extLst>
                      <a:ext uri="{FF2B5EF4-FFF2-40B4-BE49-F238E27FC236}">
                        <a16:creationId xmlns:a16="http://schemas.microsoft.com/office/drawing/2014/main" id="{33FD2818-672F-28C1-8E68-EBFF5AA2C0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4559" y="1059481"/>
                    <a:ext cx="4127702" cy="72199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A21EA1A0-11ED-0E49-4DAA-383C7936A7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17504" y="1358091"/>
              <a:ext cx="470998" cy="264393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A05E4241-5615-A844-B12D-91AC7BDD03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88125" y="1525506"/>
              <a:ext cx="569129" cy="308915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cto 60">
              <a:extLst>
                <a:ext uri="{FF2B5EF4-FFF2-40B4-BE49-F238E27FC236}">
                  <a16:creationId xmlns:a16="http://schemas.microsoft.com/office/drawing/2014/main" id="{4272BFCA-1BDD-8B10-AE58-EB572FE44F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4297" y="1702239"/>
              <a:ext cx="655859" cy="323501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A4A71C16-AA2B-ED7B-A597-64A81F8C5A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4559" y="1878334"/>
              <a:ext cx="571626" cy="274755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recto 67">
              <a:extLst>
                <a:ext uri="{FF2B5EF4-FFF2-40B4-BE49-F238E27FC236}">
                  <a16:creationId xmlns:a16="http://schemas.microsoft.com/office/drawing/2014/main" id="{C7451BD5-2DE9-1064-D3BB-C26DFD5C27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4159" y="1268426"/>
              <a:ext cx="285813" cy="150676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989D0A49-2063-844C-E56F-BE1321B056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0439" y="2038554"/>
              <a:ext cx="245746" cy="114535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EAF383D2-B4F2-6CBB-743A-E85CA5A9E5D2}"/>
              </a:ext>
            </a:extLst>
          </p:cNvPr>
          <p:cNvGrpSpPr/>
          <p:nvPr/>
        </p:nvGrpSpPr>
        <p:grpSpPr>
          <a:xfrm>
            <a:off x="5621861" y="613802"/>
            <a:ext cx="5433730" cy="2441237"/>
            <a:chOff x="579681" y="3075544"/>
            <a:chExt cx="5433730" cy="2441237"/>
          </a:xfrm>
        </p:grpSpPr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56F6E706-6AAB-2001-AAAB-2EACF69928C3}"/>
                </a:ext>
              </a:extLst>
            </p:cNvPr>
            <p:cNvCxnSpPr>
              <a:cxnSpLocks/>
            </p:cNvCxnSpPr>
            <p:nvPr/>
          </p:nvCxnSpPr>
          <p:spPr>
            <a:xfrm>
              <a:off x="579681" y="4585989"/>
              <a:ext cx="2188872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CuadroTexto 87">
                  <a:extLst>
                    <a:ext uri="{FF2B5EF4-FFF2-40B4-BE49-F238E27FC236}">
                      <a16:creationId xmlns:a16="http://schemas.microsoft.com/office/drawing/2014/main" id="{A60DB094-8B9C-4C85-6397-CAA5AE6022C9}"/>
                    </a:ext>
                  </a:extLst>
                </p:cNvPr>
                <p:cNvSpPr txBox="1"/>
                <p:nvPr/>
              </p:nvSpPr>
              <p:spPr>
                <a:xfrm>
                  <a:off x="1521938" y="3098595"/>
                  <a:ext cx="2700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L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88" name="CuadroTexto 87">
                  <a:extLst>
                    <a:ext uri="{FF2B5EF4-FFF2-40B4-BE49-F238E27FC236}">
                      <a16:creationId xmlns:a16="http://schemas.microsoft.com/office/drawing/2014/main" id="{A60DB094-8B9C-4C85-6397-CAA5AE6022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1938" y="3098595"/>
                  <a:ext cx="270095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97727"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CuadroTexto 88">
                  <a:extLst>
                    <a:ext uri="{FF2B5EF4-FFF2-40B4-BE49-F238E27FC236}">
                      <a16:creationId xmlns:a16="http://schemas.microsoft.com/office/drawing/2014/main" id="{8AD15555-D055-ADCE-10F2-6598F18E5F68}"/>
                    </a:ext>
                  </a:extLst>
                </p:cNvPr>
                <p:cNvSpPr txBox="1"/>
                <p:nvPr/>
              </p:nvSpPr>
              <p:spPr>
                <a:xfrm>
                  <a:off x="2751422" y="4371406"/>
                  <a:ext cx="2670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89" name="CuadroTexto 88">
                  <a:extLst>
                    <a:ext uri="{FF2B5EF4-FFF2-40B4-BE49-F238E27FC236}">
                      <a16:creationId xmlns:a16="http://schemas.microsoft.com/office/drawing/2014/main" id="{8AD15555-D055-ADCE-10F2-6598F18E5F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1422" y="4371406"/>
                  <a:ext cx="267011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2045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1" name="Conector recto 90">
              <a:extLst>
                <a:ext uri="{FF2B5EF4-FFF2-40B4-BE49-F238E27FC236}">
                  <a16:creationId xmlns:a16="http://schemas.microsoft.com/office/drawing/2014/main" id="{5EA0608E-3435-7A62-6F60-4106C6F546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6985" y="3459243"/>
              <a:ext cx="1" cy="1126746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54C949B9-EA6C-09F4-3595-E98616D59FA0}"/>
                </a:ext>
              </a:extLst>
            </p:cNvPr>
            <p:cNvCxnSpPr/>
            <p:nvPr/>
          </p:nvCxnSpPr>
          <p:spPr>
            <a:xfrm>
              <a:off x="592978" y="4136916"/>
              <a:ext cx="2120049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82173A88-6487-CBA0-D0C4-7C5CB933C3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373" y="4145879"/>
              <a:ext cx="299779" cy="44011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ctor recto 98">
              <a:extLst>
                <a:ext uri="{FF2B5EF4-FFF2-40B4-BE49-F238E27FC236}">
                  <a16:creationId xmlns:a16="http://schemas.microsoft.com/office/drawing/2014/main" id="{A570E0DC-AA58-FF13-A458-9A5605749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309" y="4136915"/>
              <a:ext cx="299779" cy="44011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recto 99">
              <a:extLst>
                <a:ext uri="{FF2B5EF4-FFF2-40B4-BE49-F238E27FC236}">
                  <a16:creationId xmlns:a16="http://schemas.microsoft.com/office/drawing/2014/main" id="{91929777-63BA-95C8-3DFD-74AC1D4FA5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5883" y="4145879"/>
              <a:ext cx="299779" cy="44011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recto 100">
              <a:extLst>
                <a:ext uri="{FF2B5EF4-FFF2-40B4-BE49-F238E27FC236}">
                  <a16:creationId xmlns:a16="http://schemas.microsoft.com/office/drawing/2014/main" id="{EB17C57F-F9C9-FF42-7DCF-5BD1B74A70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4396" y="4136915"/>
              <a:ext cx="299779" cy="44011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recto 101">
              <a:extLst>
                <a:ext uri="{FF2B5EF4-FFF2-40B4-BE49-F238E27FC236}">
                  <a16:creationId xmlns:a16="http://schemas.microsoft.com/office/drawing/2014/main" id="{84FF25E0-7A15-B5B0-EC6D-7AD76E933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99332" y="4127951"/>
              <a:ext cx="299779" cy="44011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52FFFB76-99C3-209D-568B-5B906D2FB7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906" y="4136915"/>
              <a:ext cx="299779" cy="44011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recto 103">
              <a:extLst>
                <a:ext uri="{FF2B5EF4-FFF2-40B4-BE49-F238E27FC236}">
                  <a16:creationId xmlns:a16="http://schemas.microsoft.com/office/drawing/2014/main" id="{7E8DB8EE-B298-4063-C7F0-BF02457956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7386" y="4127951"/>
              <a:ext cx="299779" cy="44011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CuadroTexto 104">
                  <a:extLst>
                    <a:ext uri="{FF2B5EF4-FFF2-40B4-BE49-F238E27FC236}">
                      <a16:creationId xmlns:a16="http://schemas.microsoft.com/office/drawing/2014/main" id="{0D361A9D-F1EE-1354-E224-6B08903318ED}"/>
                    </a:ext>
                  </a:extLst>
                </p:cNvPr>
                <p:cNvSpPr txBox="1"/>
                <p:nvPr/>
              </p:nvSpPr>
              <p:spPr>
                <a:xfrm>
                  <a:off x="1165387" y="3829137"/>
                  <a:ext cx="135667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CuadroTexto 104">
                  <a:extLst>
                    <a:ext uri="{FF2B5EF4-FFF2-40B4-BE49-F238E27FC236}">
                      <a16:creationId xmlns:a16="http://schemas.microsoft.com/office/drawing/2014/main" id="{0D361A9D-F1EE-1354-E224-6B0890331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387" y="3829137"/>
                  <a:ext cx="1356675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CuadroTexto 105">
                  <a:extLst>
                    <a:ext uri="{FF2B5EF4-FFF2-40B4-BE49-F238E27FC236}">
                      <a16:creationId xmlns:a16="http://schemas.microsoft.com/office/drawing/2014/main" id="{B63C597B-B276-3F52-93D8-C9E7B4969428}"/>
                    </a:ext>
                  </a:extLst>
                </p:cNvPr>
                <p:cNvSpPr txBox="1"/>
                <p:nvPr/>
              </p:nvSpPr>
              <p:spPr>
                <a:xfrm>
                  <a:off x="732964" y="4694570"/>
                  <a:ext cx="2087281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Área</a:t>
                  </a:r>
                  <a14:m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</m:t>
                      </m:r>
                    </m:oMath>
                  </a14:m>
                  <a:endParaRPr lang="en-US" sz="1400" dirty="0">
                    <a:ea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L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oMath>
                    </m:oMathPara>
                  </a14:m>
                  <a:endParaRPr lang="en-US" sz="1400" b="0" dirty="0">
                    <a:ea typeface="Cambria Math" panose="02040503050406030204" pitchFamily="18" charset="0"/>
                  </a:endParaRPr>
                </a:p>
                <a:p>
                  <a:pPr algn="ctr"/>
                  <a:r>
                    <a:rPr lang="es-CL" sz="1400" dirty="0"/>
                    <a:t>Si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s-CL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CL" sz="1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CL" sz="140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s-CL" sz="14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L" sz="14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CL" sz="1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CL" sz="1400" i="0" dirty="0">
                          <a:latin typeface="Cambria Math" panose="02040503050406030204" pitchFamily="18" charset="0"/>
                        </a:rPr>
                        <m:t>→∞</m:t>
                      </m:r>
                    </m:oMath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106" name="CuadroTexto 105">
                  <a:extLst>
                    <a:ext uri="{FF2B5EF4-FFF2-40B4-BE49-F238E27FC236}">
                      <a16:creationId xmlns:a16="http://schemas.microsoft.com/office/drawing/2014/main" id="{B63C597B-B276-3F52-93D8-C9E7B49694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964" y="4694570"/>
                  <a:ext cx="2087281" cy="738664"/>
                </a:xfrm>
                <a:prstGeom prst="rect">
                  <a:avLst/>
                </a:prstGeom>
                <a:blipFill>
                  <a:blip r:embed="rId8"/>
                  <a:stretch>
                    <a:fillRect t="-826" b="-8264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7" name="Conector recto 106">
              <a:extLst>
                <a:ext uri="{FF2B5EF4-FFF2-40B4-BE49-F238E27FC236}">
                  <a16:creationId xmlns:a16="http://schemas.microsoft.com/office/drawing/2014/main" id="{406700A9-0533-C191-32E8-727611BE80CC}"/>
                </a:ext>
              </a:extLst>
            </p:cNvPr>
            <p:cNvCxnSpPr>
              <a:cxnSpLocks/>
            </p:cNvCxnSpPr>
            <p:nvPr/>
          </p:nvCxnSpPr>
          <p:spPr>
            <a:xfrm>
              <a:off x="3574659" y="4562938"/>
              <a:ext cx="2188872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CuadroTexto 107">
                  <a:extLst>
                    <a:ext uri="{FF2B5EF4-FFF2-40B4-BE49-F238E27FC236}">
                      <a16:creationId xmlns:a16="http://schemas.microsoft.com/office/drawing/2014/main" id="{A23688C6-2919-A902-8058-9A671606D085}"/>
                    </a:ext>
                  </a:extLst>
                </p:cNvPr>
                <p:cNvSpPr txBox="1"/>
                <p:nvPr/>
              </p:nvSpPr>
              <p:spPr>
                <a:xfrm>
                  <a:off x="4516916" y="3075544"/>
                  <a:ext cx="2700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L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08" name="CuadroTexto 107">
                  <a:extLst>
                    <a:ext uri="{FF2B5EF4-FFF2-40B4-BE49-F238E27FC236}">
                      <a16:creationId xmlns:a16="http://schemas.microsoft.com/office/drawing/2014/main" id="{A23688C6-2919-A902-8058-9A671606D0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6916" y="3075544"/>
                  <a:ext cx="270095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186364"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CuadroTexto 108">
                  <a:extLst>
                    <a:ext uri="{FF2B5EF4-FFF2-40B4-BE49-F238E27FC236}">
                      <a16:creationId xmlns:a16="http://schemas.microsoft.com/office/drawing/2014/main" id="{D05A8130-9D08-406E-FAC0-AAC8BE2A6166}"/>
                    </a:ext>
                  </a:extLst>
                </p:cNvPr>
                <p:cNvSpPr txBox="1"/>
                <p:nvPr/>
              </p:nvSpPr>
              <p:spPr>
                <a:xfrm>
                  <a:off x="5746400" y="4348355"/>
                  <a:ext cx="2670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09" name="CuadroTexto 108">
                  <a:extLst>
                    <a:ext uri="{FF2B5EF4-FFF2-40B4-BE49-F238E27FC236}">
                      <a16:creationId xmlns:a16="http://schemas.microsoft.com/office/drawing/2014/main" id="{D05A8130-9D08-406E-FAC0-AAC8BE2A6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6400" y="4348355"/>
                  <a:ext cx="267011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0" name="Conector recto 109">
              <a:extLst>
                <a:ext uri="{FF2B5EF4-FFF2-40B4-BE49-F238E27FC236}">
                  <a16:creationId xmlns:a16="http://schemas.microsoft.com/office/drawing/2014/main" id="{93AF5694-5FB3-49F5-CE11-271F11FBE0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1963" y="3436192"/>
              <a:ext cx="1" cy="1126746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20" name="CuadroTexto 119">
              <a:extLst>
                <a:ext uri="{FF2B5EF4-FFF2-40B4-BE49-F238E27FC236}">
                  <a16:creationId xmlns:a16="http://schemas.microsoft.com/office/drawing/2014/main" id="{70DEF194-9298-DC8E-BFB2-9F50AC90EFA8}"/>
                </a:ext>
              </a:extLst>
            </p:cNvPr>
            <p:cNvSpPr txBox="1"/>
            <p:nvPr/>
          </p:nvSpPr>
          <p:spPr>
            <a:xfrm>
              <a:off x="3651990" y="4778117"/>
              <a:ext cx="227004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/>
                <a:t>Ruido</a:t>
              </a:r>
              <a:r>
                <a:rPr lang="en-US" sz="1400" dirty="0"/>
                <a:t> </a:t>
              </a:r>
              <a:r>
                <a:rPr lang="en-US" sz="1400" dirty="0" err="1"/>
                <a:t>blanco</a:t>
              </a:r>
              <a:r>
                <a:rPr lang="en-US" sz="1400" dirty="0"/>
                <a:t> es </a:t>
              </a:r>
              <a:r>
                <a:rPr lang="en-US" sz="1400" dirty="0" err="1"/>
                <a:t>completamente</a:t>
              </a:r>
              <a:r>
                <a:rPr lang="en-US" sz="1400" dirty="0"/>
                <a:t> </a:t>
              </a:r>
              <a:r>
                <a:rPr lang="en-US" sz="1400" dirty="0" err="1"/>
                <a:t>incoherente</a:t>
              </a:r>
              <a:r>
                <a:rPr lang="en-US" sz="1400" dirty="0"/>
                <a:t> </a:t>
              </a:r>
              <a:r>
                <a:rPr lang="en-US" sz="1400" dirty="0" err="1"/>
                <a:t>consigo</a:t>
              </a:r>
              <a:r>
                <a:rPr lang="en-US" sz="1400" dirty="0"/>
                <a:t> </a:t>
              </a:r>
              <a:r>
                <a:rPr lang="en-US" sz="1400" dirty="0" err="1"/>
                <a:t>mismo</a:t>
              </a:r>
              <a:endParaRPr lang="es-CL" sz="1400" dirty="0"/>
            </a:p>
          </p:txBody>
        </p:sp>
        <p:cxnSp>
          <p:nvCxnSpPr>
            <p:cNvPr id="121" name="Conector recto 120">
              <a:extLst>
                <a:ext uri="{FF2B5EF4-FFF2-40B4-BE49-F238E27FC236}">
                  <a16:creationId xmlns:a16="http://schemas.microsoft.com/office/drawing/2014/main" id="{2F91634F-5AA4-5F71-210D-5CC2AB5A1A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5626" y="3768040"/>
              <a:ext cx="0" cy="794898"/>
            </a:xfrm>
            <a:prstGeom prst="line">
              <a:avLst/>
            </a:prstGeom>
            <a:ln w="28575">
              <a:solidFill>
                <a:srgbClr val="CC00FF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CuadroTexto 124">
                  <a:extLst>
                    <a:ext uri="{FF2B5EF4-FFF2-40B4-BE49-F238E27FC236}">
                      <a16:creationId xmlns:a16="http://schemas.microsoft.com/office/drawing/2014/main" id="{29179F34-6560-5840-4FBC-5D5694B40258}"/>
                    </a:ext>
                  </a:extLst>
                </p:cNvPr>
                <p:cNvSpPr txBox="1"/>
                <p:nvPr/>
              </p:nvSpPr>
              <p:spPr>
                <a:xfrm>
                  <a:off x="4182677" y="4486852"/>
                  <a:ext cx="106589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25" name="CuadroTexto 124">
                  <a:extLst>
                    <a:ext uri="{FF2B5EF4-FFF2-40B4-BE49-F238E27FC236}">
                      <a16:creationId xmlns:a16="http://schemas.microsoft.com/office/drawing/2014/main" id="{29179F34-6560-5840-4FBC-5D5694B402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2677" y="4486852"/>
                  <a:ext cx="106589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0" name="Grupo 169">
            <a:extLst>
              <a:ext uri="{FF2B5EF4-FFF2-40B4-BE49-F238E27FC236}">
                <a16:creationId xmlns:a16="http://schemas.microsoft.com/office/drawing/2014/main" id="{C112163B-2D01-405E-3586-5F06832F29AF}"/>
              </a:ext>
            </a:extLst>
          </p:cNvPr>
          <p:cNvGrpSpPr/>
          <p:nvPr/>
        </p:nvGrpSpPr>
        <p:grpSpPr>
          <a:xfrm>
            <a:off x="5482142" y="3358386"/>
            <a:ext cx="5773650" cy="2035300"/>
            <a:chOff x="5482142" y="3358386"/>
            <a:chExt cx="5773650" cy="2035300"/>
          </a:xfrm>
        </p:grpSpPr>
        <p:cxnSp>
          <p:nvCxnSpPr>
            <p:cNvPr id="129" name="Conector recto 128">
              <a:extLst>
                <a:ext uri="{FF2B5EF4-FFF2-40B4-BE49-F238E27FC236}">
                  <a16:creationId xmlns:a16="http://schemas.microsoft.com/office/drawing/2014/main" id="{10AC67BA-F2A0-7E9B-2B27-334E1160A077}"/>
                </a:ext>
              </a:extLst>
            </p:cNvPr>
            <p:cNvCxnSpPr>
              <a:cxnSpLocks/>
            </p:cNvCxnSpPr>
            <p:nvPr/>
          </p:nvCxnSpPr>
          <p:spPr>
            <a:xfrm>
              <a:off x="5775144" y="4868831"/>
              <a:ext cx="2188872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uadroTexto 129">
                  <a:extLst>
                    <a:ext uri="{FF2B5EF4-FFF2-40B4-BE49-F238E27FC236}">
                      <a16:creationId xmlns:a16="http://schemas.microsoft.com/office/drawing/2014/main" id="{F0B5223C-77AE-42A8-BFAC-D20E6522408E}"/>
                    </a:ext>
                  </a:extLst>
                </p:cNvPr>
                <p:cNvSpPr txBox="1"/>
                <p:nvPr/>
              </p:nvSpPr>
              <p:spPr>
                <a:xfrm>
                  <a:off x="6717401" y="3381437"/>
                  <a:ext cx="2700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L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30" name="CuadroTexto 129">
                  <a:extLst>
                    <a:ext uri="{FF2B5EF4-FFF2-40B4-BE49-F238E27FC236}">
                      <a16:creationId xmlns:a16="http://schemas.microsoft.com/office/drawing/2014/main" id="{F0B5223C-77AE-42A8-BFAC-D20E652240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7401" y="3381437"/>
                  <a:ext cx="270095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197727"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CuadroTexto 130">
                  <a:extLst>
                    <a:ext uri="{FF2B5EF4-FFF2-40B4-BE49-F238E27FC236}">
                      <a16:creationId xmlns:a16="http://schemas.microsoft.com/office/drawing/2014/main" id="{FB52DE99-9E92-7CF7-0EE6-1A89D31F285C}"/>
                    </a:ext>
                  </a:extLst>
                </p:cNvPr>
                <p:cNvSpPr txBox="1"/>
                <p:nvPr/>
              </p:nvSpPr>
              <p:spPr>
                <a:xfrm>
                  <a:off x="7946885" y="4654248"/>
                  <a:ext cx="2670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31" name="CuadroTexto 130">
                  <a:extLst>
                    <a:ext uri="{FF2B5EF4-FFF2-40B4-BE49-F238E27FC236}">
                      <a16:creationId xmlns:a16="http://schemas.microsoft.com/office/drawing/2014/main" id="{FB52DE99-9E92-7CF7-0EE6-1A89D31F28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6885" y="4654248"/>
                  <a:ext cx="267011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23256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Conector recto 131">
              <a:extLst>
                <a:ext uri="{FF2B5EF4-FFF2-40B4-BE49-F238E27FC236}">
                  <a16:creationId xmlns:a16="http://schemas.microsoft.com/office/drawing/2014/main" id="{FF274E7A-C3A3-7325-5DFE-2973F3240F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2448" y="3742085"/>
              <a:ext cx="1" cy="1126746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33" name="Conector recto 132">
              <a:extLst>
                <a:ext uri="{FF2B5EF4-FFF2-40B4-BE49-F238E27FC236}">
                  <a16:creationId xmlns:a16="http://schemas.microsoft.com/office/drawing/2014/main" id="{049C9BFC-DD61-0FE5-A71B-4E90498AE9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4410792"/>
              <a:ext cx="1540399" cy="1"/>
            </a:xfrm>
            <a:prstGeom prst="lin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ector recto 134">
              <a:extLst>
                <a:ext uri="{FF2B5EF4-FFF2-40B4-BE49-F238E27FC236}">
                  <a16:creationId xmlns:a16="http://schemas.microsoft.com/office/drawing/2014/main" id="{6029C2FF-B513-EBB3-E2D4-D4A7C0CFE3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1772" y="4419757"/>
              <a:ext cx="299779" cy="44011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ector recto 135">
              <a:extLst>
                <a:ext uri="{FF2B5EF4-FFF2-40B4-BE49-F238E27FC236}">
                  <a16:creationId xmlns:a16="http://schemas.microsoft.com/office/drawing/2014/main" id="{39087933-4FA6-7FA2-99AB-275DA3DD8C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1346" y="4428721"/>
              <a:ext cx="299779" cy="44011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ector recto 136">
              <a:extLst>
                <a:ext uri="{FF2B5EF4-FFF2-40B4-BE49-F238E27FC236}">
                  <a16:creationId xmlns:a16="http://schemas.microsoft.com/office/drawing/2014/main" id="{3C8A2FEB-D172-9540-AA3F-70D5D24D66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9859" y="4419757"/>
              <a:ext cx="299779" cy="44011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ector recto 137">
              <a:extLst>
                <a:ext uri="{FF2B5EF4-FFF2-40B4-BE49-F238E27FC236}">
                  <a16:creationId xmlns:a16="http://schemas.microsoft.com/office/drawing/2014/main" id="{EA7624C1-EAC2-6AAC-69AB-D850FF4DCA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4795" y="4410793"/>
              <a:ext cx="299779" cy="44011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ector recto 138">
              <a:extLst>
                <a:ext uri="{FF2B5EF4-FFF2-40B4-BE49-F238E27FC236}">
                  <a16:creationId xmlns:a16="http://schemas.microsoft.com/office/drawing/2014/main" id="{1DDB16F9-C2DF-E3C4-0730-7807A97852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4369" y="4419757"/>
              <a:ext cx="299779" cy="44011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CuadroTexto 140">
                  <a:extLst>
                    <a:ext uri="{FF2B5EF4-FFF2-40B4-BE49-F238E27FC236}">
                      <a16:creationId xmlns:a16="http://schemas.microsoft.com/office/drawing/2014/main" id="{5C7602DF-649A-5DA3-C831-3F6991490F0B}"/>
                    </a:ext>
                  </a:extLst>
                </p:cNvPr>
                <p:cNvSpPr txBox="1"/>
                <p:nvPr/>
              </p:nvSpPr>
              <p:spPr>
                <a:xfrm>
                  <a:off x="6360850" y="4111979"/>
                  <a:ext cx="135667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CuadroTexto 140">
                  <a:extLst>
                    <a:ext uri="{FF2B5EF4-FFF2-40B4-BE49-F238E27FC236}">
                      <a16:creationId xmlns:a16="http://schemas.microsoft.com/office/drawing/2014/main" id="{5C7602DF-649A-5DA3-C831-3F6991490F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0850" y="4111979"/>
                  <a:ext cx="1356675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CuadroTexto 141">
                  <a:extLst>
                    <a:ext uri="{FF2B5EF4-FFF2-40B4-BE49-F238E27FC236}">
                      <a16:creationId xmlns:a16="http://schemas.microsoft.com/office/drawing/2014/main" id="{9718110B-9402-D3D2-2473-20B15EBB65FD}"/>
                    </a:ext>
                  </a:extLst>
                </p:cNvPr>
                <p:cNvSpPr txBox="1"/>
                <p:nvPr/>
              </p:nvSpPr>
              <p:spPr>
                <a:xfrm>
                  <a:off x="5882414" y="5085909"/>
                  <a:ext cx="208728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/>
                    <a:t>Área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14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&lt;∞</m:t>
                      </m:r>
                    </m:oMath>
                  </a14:m>
                  <a:endParaRPr lang="en-US" sz="14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2" name="CuadroTexto 141">
                  <a:extLst>
                    <a:ext uri="{FF2B5EF4-FFF2-40B4-BE49-F238E27FC236}">
                      <a16:creationId xmlns:a16="http://schemas.microsoft.com/office/drawing/2014/main" id="{9718110B-9402-D3D2-2473-20B15EBB65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2414" y="5085909"/>
                  <a:ext cx="2087281" cy="307777"/>
                </a:xfrm>
                <a:prstGeom prst="rect">
                  <a:avLst/>
                </a:prstGeom>
                <a:blipFill>
                  <a:blip r:embed="rId15"/>
                  <a:stretch>
                    <a:fillRect t="-1961" b="-19608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3" name="Conector recto 142">
              <a:extLst>
                <a:ext uri="{FF2B5EF4-FFF2-40B4-BE49-F238E27FC236}">
                  <a16:creationId xmlns:a16="http://schemas.microsoft.com/office/drawing/2014/main" id="{CFECBB8F-A521-72A0-CAA0-03EB85F65F32}"/>
                </a:ext>
              </a:extLst>
            </p:cNvPr>
            <p:cNvCxnSpPr>
              <a:cxnSpLocks/>
            </p:cNvCxnSpPr>
            <p:nvPr/>
          </p:nvCxnSpPr>
          <p:spPr>
            <a:xfrm>
              <a:off x="8770122" y="4845780"/>
              <a:ext cx="2188872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CuadroTexto 143">
                  <a:extLst>
                    <a:ext uri="{FF2B5EF4-FFF2-40B4-BE49-F238E27FC236}">
                      <a16:creationId xmlns:a16="http://schemas.microsoft.com/office/drawing/2014/main" id="{59CD9EE2-F518-A5C8-37B9-2D3CAC4F6844}"/>
                    </a:ext>
                  </a:extLst>
                </p:cNvPr>
                <p:cNvSpPr txBox="1"/>
                <p:nvPr/>
              </p:nvSpPr>
              <p:spPr>
                <a:xfrm>
                  <a:off x="9712379" y="3358386"/>
                  <a:ext cx="2700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CL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44" name="CuadroTexto 143">
                  <a:extLst>
                    <a:ext uri="{FF2B5EF4-FFF2-40B4-BE49-F238E27FC236}">
                      <a16:creationId xmlns:a16="http://schemas.microsoft.com/office/drawing/2014/main" id="{59CD9EE2-F518-A5C8-37B9-2D3CAC4F6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12379" y="3358386"/>
                  <a:ext cx="270095" cy="369332"/>
                </a:xfrm>
                <a:prstGeom prst="rect">
                  <a:avLst/>
                </a:prstGeom>
                <a:blipFill>
                  <a:blip r:embed="rId16"/>
                  <a:stretch>
                    <a:fillRect r="-180000" b="-1147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74A0DAA3-B9B0-6DDE-2EAD-DB6C9C7AC74B}"/>
                    </a:ext>
                  </a:extLst>
                </p:cNvPr>
                <p:cNvSpPr txBox="1"/>
                <p:nvPr/>
              </p:nvSpPr>
              <p:spPr>
                <a:xfrm>
                  <a:off x="10941863" y="4631197"/>
                  <a:ext cx="2670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74A0DAA3-B9B0-6DDE-2EAD-DB6C9C7AC7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41863" y="4631197"/>
                  <a:ext cx="267011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Conector recto 145">
              <a:extLst>
                <a:ext uri="{FF2B5EF4-FFF2-40B4-BE49-F238E27FC236}">
                  <a16:creationId xmlns:a16="http://schemas.microsoft.com/office/drawing/2014/main" id="{E3C60603-048B-4CE0-4A70-C456D49A81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47426" y="3719034"/>
              <a:ext cx="1" cy="1126746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CuadroTexto 148">
                  <a:extLst>
                    <a:ext uri="{FF2B5EF4-FFF2-40B4-BE49-F238E27FC236}">
                      <a16:creationId xmlns:a16="http://schemas.microsoft.com/office/drawing/2014/main" id="{C8FA9586-011D-A669-82B4-97F7BBE4DD19}"/>
                    </a:ext>
                  </a:extLst>
                </p:cNvPr>
                <p:cNvSpPr txBox="1"/>
                <p:nvPr/>
              </p:nvSpPr>
              <p:spPr>
                <a:xfrm>
                  <a:off x="9314669" y="4815862"/>
                  <a:ext cx="106589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49" name="CuadroTexto 148">
                  <a:extLst>
                    <a:ext uri="{FF2B5EF4-FFF2-40B4-BE49-F238E27FC236}">
                      <a16:creationId xmlns:a16="http://schemas.microsoft.com/office/drawing/2014/main" id="{C8FA9586-011D-A669-82B4-97F7BBE4DD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4669" y="4815862"/>
                  <a:ext cx="106589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0" name="Conector recto 149">
              <a:extLst>
                <a:ext uri="{FF2B5EF4-FFF2-40B4-BE49-F238E27FC236}">
                  <a16:creationId xmlns:a16="http://schemas.microsoft.com/office/drawing/2014/main" id="{AE71C4A9-B776-12AE-EF3F-C21BC6C072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99546" y="4410792"/>
              <a:ext cx="0" cy="449075"/>
            </a:xfrm>
            <a:prstGeom prst="lin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ector recto 155">
              <a:extLst>
                <a:ext uri="{FF2B5EF4-FFF2-40B4-BE49-F238E27FC236}">
                  <a16:creationId xmlns:a16="http://schemas.microsoft.com/office/drawing/2014/main" id="{E2B6CC69-8942-9DDD-3EB9-C064F7534A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6399" y="4410792"/>
              <a:ext cx="0" cy="449075"/>
            </a:xfrm>
            <a:prstGeom prst="lin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CuadroTexto 157">
                  <a:extLst>
                    <a:ext uri="{FF2B5EF4-FFF2-40B4-BE49-F238E27FC236}">
                      <a16:creationId xmlns:a16="http://schemas.microsoft.com/office/drawing/2014/main" id="{FCE5AB95-C6DA-6A91-2D6B-DDE3531135AB}"/>
                    </a:ext>
                  </a:extLst>
                </p:cNvPr>
                <p:cNvSpPr txBox="1"/>
                <p:nvPr/>
              </p:nvSpPr>
              <p:spPr>
                <a:xfrm>
                  <a:off x="5482142" y="4815863"/>
                  <a:ext cx="135667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CL" sz="1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CL" sz="1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CuadroTexto 157">
                  <a:extLst>
                    <a:ext uri="{FF2B5EF4-FFF2-40B4-BE49-F238E27FC236}">
                      <a16:creationId xmlns:a16="http://schemas.microsoft.com/office/drawing/2014/main" id="{FCE5AB95-C6DA-6A91-2D6B-DDE3531135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2142" y="4815863"/>
                  <a:ext cx="1356675" cy="30777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CuadroTexto 158">
                  <a:extLst>
                    <a:ext uri="{FF2B5EF4-FFF2-40B4-BE49-F238E27FC236}">
                      <a16:creationId xmlns:a16="http://schemas.microsoft.com/office/drawing/2014/main" id="{68B62244-5E89-61C9-1CE3-E1D825FC2CF7}"/>
                    </a:ext>
                  </a:extLst>
                </p:cNvPr>
                <p:cNvSpPr txBox="1"/>
                <p:nvPr/>
              </p:nvSpPr>
              <p:spPr>
                <a:xfrm>
                  <a:off x="6927029" y="4815862"/>
                  <a:ext cx="135667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L" sz="1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CL" sz="1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9" name="CuadroTexto 158">
                  <a:extLst>
                    <a:ext uri="{FF2B5EF4-FFF2-40B4-BE49-F238E27FC236}">
                      <a16:creationId xmlns:a16="http://schemas.microsoft.com/office/drawing/2014/main" id="{68B62244-5E89-61C9-1CE3-E1D825FC2C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7029" y="4815862"/>
                  <a:ext cx="1356675" cy="30777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0" name="Forma libre: forma 159">
              <a:extLst>
                <a:ext uri="{FF2B5EF4-FFF2-40B4-BE49-F238E27FC236}">
                  <a16:creationId xmlns:a16="http://schemas.microsoft.com/office/drawing/2014/main" id="{869E596D-7D5A-00CC-5F4D-E9277ED5E972}"/>
                </a:ext>
              </a:extLst>
            </p:cNvPr>
            <p:cNvSpPr/>
            <p:nvPr/>
          </p:nvSpPr>
          <p:spPr>
            <a:xfrm>
              <a:off x="8799270" y="3902365"/>
              <a:ext cx="2009775" cy="1052712"/>
            </a:xfrm>
            <a:custGeom>
              <a:avLst/>
              <a:gdLst>
                <a:gd name="connsiteX0" fmla="*/ 0 w 1990725"/>
                <a:gd name="connsiteY0" fmla="*/ 900125 h 1071772"/>
                <a:gd name="connsiteX1" fmla="*/ 176212 w 1990725"/>
                <a:gd name="connsiteY1" fmla="*/ 804875 h 1071772"/>
                <a:gd name="connsiteX2" fmla="*/ 504825 w 1990725"/>
                <a:gd name="connsiteY2" fmla="*/ 1009663 h 1071772"/>
                <a:gd name="connsiteX3" fmla="*/ 1076325 w 1990725"/>
                <a:gd name="connsiteY3" fmla="*/ 13 h 1071772"/>
                <a:gd name="connsiteX4" fmla="*/ 1538287 w 1990725"/>
                <a:gd name="connsiteY4" fmla="*/ 1033475 h 1071772"/>
                <a:gd name="connsiteX5" fmla="*/ 1771650 w 1990725"/>
                <a:gd name="connsiteY5" fmla="*/ 857263 h 1071772"/>
                <a:gd name="connsiteX6" fmla="*/ 1990725 w 1990725"/>
                <a:gd name="connsiteY6" fmla="*/ 928700 h 1071772"/>
                <a:gd name="connsiteX0" fmla="*/ 0 w 1990725"/>
                <a:gd name="connsiteY0" fmla="*/ 900113 h 1046104"/>
                <a:gd name="connsiteX1" fmla="*/ 176212 w 1990725"/>
                <a:gd name="connsiteY1" fmla="*/ 804863 h 1046104"/>
                <a:gd name="connsiteX2" fmla="*/ 504825 w 1990725"/>
                <a:gd name="connsiteY2" fmla="*/ 1009651 h 1046104"/>
                <a:gd name="connsiteX3" fmla="*/ 1076325 w 1990725"/>
                <a:gd name="connsiteY3" fmla="*/ 1 h 1046104"/>
                <a:gd name="connsiteX4" fmla="*/ 1504950 w 1990725"/>
                <a:gd name="connsiteY4" fmla="*/ 1004888 h 1046104"/>
                <a:gd name="connsiteX5" fmla="*/ 1771650 w 1990725"/>
                <a:gd name="connsiteY5" fmla="*/ 857251 h 1046104"/>
                <a:gd name="connsiteX6" fmla="*/ 1990725 w 1990725"/>
                <a:gd name="connsiteY6" fmla="*/ 928688 h 1046104"/>
                <a:gd name="connsiteX0" fmla="*/ 0 w 1990725"/>
                <a:gd name="connsiteY0" fmla="*/ 900113 h 1046104"/>
                <a:gd name="connsiteX1" fmla="*/ 176212 w 1990725"/>
                <a:gd name="connsiteY1" fmla="*/ 804863 h 1046104"/>
                <a:gd name="connsiteX2" fmla="*/ 504825 w 1990725"/>
                <a:gd name="connsiteY2" fmla="*/ 1009651 h 1046104"/>
                <a:gd name="connsiteX3" fmla="*/ 1038225 w 1990725"/>
                <a:gd name="connsiteY3" fmla="*/ 1 h 1046104"/>
                <a:gd name="connsiteX4" fmla="*/ 1504950 w 1990725"/>
                <a:gd name="connsiteY4" fmla="*/ 1004888 h 1046104"/>
                <a:gd name="connsiteX5" fmla="*/ 1771650 w 1990725"/>
                <a:gd name="connsiteY5" fmla="*/ 857251 h 1046104"/>
                <a:gd name="connsiteX6" fmla="*/ 1990725 w 1990725"/>
                <a:gd name="connsiteY6" fmla="*/ 928688 h 1046104"/>
                <a:gd name="connsiteX0" fmla="*/ 0 w 2000250"/>
                <a:gd name="connsiteY0" fmla="*/ 914400 h 1046104"/>
                <a:gd name="connsiteX1" fmla="*/ 185737 w 2000250"/>
                <a:gd name="connsiteY1" fmla="*/ 804863 h 1046104"/>
                <a:gd name="connsiteX2" fmla="*/ 514350 w 2000250"/>
                <a:gd name="connsiteY2" fmla="*/ 1009651 h 1046104"/>
                <a:gd name="connsiteX3" fmla="*/ 1047750 w 2000250"/>
                <a:gd name="connsiteY3" fmla="*/ 1 h 1046104"/>
                <a:gd name="connsiteX4" fmla="*/ 1514475 w 2000250"/>
                <a:gd name="connsiteY4" fmla="*/ 1004888 h 1046104"/>
                <a:gd name="connsiteX5" fmla="*/ 1781175 w 2000250"/>
                <a:gd name="connsiteY5" fmla="*/ 857251 h 1046104"/>
                <a:gd name="connsiteX6" fmla="*/ 2000250 w 2000250"/>
                <a:gd name="connsiteY6" fmla="*/ 928688 h 1046104"/>
                <a:gd name="connsiteX0" fmla="*/ 0 w 2000250"/>
                <a:gd name="connsiteY0" fmla="*/ 914400 h 1052712"/>
                <a:gd name="connsiteX1" fmla="*/ 180974 w 2000250"/>
                <a:gd name="connsiteY1" fmla="*/ 871538 h 1052712"/>
                <a:gd name="connsiteX2" fmla="*/ 514350 w 2000250"/>
                <a:gd name="connsiteY2" fmla="*/ 1009651 h 1052712"/>
                <a:gd name="connsiteX3" fmla="*/ 1047750 w 2000250"/>
                <a:gd name="connsiteY3" fmla="*/ 1 h 1052712"/>
                <a:gd name="connsiteX4" fmla="*/ 1514475 w 2000250"/>
                <a:gd name="connsiteY4" fmla="*/ 1004888 h 1052712"/>
                <a:gd name="connsiteX5" fmla="*/ 1781175 w 2000250"/>
                <a:gd name="connsiteY5" fmla="*/ 857251 h 1052712"/>
                <a:gd name="connsiteX6" fmla="*/ 2000250 w 2000250"/>
                <a:gd name="connsiteY6" fmla="*/ 928688 h 1052712"/>
                <a:gd name="connsiteX0" fmla="*/ 0 w 2009775"/>
                <a:gd name="connsiteY0" fmla="*/ 914400 h 1052712"/>
                <a:gd name="connsiteX1" fmla="*/ 180974 w 2009775"/>
                <a:gd name="connsiteY1" fmla="*/ 871538 h 1052712"/>
                <a:gd name="connsiteX2" fmla="*/ 514350 w 2009775"/>
                <a:gd name="connsiteY2" fmla="*/ 1009651 h 1052712"/>
                <a:gd name="connsiteX3" fmla="*/ 1047750 w 2009775"/>
                <a:gd name="connsiteY3" fmla="*/ 1 h 1052712"/>
                <a:gd name="connsiteX4" fmla="*/ 1514475 w 2009775"/>
                <a:gd name="connsiteY4" fmla="*/ 1004888 h 1052712"/>
                <a:gd name="connsiteX5" fmla="*/ 1781175 w 2009775"/>
                <a:gd name="connsiteY5" fmla="*/ 857251 h 1052712"/>
                <a:gd name="connsiteX6" fmla="*/ 2009775 w 2009775"/>
                <a:gd name="connsiteY6" fmla="*/ 966788 h 105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9775" h="1052712">
                  <a:moveTo>
                    <a:pt x="0" y="914400"/>
                  </a:moveTo>
                  <a:cubicBezTo>
                    <a:pt x="46037" y="857647"/>
                    <a:pt x="95249" y="855663"/>
                    <a:pt x="180974" y="871538"/>
                  </a:cubicBezTo>
                  <a:cubicBezTo>
                    <a:pt x="266699" y="887413"/>
                    <a:pt x="369887" y="1154907"/>
                    <a:pt x="514350" y="1009651"/>
                  </a:cubicBezTo>
                  <a:cubicBezTo>
                    <a:pt x="658813" y="864395"/>
                    <a:pt x="881063" y="795"/>
                    <a:pt x="1047750" y="1"/>
                  </a:cubicBezTo>
                  <a:cubicBezTo>
                    <a:pt x="1214437" y="-793"/>
                    <a:pt x="1392238" y="862013"/>
                    <a:pt x="1514475" y="1004888"/>
                  </a:cubicBezTo>
                  <a:cubicBezTo>
                    <a:pt x="1636712" y="1147763"/>
                    <a:pt x="1705769" y="874713"/>
                    <a:pt x="1781175" y="857251"/>
                  </a:cubicBezTo>
                  <a:cubicBezTo>
                    <a:pt x="1856581" y="839788"/>
                    <a:pt x="1937940" y="922338"/>
                    <a:pt x="2009775" y="966788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CuadroTexto 161">
                  <a:extLst>
                    <a:ext uri="{FF2B5EF4-FFF2-40B4-BE49-F238E27FC236}">
                      <a16:creationId xmlns:a16="http://schemas.microsoft.com/office/drawing/2014/main" id="{2FFA39B5-EEE3-A5FA-6114-3975F76DD9DA}"/>
                    </a:ext>
                  </a:extLst>
                </p:cNvPr>
                <p:cNvSpPr txBox="1"/>
                <p:nvPr/>
              </p:nvSpPr>
              <p:spPr>
                <a:xfrm>
                  <a:off x="9899117" y="3814647"/>
                  <a:ext cx="135667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s-CL" sz="1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CL" sz="1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CuadroTexto 161">
                  <a:extLst>
                    <a:ext uri="{FF2B5EF4-FFF2-40B4-BE49-F238E27FC236}">
                      <a16:creationId xmlns:a16="http://schemas.microsoft.com/office/drawing/2014/main" id="{2FFA39B5-EEE3-A5FA-6114-3975F76DD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9117" y="3814647"/>
                  <a:ext cx="1356675" cy="30777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CuadroTexto 163">
                  <a:extLst>
                    <a:ext uri="{FF2B5EF4-FFF2-40B4-BE49-F238E27FC236}">
                      <a16:creationId xmlns:a16="http://schemas.microsoft.com/office/drawing/2014/main" id="{FF10B171-BAFB-3A52-EE45-06076DE4B718}"/>
                    </a:ext>
                  </a:extLst>
                </p:cNvPr>
                <p:cNvSpPr txBox="1"/>
                <p:nvPr/>
              </p:nvSpPr>
              <p:spPr>
                <a:xfrm>
                  <a:off x="9982474" y="4923073"/>
                  <a:ext cx="566336" cy="4073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CL" sz="12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L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s-CL" sz="120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s-CL" sz="120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oMath>
                    </m:oMathPara>
                  </a14:m>
                  <a:endParaRPr lang="es-CL" sz="1200" dirty="0"/>
                </a:p>
              </p:txBody>
            </p:sp>
          </mc:Choice>
          <mc:Fallback xmlns="">
            <p:sp>
              <p:nvSpPr>
                <p:cNvPr id="164" name="CuadroTexto 163">
                  <a:extLst>
                    <a:ext uri="{FF2B5EF4-FFF2-40B4-BE49-F238E27FC236}">
                      <a16:creationId xmlns:a16="http://schemas.microsoft.com/office/drawing/2014/main" id="{FF10B171-BAFB-3A52-EE45-06076DE4B7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2474" y="4923073"/>
                  <a:ext cx="566336" cy="407356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9C32602C-86E4-268F-275B-F02A0A809113}"/>
                </a:ext>
              </a:extLst>
            </p:cNvPr>
            <p:cNvCxnSpPr>
              <a:cxnSpLocks/>
            </p:cNvCxnSpPr>
            <p:nvPr/>
          </p:nvCxnSpPr>
          <p:spPr>
            <a:xfrm>
              <a:off x="10278153" y="4764280"/>
              <a:ext cx="0" cy="15879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CuadroTexto 167">
                  <a:extLst>
                    <a:ext uri="{FF2B5EF4-FFF2-40B4-BE49-F238E27FC236}">
                      <a16:creationId xmlns:a16="http://schemas.microsoft.com/office/drawing/2014/main" id="{F0223415-36BC-BB7F-5309-8D9234E41F35}"/>
                    </a:ext>
                  </a:extLst>
                </p:cNvPr>
                <p:cNvSpPr txBox="1"/>
                <p:nvPr/>
              </p:nvSpPr>
              <p:spPr>
                <a:xfrm>
                  <a:off x="10239375" y="4903995"/>
                  <a:ext cx="566336" cy="4392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CL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CL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s-CL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s-CL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oMath>
                    </m:oMathPara>
                  </a14:m>
                  <a:endParaRPr lang="es-CL" sz="1200" dirty="0"/>
                </a:p>
              </p:txBody>
            </p:sp>
          </mc:Choice>
          <mc:Fallback xmlns="">
            <p:sp>
              <p:nvSpPr>
                <p:cNvPr id="168" name="CuadroTexto 167">
                  <a:extLst>
                    <a:ext uri="{FF2B5EF4-FFF2-40B4-BE49-F238E27FC236}">
                      <a16:creationId xmlns:a16="http://schemas.microsoft.com/office/drawing/2014/main" id="{F0223415-36BC-BB7F-5309-8D9234E41F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9375" y="4903995"/>
                  <a:ext cx="566336" cy="43928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B69499BE-7402-6DD4-8F13-7BA1433234ED}"/>
                </a:ext>
              </a:extLst>
            </p:cNvPr>
            <p:cNvCxnSpPr>
              <a:cxnSpLocks/>
            </p:cNvCxnSpPr>
            <p:nvPr/>
          </p:nvCxnSpPr>
          <p:spPr>
            <a:xfrm>
              <a:off x="10512354" y="4773364"/>
              <a:ext cx="0" cy="158793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4010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upo 43">
            <a:extLst>
              <a:ext uri="{FF2B5EF4-FFF2-40B4-BE49-F238E27FC236}">
                <a16:creationId xmlns:a16="http://schemas.microsoft.com/office/drawing/2014/main" id="{72DA82E8-0D5E-DF84-F93C-C38253BC7025}"/>
              </a:ext>
            </a:extLst>
          </p:cNvPr>
          <p:cNvGrpSpPr/>
          <p:nvPr/>
        </p:nvGrpSpPr>
        <p:grpSpPr>
          <a:xfrm>
            <a:off x="1295400" y="831370"/>
            <a:ext cx="4124775" cy="2951761"/>
            <a:chOff x="1295400" y="831370"/>
            <a:chExt cx="4124775" cy="29517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A144F912-FF9C-9D0B-0F29-66A625FA3837}"/>
                    </a:ext>
                  </a:extLst>
                </p:cNvPr>
                <p:cNvSpPr txBox="1"/>
                <p:nvPr/>
              </p:nvSpPr>
              <p:spPr>
                <a:xfrm>
                  <a:off x="1797544" y="3259911"/>
                  <a:ext cx="326975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s-CL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𝑟𝑜𝑐𝑎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s-CL" sz="1400" dirty="0"/>
                    <a:t> </a:t>
                  </a:r>
                  <a:r>
                    <a:rPr lang="es-CL" sz="1400" dirty="0" err="1"/>
                    <a:t>p.e</a:t>
                  </a:r>
                  <a:r>
                    <a:rPr lang="es-CL" sz="1400" dirty="0"/>
                    <a:t>. Gaussiano estacionario </a:t>
                  </a:r>
                  <a14:m>
                    <m:oMath xmlns:m="http://schemas.openxmlformats.org/officeDocument/2006/math">
                      <m:r>
                        <a:rPr lang="es-CL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es-CL" sz="1400" dirty="0"/>
                    <a:t> ruido blanco</a:t>
                  </a:r>
                </a:p>
              </p:txBody>
            </p:sp>
          </mc:Choice>
          <mc:Fallback xmlns="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A144F912-FF9C-9D0B-0F29-66A625FA38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7544" y="3259911"/>
                  <a:ext cx="3269756" cy="523220"/>
                </a:xfrm>
                <a:prstGeom prst="rect">
                  <a:avLst/>
                </a:prstGeom>
                <a:blipFill>
                  <a:blip r:embed="rId2"/>
                  <a:stretch>
                    <a:fillRect l="-560" t="-2326" b="-1046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A0FC0BF2-70F8-9A2C-396E-FCF239D899FD}"/>
                </a:ext>
              </a:extLst>
            </p:cNvPr>
            <p:cNvGrpSpPr/>
            <p:nvPr/>
          </p:nvGrpSpPr>
          <p:grpSpPr>
            <a:xfrm>
              <a:off x="1295400" y="831370"/>
              <a:ext cx="4124775" cy="2690151"/>
              <a:chOff x="1295400" y="831370"/>
              <a:chExt cx="4124775" cy="2690151"/>
            </a:xfrm>
          </p:grpSpPr>
          <p:cxnSp>
            <p:nvCxnSpPr>
              <p:cNvPr id="5" name="Conector recto 4">
                <a:extLst>
                  <a:ext uri="{FF2B5EF4-FFF2-40B4-BE49-F238E27FC236}">
                    <a16:creationId xmlns:a16="http://schemas.microsoft.com/office/drawing/2014/main" id="{7D8A5337-81B0-C4FE-AF5C-C74AD6C43B68}"/>
                  </a:ext>
                </a:extLst>
              </p:cNvPr>
              <p:cNvCxnSpPr/>
              <p:nvPr/>
            </p:nvCxnSpPr>
            <p:spPr>
              <a:xfrm>
                <a:off x="1295400" y="1371600"/>
                <a:ext cx="1514475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Conector recto 5">
                <a:extLst>
                  <a:ext uri="{FF2B5EF4-FFF2-40B4-BE49-F238E27FC236}">
                    <a16:creationId xmlns:a16="http://schemas.microsoft.com/office/drawing/2014/main" id="{D0FB694E-CB0A-8756-B293-DD418988CED8}"/>
                  </a:ext>
                </a:extLst>
              </p:cNvPr>
              <p:cNvCxnSpPr/>
              <p:nvPr/>
            </p:nvCxnSpPr>
            <p:spPr>
              <a:xfrm>
                <a:off x="1295400" y="2886075"/>
                <a:ext cx="1514475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D8AD5E30-D288-4B74-BAFF-0BDDCE9E8527}"/>
                  </a:ext>
                </a:extLst>
              </p:cNvPr>
              <p:cNvSpPr/>
              <p:nvPr/>
            </p:nvSpPr>
            <p:spPr>
              <a:xfrm>
                <a:off x="1295400" y="1371599"/>
                <a:ext cx="1514475" cy="1514473"/>
              </a:xfrm>
              <a:prstGeom prst="rect">
                <a:avLst/>
              </a:prstGeom>
              <a:solidFill>
                <a:srgbClr val="C55A11">
                  <a:alpha val="36078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rgbClr val="CC6600"/>
                  </a:solidFill>
                </a:endParaRPr>
              </a:p>
            </p:txBody>
          </p:sp>
          <p:cxnSp>
            <p:nvCxnSpPr>
              <p:cNvPr id="9" name="Conector recto 8">
                <a:extLst>
                  <a:ext uri="{FF2B5EF4-FFF2-40B4-BE49-F238E27FC236}">
                    <a16:creationId xmlns:a16="http://schemas.microsoft.com/office/drawing/2014/main" id="{D3F99FC7-257B-76AD-D41C-1C9E4B146801}"/>
                  </a:ext>
                </a:extLst>
              </p:cNvPr>
              <p:cNvCxnSpPr/>
              <p:nvPr/>
            </p:nvCxnSpPr>
            <p:spPr>
              <a:xfrm flipV="1">
                <a:off x="1295400" y="2886072"/>
                <a:ext cx="190500" cy="20955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Conector recto 9">
                <a:extLst>
                  <a:ext uri="{FF2B5EF4-FFF2-40B4-BE49-F238E27FC236}">
                    <a16:creationId xmlns:a16="http://schemas.microsoft.com/office/drawing/2014/main" id="{024BE968-D34A-907A-44F5-89983B5BF326}"/>
                  </a:ext>
                </a:extLst>
              </p:cNvPr>
              <p:cNvCxnSpPr/>
              <p:nvPr/>
            </p:nvCxnSpPr>
            <p:spPr>
              <a:xfrm flipV="1">
                <a:off x="1485900" y="2886072"/>
                <a:ext cx="190500" cy="20955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Conector recto 10">
                <a:extLst>
                  <a:ext uri="{FF2B5EF4-FFF2-40B4-BE49-F238E27FC236}">
                    <a16:creationId xmlns:a16="http://schemas.microsoft.com/office/drawing/2014/main" id="{918CADD5-2EA0-F5BC-6155-4018D9EAF796}"/>
                  </a:ext>
                </a:extLst>
              </p:cNvPr>
              <p:cNvCxnSpPr/>
              <p:nvPr/>
            </p:nvCxnSpPr>
            <p:spPr>
              <a:xfrm flipV="1">
                <a:off x="1695450" y="2886072"/>
                <a:ext cx="190500" cy="20955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29FCE311-EC2B-1048-8120-CABCB3110A36}"/>
                  </a:ext>
                </a:extLst>
              </p:cNvPr>
              <p:cNvCxnSpPr/>
              <p:nvPr/>
            </p:nvCxnSpPr>
            <p:spPr>
              <a:xfrm flipV="1">
                <a:off x="1905000" y="2886072"/>
                <a:ext cx="190500" cy="20955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7B448712-56E1-7FAC-C4F2-98777136A315}"/>
                  </a:ext>
                </a:extLst>
              </p:cNvPr>
              <p:cNvCxnSpPr/>
              <p:nvPr/>
            </p:nvCxnSpPr>
            <p:spPr>
              <a:xfrm flipV="1">
                <a:off x="2095500" y="2886072"/>
                <a:ext cx="190500" cy="20955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Conector recto 13">
                <a:extLst>
                  <a:ext uri="{FF2B5EF4-FFF2-40B4-BE49-F238E27FC236}">
                    <a16:creationId xmlns:a16="http://schemas.microsoft.com/office/drawing/2014/main" id="{E4FA7190-BAC5-631C-D781-23FF94733A7C}"/>
                  </a:ext>
                </a:extLst>
              </p:cNvPr>
              <p:cNvCxnSpPr/>
              <p:nvPr/>
            </p:nvCxnSpPr>
            <p:spPr>
              <a:xfrm flipV="1">
                <a:off x="2305050" y="2886072"/>
                <a:ext cx="190500" cy="20955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Conector recto 14">
                <a:extLst>
                  <a:ext uri="{FF2B5EF4-FFF2-40B4-BE49-F238E27FC236}">
                    <a16:creationId xmlns:a16="http://schemas.microsoft.com/office/drawing/2014/main" id="{8EE10767-E3E8-8719-AFC4-C3FA220CB768}"/>
                  </a:ext>
                </a:extLst>
              </p:cNvPr>
              <p:cNvCxnSpPr/>
              <p:nvPr/>
            </p:nvCxnSpPr>
            <p:spPr>
              <a:xfrm flipV="1">
                <a:off x="2514600" y="2886072"/>
                <a:ext cx="190500" cy="20955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Conector recto 18">
                <a:extLst>
                  <a:ext uri="{FF2B5EF4-FFF2-40B4-BE49-F238E27FC236}">
                    <a16:creationId xmlns:a16="http://schemas.microsoft.com/office/drawing/2014/main" id="{261248E0-F2DE-52BD-73E5-A66B7DF82B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557462" y="2886071"/>
                <a:ext cx="190800" cy="20955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38CBCD09-2C33-7BC0-A051-5028572196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88244" y="2886071"/>
                <a:ext cx="190800" cy="20955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4BEFCFF9-CFB7-1091-DEE8-91FEA5273C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206969" y="2886071"/>
                <a:ext cx="190800" cy="20955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Conector recto 22">
                <a:extLst>
                  <a:ext uri="{FF2B5EF4-FFF2-40B4-BE49-F238E27FC236}">
                    <a16:creationId xmlns:a16="http://schemas.microsoft.com/office/drawing/2014/main" id="{B6374BBC-C805-E3F6-6C5D-147DD19481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52637" y="2886070"/>
                <a:ext cx="190800" cy="20955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Conector recto 23">
                <a:extLst>
                  <a:ext uri="{FF2B5EF4-FFF2-40B4-BE49-F238E27FC236}">
                    <a16:creationId xmlns:a16="http://schemas.microsoft.com/office/drawing/2014/main" id="{18B23CBD-76B6-1B22-F947-953AF77B48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83419" y="2886070"/>
                <a:ext cx="190800" cy="20955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Conector recto 24">
                <a:extLst>
                  <a:ext uri="{FF2B5EF4-FFF2-40B4-BE49-F238E27FC236}">
                    <a16:creationId xmlns:a16="http://schemas.microsoft.com/office/drawing/2014/main" id="{A655659F-64D3-622A-321B-AE4831D483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702144" y="2886070"/>
                <a:ext cx="190800" cy="20955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Conector recto 25">
                <a:extLst>
                  <a:ext uri="{FF2B5EF4-FFF2-40B4-BE49-F238E27FC236}">
                    <a16:creationId xmlns:a16="http://schemas.microsoft.com/office/drawing/2014/main" id="{AB54F5E3-536C-AF5A-454A-12F6C614E0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540069" y="2886071"/>
                <a:ext cx="190800" cy="20955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D8438547-EECC-CAF3-198E-DFA87C0AB2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70851" y="2886071"/>
                <a:ext cx="190800" cy="20955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8BDAF9E6-7431-A5CD-D4E5-26563BCAA3EB}"/>
                  </a:ext>
                </a:extLst>
              </p:cNvPr>
              <p:cNvSpPr txBox="1"/>
              <p:nvPr/>
            </p:nvSpPr>
            <p:spPr>
              <a:xfrm>
                <a:off x="2705100" y="2836958"/>
                <a:ext cx="13525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Roca base</a:t>
                </a:r>
                <a:endParaRPr lang="es-CL" sz="1400" dirty="0"/>
              </a:p>
            </p:txBody>
          </p:sp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48E498F0-A5E2-280F-95D7-E900D70E4ED5}"/>
                  </a:ext>
                </a:extLst>
              </p:cNvPr>
              <p:cNvSpPr/>
              <p:nvPr/>
            </p:nvSpPr>
            <p:spPr>
              <a:xfrm>
                <a:off x="2000250" y="1219200"/>
                <a:ext cx="190500" cy="152395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cxnSp>
            <p:nvCxnSpPr>
              <p:cNvPr id="32" name="Conector: angular 31">
                <a:extLst>
                  <a:ext uri="{FF2B5EF4-FFF2-40B4-BE49-F238E27FC236}">
                    <a16:creationId xmlns:a16="http://schemas.microsoft.com/office/drawing/2014/main" id="{657168D5-5015-74E2-6096-C49EB18CB2AC}"/>
                  </a:ext>
                </a:extLst>
              </p:cNvPr>
              <p:cNvCxnSpPr>
                <a:cxnSpLocks/>
                <a:stCxn id="30" idx="0"/>
                <a:endCxn id="33" idx="1"/>
              </p:cNvCxnSpPr>
              <p:nvPr/>
            </p:nvCxnSpPr>
            <p:spPr>
              <a:xfrm rot="5400000" flipH="1" flipV="1">
                <a:off x="2117283" y="1005539"/>
                <a:ext cx="191879" cy="235444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CuadroTexto 32">
                    <a:extLst>
                      <a:ext uri="{FF2B5EF4-FFF2-40B4-BE49-F238E27FC236}">
                        <a16:creationId xmlns:a16="http://schemas.microsoft.com/office/drawing/2014/main" id="{DC4DEE05-3087-7F2F-FE09-DCB2E330A19B}"/>
                      </a:ext>
                    </a:extLst>
                  </p:cNvPr>
                  <p:cNvSpPr txBox="1"/>
                  <p:nvPr/>
                </p:nvSpPr>
                <p:spPr>
                  <a:xfrm>
                    <a:off x="2330944" y="831370"/>
                    <a:ext cx="735656" cy="39190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s-C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33" name="CuadroTexto 32">
                    <a:extLst>
                      <a:ext uri="{FF2B5EF4-FFF2-40B4-BE49-F238E27FC236}">
                        <a16:creationId xmlns:a16="http://schemas.microsoft.com/office/drawing/2014/main" id="{DC4DEE05-3087-7F2F-FE09-DCB2E330A1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30944" y="831370"/>
                    <a:ext cx="735656" cy="39190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461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CuadroTexto 36">
                    <a:extLst>
                      <a:ext uri="{FF2B5EF4-FFF2-40B4-BE49-F238E27FC236}">
                        <a16:creationId xmlns:a16="http://schemas.microsoft.com/office/drawing/2014/main" id="{AE2D571A-0495-9C46-1AFF-DFD923D33618}"/>
                      </a:ext>
                    </a:extLst>
                  </p:cNvPr>
                  <p:cNvSpPr txBox="1"/>
                  <p:nvPr/>
                </p:nvSpPr>
                <p:spPr>
                  <a:xfrm>
                    <a:off x="2809875" y="1751000"/>
                    <a:ext cx="2610300" cy="5582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s-CL" sz="14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40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CL" sz="140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a14:m>
                    <a:r>
                      <a:rPr lang="es-CL" sz="1400" dirty="0"/>
                      <a:t>: frec. Suelo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a14:m>
                    <a:r>
                      <a:rPr lang="es-CL" sz="1400" dirty="0"/>
                      <a:t>: amortiguamiento suelo</a:t>
                    </a:r>
                  </a:p>
                </p:txBody>
              </p:sp>
            </mc:Choice>
            <mc:Fallback xmlns="">
              <p:sp>
                <p:nvSpPr>
                  <p:cNvPr id="37" name="CuadroTexto 36">
                    <a:extLst>
                      <a:ext uri="{FF2B5EF4-FFF2-40B4-BE49-F238E27FC236}">
                        <a16:creationId xmlns:a16="http://schemas.microsoft.com/office/drawing/2014/main" id="{AE2D571A-0495-9C46-1AFF-DFD923D336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9875" y="1751000"/>
                    <a:ext cx="2610300" cy="55823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1087" b="-8696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Conector: angular 38">
                <a:extLst>
                  <a:ext uri="{FF2B5EF4-FFF2-40B4-BE49-F238E27FC236}">
                    <a16:creationId xmlns:a16="http://schemas.microsoft.com/office/drawing/2014/main" id="{E2EC23AF-F42E-6167-9B0B-DB72593F5256}"/>
                  </a:ext>
                </a:extLst>
              </p:cNvPr>
              <p:cNvCxnSpPr>
                <a:cxnSpLocks/>
                <a:endCxn id="38" idx="1"/>
              </p:cNvCxnSpPr>
              <p:nvPr/>
            </p:nvCxnSpPr>
            <p:spPr>
              <a:xfrm rot="16200000" flipH="1">
                <a:off x="1526578" y="3250555"/>
                <a:ext cx="379856" cy="162076"/>
              </a:xfrm>
              <a:prstGeom prst="bentConnector2">
                <a:avLst/>
              </a:prstGeom>
              <a:ln>
                <a:solidFill>
                  <a:srgbClr val="CC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412EA88E-5B23-8453-1EE5-68C5C057E684}"/>
              </a:ext>
            </a:extLst>
          </p:cNvPr>
          <p:cNvGrpSpPr/>
          <p:nvPr/>
        </p:nvGrpSpPr>
        <p:grpSpPr>
          <a:xfrm>
            <a:off x="694523" y="4430419"/>
            <a:ext cx="4339262" cy="1596211"/>
            <a:chOff x="694523" y="4430419"/>
            <a:chExt cx="4339262" cy="1596211"/>
          </a:xfrm>
        </p:grpSpPr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B4C78BD2-F135-9AFF-B8D1-D2E6E3AF37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4403" y="4831690"/>
              <a:ext cx="0" cy="869041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D219F740-0A3D-A957-E0BE-66D6C029D626}"/>
                </a:ext>
              </a:extLst>
            </p:cNvPr>
            <p:cNvCxnSpPr>
              <a:cxnSpLocks/>
            </p:cNvCxnSpPr>
            <p:nvPr/>
          </p:nvCxnSpPr>
          <p:spPr>
            <a:xfrm>
              <a:off x="1452990" y="5700731"/>
              <a:ext cx="316663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DCA79983-30A6-6E3F-D920-C957B605A033}"/>
                    </a:ext>
                  </a:extLst>
                </p:cNvPr>
                <p:cNvSpPr txBox="1"/>
                <p:nvPr/>
              </p:nvSpPr>
              <p:spPr>
                <a:xfrm>
                  <a:off x="778328" y="4472202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𝐾𝑇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𝛺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)|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DCA79983-30A6-6E3F-D920-C957B605A0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328" y="4472202"/>
                  <a:ext cx="135215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82EC3694-3872-6E99-6FF9-CEEC701F205F}"/>
                    </a:ext>
                  </a:extLst>
                </p:cNvPr>
                <p:cNvSpPr txBox="1"/>
                <p:nvPr/>
              </p:nvSpPr>
              <p:spPr>
                <a:xfrm>
                  <a:off x="4641596" y="5516440"/>
                  <a:ext cx="39218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L" i="1" smtClean="0">
                            <a:latin typeface="Cambria Math" panose="02040503050406030204" pitchFamily="18" charset="0"/>
                          </a:rPr>
                          <m:t>𝛺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82EC3694-3872-6E99-6FF9-CEEC701F20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596" y="5516440"/>
                  <a:ext cx="39218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076A4777-DAB7-B747-BDD1-49B23AA9EB03}"/>
                    </a:ext>
                  </a:extLst>
                </p:cNvPr>
                <p:cNvSpPr txBox="1"/>
                <p:nvPr/>
              </p:nvSpPr>
              <p:spPr>
                <a:xfrm>
                  <a:off x="694523" y="5166623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076A4777-DAB7-B747-BDD1-49B23AA9EB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523" y="5166623"/>
                  <a:ext cx="135215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Forma libre: forma 56">
              <a:extLst>
                <a:ext uri="{FF2B5EF4-FFF2-40B4-BE49-F238E27FC236}">
                  <a16:creationId xmlns:a16="http://schemas.microsoft.com/office/drawing/2014/main" id="{D35E1434-940F-E54A-62A6-D04AE79A5D29}"/>
                </a:ext>
              </a:extLst>
            </p:cNvPr>
            <p:cNvSpPr/>
            <p:nvPr/>
          </p:nvSpPr>
          <p:spPr>
            <a:xfrm>
              <a:off x="1476375" y="4638640"/>
              <a:ext cx="2505075" cy="904910"/>
            </a:xfrm>
            <a:custGeom>
              <a:avLst/>
              <a:gdLst>
                <a:gd name="connsiteX0" fmla="*/ 0 w 2505075"/>
                <a:gd name="connsiteY0" fmla="*/ 742964 h 904889"/>
                <a:gd name="connsiteX1" fmla="*/ 676275 w 2505075"/>
                <a:gd name="connsiteY1" fmla="*/ 647714 h 904889"/>
                <a:gd name="connsiteX2" fmla="*/ 1085850 w 2505075"/>
                <a:gd name="connsiteY2" fmla="*/ 14 h 904889"/>
                <a:gd name="connsiteX3" fmla="*/ 1400175 w 2505075"/>
                <a:gd name="connsiteY3" fmla="*/ 666764 h 904889"/>
                <a:gd name="connsiteX4" fmla="*/ 2505075 w 2505075"/>
                <a:gd name="connsiteY4" fmla="*/ 904889 h 904889"/>
                <a:gd name="connsiteX0" fmla="*/ 0 w 2505075"/>
                <a:gd name="connsiteY0" fmla="*/ 742985 h 904910"/>
                <a:gd name="connsiteX1" fmla="*/ 676275 w 2505075"/>
                <a:gd name="connsiteY1" fmla="*/ 647735 h 904910"/>
                <a:gd name="connsiteX2" fmla="*/ 1085850 w 2505075"/>
                <a:gd name="connsiteY2" fmla="*/ 35 h 904910"/>
                <a:gd name="connsiteX3" fmla="*/ 1476375 w 2505075"/>
                <a:gd name="connsiteY3" fmla="*/ 619160 h 904910"/>
                <a:gd name="connsiteX4" fmla="*/ 2505075 w 2505075"/>
                <a:gd name="connsiteY4" fmla="*/ 904910 h 904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5075" h="904910">
                  <a:moveTo>
                    <a:pt x="0" y="742985"/>
                  </a:moveTo>
                  <a:cubicBezTo>
                    <a:pt x="247650" y="757272"/>
                    <a:pt x="495300" y="771560"/>
                    <a:pt x="676275" y="647735"/>
                  </a:cubicBezTo>
                  <a:cubicBezTo>
                    <a:pt x="857250" y="523910"/>
                    <a:pt x="952500" y="4798"/>
                    <a:pt x="1085850" y="35"/>
                  </a:cubicBezTo>
                  <a:cubicBezTo>
                    <a:pt x="1219200" y="-4728"/>
                    <a:pt x="1239838" y="468348"/>
                    <a:pt x="1476375" y="619160"/>
                  </a:cubicBezTo>
                  <a:cubicBezTo>
                    <a:pt x="1712912" y="769972"/>
                    <a:pt x="2070893" y="861253"/>
                    <a:pt x="2505075" y="90491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A9E4A522-6DDD-F17B-7389-2F20B97AF146}"/>
                </a:ext>
              </a:extLst>
            </p:cNvPr>
            <p:cNvCxnSpPr>
              <a:stCxn id="57" idx="2"/>
            </p:cNvCxnSpPr>
            <p:nvPr/>
          </p:nvCxnSpPr>
          <p:spPr>
            <a:xfrm>
              <a:off x="2562225" y="4638675"/>
              <a:ext cx="0" cy="106205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CuadroTexto 60">
                  <a:extLst>
                    <a:ext uri="{FF2B5EF4-FFF2-40B4-BE49-F238E27FC236}">
                      <a16:creationId xmlns:a16="http://schemas.microsoft.com/office/drawing/2014/main" id="{5A576689-D80A-CCDF-E5FC-E6866C124096}"/>
                    </a:ext>
                  </a:extLst>
                </p:cNvPr>
                <p:cNvSpPr txBox="1"/>
                <p:nvPr/>
              </p:nvSpPr>
              <p:spPr>
                <a:xfrm>
                  <a:off x="2361810" y="5634728"/>
                  <a:ext cx="507356" cy="3919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L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61" name="CuadroTexto 60">
                  <a:extLst>
                    <a:ext uri="{FF2B5EF4-FFF2-40B4-BE49-F238E27FC236}">
                      <a16:creationId xmlns:a16="http://schemas.microsoft.com/office/drawing/2014/main" id="{5A576689-D80A-CCDF-E5FC-E6866C1240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1810" y="5634728"/>
                  <a:ext cx="507356" cy="391902"/>
                </a:xfrm>
                <a:prstGeom prst="rect">
                  <a:avLst/>
                </a:prstGeom>
                <a:blipFill>
                  <a:blip r:embed="rId8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73BA7C81-2FA1-C621-C521-BC4C83508EFB}"/>
                    </a:ext>
                  </a:extLst>
                </p:cNvPr>
                <p:cNvSpPr txBox="1"/>
                <p:nvPr/>
              </p:nvSpPr>
              <p:spPr>
                <a:xfrm>
                  <a:off x="2615488" y="4430419"/>
                  <a:ext cx="507356" cy="3919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L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73BA7C81-2FA1-C621-C521-BC4C83508E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5488" y="4430419"/>
                  <a:ext cx="507356" cy="391902"/>
                </a:xfrm>
                <a:prstGeom prst="rect">
                  <a:avLst/>
                </a:prstGeom>
                <a:blipFill>
                  <a:blip r:embed="rId9"/>
                  <a:stretch>
                    <a:fillRect b="-781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7B7FB509-3685-9474-59C8-557CC0775841}"/>
              </a:ext>
            </a:extLst>
          </p:cNvPr>
          <p:cNvGrpSpPr/>
          <p:nvPr/>
        </p:nvGrpSpPr>
        <p:grpSpPr>
          <a:xfrm>
            <a:off x="4964448" y="1892382"/>
            <a:ext cx="6337739" cy="2907369"/>
            <a:chOff x="4964448" y="1892382"/>
            <a:chExt cx="6337739" cy="2907369"/>
          </a:xfrm>
        </p:grpSpPr>
        <p:grpSp>
          <p:nvGrpSpPr>
            <p:cNvPr id="96" name="Grupo 95">
              <a:extLst>
                <a:ext uri="{FF2B5EF4-FFF2-40B4-BE49-F238E27FC236}">
                  <a16:creationId xmlns:a16="http://schemas.microsoft.com/office/drawing/2014/main" id="{8E482825-0FCA-73B8-F8B9-C46F4FD174F0}"/>
                </a:ext>
              </a:extLst>
            </p:cNvPr>
            <p:cNvGrpSpPr/>
            <p:nvPr/>
          </p:nvGrpSpPr>
          <p:grpSpPr>
            <a:xfrm>
              <a:off x="4964448" y="1892382"/>
              <a:ext cx="6337739" cy="2907369"/>
              <a:chOff x="4964448" y="1892382"/>
              <a:chExt cx="6337739" cy="290736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Rectángulo 63">
                    <a:extLst>
                      <a:ext uri="{FF2B5EF4-FFF2-40B4-BE49-F238E27FC236}">
                        <a16:creationId xmlns:a16="http://schemas.microsoft.com/office/drawing/2014/main" id="{CF5929C6-B33F-E11D-661A-6C6BBB318FFF}"/>
                      </a:ext>
                    </a:extLst>
                  </p:cNvPr>
                  <p:cNvSpPr/>
                  <p:nvPr/>
                </p:nvSpPr>
                <p:spPr>
                  <a:xfrm>
                    <a:off x="7286625" y="1892382"/>
                    <a:ext cx="1012331" cy="944576"/>
                  </a:xfrm>
                  <a:prstGeom prst="rect">
                    <a:avLst/>
                  </a:prstGeom>
                  <a:noFill/>
                  <a:ln w="381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64" name="Rectángulo 63">
                    <a:extLst>
                      <a:ext uri="{FF2B5EF4-FFF2-40B4-BE49-F238E27FC236}">
                        <a16:creationId xmlns:a16="http://schemas.microsoft.com/office/drawing/2014/main" id="{CF5929C6-B33F-E11D-661A-6C6BBB318FF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86625" y="1892382"/>
                    <a:ext cx="1012331" cy="94457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5" name="Conector recto 64">
                <a:extLst>
                  <a:ext uri="{FF2B5EF4-FFF2-40B4-BE49-F238E27FC236}">
                    <a16:creationId xmlns:a16="http://schemas.microsoft.com/office/drawing/2014/main" id="{12B04444-5338-4096-CD74-9A64954364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98956" y="2343150"/>
                <a:ext cx="845044" cy="0"/>
              </a:xfrm>
              <a:prstGeom prst="line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CuadroTexto 67">
                    <a:extLst>
                      <a:ext uri="{FF2B5EF4-FFF2-40B4-BE49-F238E27FC236}">
                        <a16:creationId xmlns:a16="http://schemas.microsoft.com/office/drawing/2014/main" id="{0E690A6F-F96D-846B-41F4-B42085B0B1E1}"/>
                      </a:ext>
                    </a:extLst>
                  </p:cNvPr>
                  <p:cNvSpPr txBox="1"/>
                  <p:nvPr/>
                </p:nvSpPr>
                <p:spPr>
                  <a:xfrm>
                    <a:off x="8436470" y="2163293"/>
                    <a:ext cx="2114550" cy="66890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s-CL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dirty="0">
                      <a:solidFill>
                        <a:srgbClr val="FF0000"/>
                      </a:solidFill>
                    </a:endParaRPr>
                  </a:p>
                  <a:p>
                    <a:pPr algn="ctr"/>
                    <a:r>
                      <a:rPr lang="es-CL" dirty="0" err="1">
                        <a:solidFill>
                          <a:srgbClr val="FF0000"/>
                        </a:solidFill>
                      </a:rPr>
                      <a:t>p.e</a:t>
                    </a:r>
                    <a:r>
                      <a:rPr lang="es-CL" dirty="0">
                        <a:solidFill>
                          <a:srgbClr val="FF0000"/>
                        </a:solidFill>
                      </a:rPr>
                      <a:t>. Gaussiano </a:t>
                    </a:r>
                    <a:r>
                      <a:rPr lang="es-CL" dirty="0" err="1">
                        <a:solidFill>
                          <a:srgbClr val="FF0000"/>
                        </a:solidFill>
                      </a:rPr>
                      <a:t>w.s.s</a:t>
                    </a:r>
                    <a:r>
                      <a:rPr lang="es-CL" dirty="0">
                        <a:solidFill>
                          <a:srgbClr val="FF0000"/>
                        </a:solidFill>
                      </a:rPr>
                      <a:t>.</a:t>
                    </a:r>
                  </a:p>
                </p:txBody>
              </p:sp>
            </mc:Choice>
            <mc:Fallback xmlns="">
              <p:sp>
                <p:nvSpPr>
                  <p:cNvPr id="68" name="CuadroTexto 67">
                    <a:extLst>
                      <a:ext uri="{FF2B5EF4-FFF2-40B4-BE49-F238E27FC236}">
                        <a16:creationId xmlns:a16="http://schemas.microsoft.com/office/drawing/2014/main" id="{0E690A6F-F96D-846B-41F4-B42085B0B1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36470" y="2163293"/>
                    <a:ext cx="2114550" cy="66890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305" r="-2305" b="-13636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9" name="Conector recto 68">
                <a:extLst>
                  <a:ext uri="{FF2B5EF4-FFF2-40B4-BE49-F238E27FC236}">
                    <a16:creationId xmlns:a16="http://schemas.microsoft.com/office/drawing/2014/main" id="{42A325CE-C3B4-8B70-311D-01A9099627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41581" y="2364670"/>
                <a:ext cx="845044" cy="0"/>
              </a:xfrm>
              <a:prstGeom prst="line">
                <a:avLst/>
              </a:prstGeom>
              <a:ln w="28575">
                <a:solidFill>
                  <a:srgbClr val="CC00FF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CuadroTexto 69">
                    <a:extLst>
                      <a:ext uri="{FF2B5EF4-FFF2-40B4-BE49-F238E27FC236}">
                        <a16:creationId xmlns:a16="http://schemas.microsoft.com/office/drawing/2014/main" id="{1D35F59D-CA43-73FA-2386-9E871FF260E5}"/>
                      </a:ext>
                    </a:extLst>
                  </p:cNvPr>
                  <p:cNvSpPr txBox="1"/>
                  <p:nvPr/>
                </p:nvSpPr>
                <p:spPr>
                  <a:xfrm>
                    <a:off x="4965206" y="2197571"/>
                    <a:ext cx="2183905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CC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 lang="en-US" b="0" dirty="0">
                      <a:solidFill>
                        <a:srgbClr val="CC00FF"/>
                      </a:solidFill>
                    </a:endParaRPr>
                  </a:p>
                  <a:p>
                    <a:pPr algn="ctr"/>
                    <a:r>
                      <a:rPr lang="es-CL" dirty="0" err="1">
                        <a:solidFill>
                          <a:srgbClr val="CC00FF"/>
                        </a:solidFill>
                      </a:rPr>
                      <a:t>p.e</a:t>
                    </a:r>
                    <a:r>
                      <a:rPr lang="es-CL" dirty="0">
                        <a:solidFill>
                          <a:srgbClr val="CC00FF"/>
                        </a:solidFill>
                      </a:rPr>
                      <a:t>. Gaussiano </a:t>
                    </a:r>
                    <a:r>
                      <a:rPr lang="es-CL" dirty="0" err="1">
                        <a:solidFill>
                          <a:srgbClr val="CC00FF"/>
                        </a:solidFill>
                      </a:rPr>
                      <a:t>w.s.s</a:t>
                    </a:r>
                    <a:r>
                      <a:rPr lang="es-CL" dirty="0">
                        <a:solidFill>
                          <a:srgbClr val="CC00FF"/>
                        </a:solidFill>
                      </a:rPr>
                      <a:t>.</a:t>
                    </a:r>
                  </a:p>
                </p:txBody>
              </p:sp>
            </mc:Choice>
            <mc:Fallback xmlns="">
              <p:sp>
                <p:nvSpPr>
                  <p:cNvPr id="70" name="CuadroTexto 69">
                    <a:extLst>
                      <a:ext uri="{FF2B5EF4-FFF2-40B4-BE49-F238E27FC236}">
                        <a16:creationId xmlns:a16="http://schemas.microsoft.com/office/drawing/2014/main" id="{1D35F59D-CA43-73FA-2386-9E871FF260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5206" y="2197571"/>
                    <a:ext cx="2183905" cy="64633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838" r="-559" b="-13084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A21117E8-9863-2871-9EFF-CF1041396BA9}"/>
                  </a:ext>
                </a:extLst>
              </p:cNvPr>
              <p:cNvGrpSpPr/>
              <p:nvPr/>
            </p:nvGrpSpPr>
            <p:grpSpPr>
              <a:xfrm>
                <a:off x="8035164" y="2914571"/>
                <a:ext cx="3267023" cy="1515848"/>
                <a:chOff x="614524" y="4426351"/>
                <a:chExt cx="4354666" cy="1600279"/>
              </a:xfrm>
            </p:grpSpPr>
            <p:cxnSp>
              <p:nvCxnSpPr>
                <p:cNvPr id="72" name="Conector recto 71">
                  <a:extLst>
                    <a:ext uri="{FF2B5EF4-FFF2-40B4-BE49-F238E27FC236}">
                      <a16:creationId xmlns:a16="http://schemas.microsoft.com/office/drawing/2014/main" id="{E6EA122E-B4F9-1FD5-FA5A-45591609BD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54403" y="4831690"/>
                  <a:ext cx="0" cy="86904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73" name="Conector recto 72">
                  <a:extLst>
                    <a:ext uri="{FF2B5EF4-FFF2-40B4-BE49-F238E27FC236}">
                      <a16:creationId xmlns:a16="http://schemas.microsoft.com/office/drawing/2014/main" id="{83F124D0-ACA9-54BC-05FE-AE4FA1D9AC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52990" y="5700731"/>
                  <a:ext cx="3166635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4" name="CuadroTexto 73">
                      <a:extLst>
                        <a:ext uri="{FF2B5EF4-FFF2-40B4-BE49-F238E27FC236}">
                          <a16:creationId xmlns:a16="http://schemas.microsoft.com/office/drawing/2014/main" id="{3E81107B-B7DB-6CC6-97E3-8139D9B063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9156" y="4426351"/>
                      <a:ext cx="1352150" cy="42293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sub>
                            </m:sSub>
                          </m:oMath>
                        </m:oMathPara>
                      </a14:m>
                      <a:endParaRPr lang="es-CL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4" name="CuadroTexto 73">
                      <a:extLst>
                        <a:ext uri="{FF2B5EF4-FFF2-40B4-BE49-F238E27FC236}">
                          <a16:creationId xmlns:a16="http://schemas.microsoft.com/office/drawing/2014/main" id="{3E81107B-B7DB-6CC6-97E3-8139D9B0636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9156" y="4426351"/>
                      <a:ext cx="1352150" cy="422936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909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CuadroTexto 74">
                      <a:extLst>
                        <a:ext uri="{FF2B5EF4-FFF2-40B4-BE49-F238E27FC236}">
                          <a16:creationId xmlns:a16="http://schemas.microsoft.com/office/drawing/2014/main" id="{89FF9929-C1EF-A215-65E1-4237C9B564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77001" y="5516065"/>
                      <a:ext cx="39218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s-CL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oMath>
                        </m:oMathPara>
                      </a14:m>
                      <a:endParaRPr lang="es-CL" dirty="0"/>
                    </a:p>
                  </p:txBody>
                </p:sp>
              </mc:Choice>
              <mc:Fallback xmlns="">
                <p:sp>
                  <p:nvSpPr>
                    <p:cNvPr id="75" name="CuadroTexto 74">
                      <a:extLst>
                        <a:ext uri="{FF2B5EF4-FFF2-40B4-BE49-F238E27FC236}">
                          <a16:creationId xmlns:a16="http://schemas.microsoft.com/office/drawing/2014/main" id="{89FF9929-C1EF-A215-65E1-4237C9B564B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77001" y="5516065"/>
                      <a:ext cx="392189" cy="369332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r="-1041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CuadroTexto 75">
                      <a:extLst>
                        <a:ext uri="{FF2B5EF4-FFF2-40B4-BE49-F238E27FC236}">
                          <a16:creationId xmlns:a16="http://schemas.microsoft.com/office/drawing/2014/main" id="{7A00DE7E-E613-F3B1-ED6E-C9FF6D72B46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4524" y="5146733"/>
                      <a:ext cx="1352150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s-CL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6" name="CuadroTexto 75">
                      <a:extLst>
                        <a:ext uri="{FF2B5EF4-FFF2-40B4-BE49-F238E27FC236}">
                          <a16:creationId xmlns:a16="http://schemas.microsoft.com/office/drawing/2014/main" id="{7A00DE7E-E613-F3B1-ED6E-C9FF6D72B46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4524" y="5146733"/>
                      <a:ext cx="1352150" cy="307777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7" name="Forma libre: forma 76">
                  <a:extLst>
                    <a:ext uri="{FF2B5EF4-FFF2-40B4-BE49-F238E27FC236}">
                      <a16:creationId xmlns:a16="http://schemas.microsoft.com/office/drawing/2014/main" id="{41F621D0-CE0E-182E-EDFD-DA6DFDD4F511}"/>
                    </a:ext>
                  </a:extLst>
                </p:cNvPr>
                <p:cNvSpPr/>
                <p:nvPr/>
              </p:nvSpPr>
              <p:spPr>
                <a:xfrm>
                  <a:off x="1476375" y="4638640"/>
                  <a:ext cx="2505075" cy="904910"/>
                </a:xfrm>
                <a:custGeom>
                  <a:avLst/>
                  <a:gdLst>
                    <a:gd name="connsiteX0" fmla="*/ 0 w 2505075"/>
                    <a:gd name="connsiteY0" fmla="*/ 742964 h 904889"/>
                    <a:gd name="connsiteX1" fmla="*/ 676275 w 2505075"/>
                    <a:gd name="connsiteY1" fmla="*/ 647714 h 904889"/>
                    <a:gd name="connsiteX2" fmla="*/ 1085850 w 2505075"/>
                    <a:gd name="connsiteY2" fmla="*/ 14 h 904889"/>
                    <a:gd name="connsiteX3" fmla="*/ 1400175 w 2505075"/>
                    <a:gd name="connsiteY3" fmla="*/ 666764 h 904889"/>
                    <a:gd name="connsiteX4" fmla="*/ 2505075 w 2505075"/>
                    <a:gd name="connsiteY4" fmla="*/ 904889 h 904889"/>
                    <a:gd name="connsiteX0" fmla="*/ 0 w 2505075"/>
                    <a:gd name="connsiteY0" fmla="*/ 742985 h 904910"/>
                    <a:gd name="connsiteX1" fmla="*/ 676275 w 2505075"/>
                    <a:gd name="connsiteY1" fmla="*/ 647735 h 904910"/>
                    <a:gd name="connsiteX2" fmla="*/ 1085850 w 2505075"/>
                    <a:gd name="connsiteY2" fmla="*/ 35 h 904910"/>
                    <a:gd name="connsiteX3" fmla="*/ 1476375 w 2505075"/>
                    <a:gd name="connsiteY3" fmla="*/ 619160 h 904910"/>
                    <a:gd name="connsiteX4" fmla="*/ 2505075 w 2505075"/>
                    <a:gd name="connsiteY4" fmla="*/ 904910 h 904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05075" h="904910">
                      <a:moveTo>
                        <a:pt x="0" y="742985"/>
                      </a:moveTo>
                      <a:cubicBezTo>
                        <a:pt x="247650" y="757272"/>
                        <a:pt x="495300" y="771560"/>
                        <a:pt x="676275" y="647735"/>
                      </a:cubicBezTo>
                      <a:cubicBezTo>
                        <a:pt x="857250" y="523910"/>
                        <a:pt x="952500" y="4798"/>
                        <a:pt x="1085850" y="35"/>
                      </a:cubicBezTo>
                      <a:cubicBezTo>
                        <a:pt x="1219200" y="-4728"/>
                        <a:pt x="1239838" y="468348"/>
                        <a:pt x="1476375" y="619160"/>
                      </a:cubicBezTo>
                      <a:cubicBezTo>
                        <a:pt x="1712912" y="769972"/>
                        <a:pt x="2070893" y="861253"/>
                        <a:pt x="2505075" y="904910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cxnSp>
              <p:nvCxnSpPr>
                <p:cNvPr id="78" name="Conector recto 77">
                  <a:extLst>
                    <a:ext uri="{FF2B5EF4-FFF2-40B4-BE49-F238E27FC236}">
                      <a16:creationId xmlns:a16="http://schemas.microsoft.com/office/drawing/2014/main" id="{986743F3-4987-B01D-3615-84C930A89D0F}"/>
                    </a:ext>
                  </a:extLst>
                </p:cNvPr>
                <p:cNvCxnSpPr>
                  <a:stCxn id="77" idx="2"/>
                </p:cNvCxnSpPr>
                <p:nvPr/>
              </p:nvCxnSpPr>
              <p:spPr>
                <a:xfrm>
                  <a:off x="2562225" y="4638675"/>
                  <a:ext cx="0" cy="1062056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9" name="CuadroTexto 78">
                      <a:extLst>
                        <a:ext uri="{FF2B5EF4-FFF2-40B4-BE49-F238E27FC236}">
                          <a16:creationId xmlns:a16="http://schemas.microsoft.com/office/drawing/2014/main" id="{00691720-37B2-E125-D388-472C635C35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61810" y="5634728"/>
                      <a:ext cx="507356" cy="39190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s-CL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L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oMath>
                        </m:oMathPara>
                      </a14:m>
                      <a:endParaRPr lang="es-CL" dirty="0"/>
                    </a:p>
                  </p:txBody>
                </p:sp>
              </mc:Choice>
              <mc:Fallback xmlns="">
                <p:sp>
                  <p:nvSpPr>
                    <p:cNvPr id="79" name="CuadroTexto 78">
                      <a:extLst>
                        <a:ext uri="{FF2B5EF4-FFF2-40B4-BE49-F238E27FC236}">
                          <a16:creationId xmlns:a16="http://schemas.microsoft.com/office/drawing/2014/main" id="{00691720-37B2-E125-D388-472C635C35A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61810" y="5634728"/>
                      <a:ext cx="507356" cy="391902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r="-9524" b="-114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0" name="CuadroTexto 79">
                      <a:extLst>
                        <a:ext uri="{FF2B5EF4-FFF2-40B4-BE49-F238E27FC236}">
                          <a16:creationId xmlns:a16="http://schemas.microsoft.com/office/drawing/2014/main" id="{D8B2B6A2-DBB0-02DD-E89C-E8A064CA79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15488" y="4430419"/>
                      <a:ext cx="507356" cy="39190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s-CL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L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𝜁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oMath>
                        </m:oMathPara>
                      </a14:m>
                      <a:endParaRPr lang="es-CL" dirty="0"/>
                    </a:p>
                  </p:txBody>
                </p:sp>
              </mc:Choice>
              <mc:Fallback xmlns="">
                <p:sp>
                  <p:nvSpPr>
                    <p:cNvPr id="80" name="CuadroTexto 79">
                      <a:extLst>
                        <a:ext uri="{FF2B5EF4-FFF2-40B4-BE49-F238E27FC236}">
                          <a16:creationId xmlns:a16="http://schemas.microsoft.com/office/drawing/2014/main" id="{D8B2B6A2-DBB0-02DD-E89C-E8A064CA798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15488" y="4430419"/>
                      <a:ext cx="507356" cy="391902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3175" b="-131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E9D964E6-B14D-D26F-B164-864BCB49F636}"/>
                  </a:ext>
                </a:extLst>
              </p:cNvPr>
              <p:cNvSpPr txBox="1"/>
              <p:nvPr/>
            </p:nvSpPr>
            <p:spPr>
              <a:xfrm>
                <a:off x="8614366" y="4430419"/>
                <a:ext cx="21145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>
                    <a:solidFill>
                      <a:srgbClr val="FF0000"/>
                    </a:solidFill>
                  </a:rPr>
                  <a:t>Ruido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coloreado</a:t>
                </a:r>
                <a:endParaRPr lang="es-CL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83" name="Conector recto 82">
                <a:extLst>
                  <a:ext uri="{FF2B5EF4-FFF2-40B4-BE49-F238E27FC236}">
                    <a16:creationId xmlns:a16="http://schemas.microsoft.com/office/drawing/2014/main" id="{B333B263-F316-C27B-56E2-D58A2757F8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94555" y="3313145"/>
                <a:ext cx="0" cy="82319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84" name="Conector recto 83">
                <a:extLst>
                  <a:ext uri="{FF2B5EF4-FFF2-40B4-BE49-F238E27FC236}">
                    <a16:creationId xmlns:a16="http://schemas.microsoft.com/office/drawing/2014/main" id="{336F8586-B24A-D8BD-D2F7-75F03B6DDB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93495" y="4136335"/>
                <a:ext cx="1302182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DA577EB0-1BE2-8E15-1E93-9D87874BD0E7}"/>
                      </a:ext>
                    </a:extLst>
                  </p:cNvPr>
                  <p:cNvSpPr txBox="1"/>
                  <p:nvPr/>
                </p:nvSpPr>
                <p:spPr>
                  <a:xfrm>
                    <a:off x="5012937" y="2929192"/>
                    <a:ext cx="101443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</m:oMath>
                      </m:oMathPara>
                    </a14:m>
                    <a:endParaRPr lang="es-CL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DA577EB0-1BE2-8E15-1E93-9D87874BD0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12937" y="2929192"/>
                    <a:ext cx="1014430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CuadroTexto 85">
                    <a:extLst>
                      <a:ext uri="{FF2B5EF4-FFF2-40B4-BE49-F238E27FC236}">
                        <a16:creationId xmlns:a16="http://schemas.microsoft.com/office/drawing/2014/main" id="{92670BEA-7816-4854-E54D-3EB31D365B68}"/>
                      </a:ext>
                    </a:extLst>
                  </p:cNvPr>
                  <p:cNvSpPr txBox="1"/>
                  <p:nvPr/>
                </p:nvSpPr>
                <p:spPr>
                  <a:xfrm>
                    <a:off x="6869889" y="3905728"/>
                    <a:ext cx="294234" cy="3498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L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oMath>
                      </m:oMathPara>
                    </a14:m>
                    <a:endParaRPr lang="es-CL" dirty="0"/>
                  </a:p>
                </p:txBody>
              </p:sp>
            </mc:Choice>
            <mc:Fallback xmlns="">
              <p:sp>
                <p:nvSpPr>
                  <p:cNvPr id="86" name="CuadroTexto 85">
                    <a:extLst>
                      <a:ext uri="{FF2B5EF4-FFF2-40B4-BE49-F238E27FC236}">
                        <a16:creationId xmlns:a16="http://schemas.microsoft.com/office/drawing/2014/main" id="{92670BEA-7816-4854-E54D-3EB31D365B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9889" y="3905728"/>
                    <a:ext cx="294234" cy="349846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r="-10417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429CDE59-6F6A-0AD9-B74F-E65BDA560047}"/>
                      </a:ext>
                    </a:extLst>
                  </p:cNvPr>
                  <p:cNvSpPr txBox="1"/>
                  <p:nvPr/>
                </p:nvSpPr>
                <p:spPr>
                  <a:xfrm>
                    <a:off x="4964448" y="3611567"/>
                    <a:ext cx="1014430" cy="29153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L" sz="1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429CDE59-6F6A-0AD9-B74F-E65BDA5600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4448" y="3611567"/>
                    <a:ext cx="1014430" cy="29153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3" name="Conector recto 92">
                <a:extLst>
                  <a:ext uri="{FF2B5EF4-FFF2-40B4-BE49-F238E27FC236}">
                    <a16:creationId xmlns:a16="http://schemas.microsoft.com/office/drawing/2014/main" id="{9F87F585-1921-B880-28BE-CBA897EFE51A}"/>
                  </a:ext>
                </a:extLst>
              </p:cNvPr>
              <p:cNvCxnSpPr/>
              <p:nvPr/>
            </p:nvCxnSpPr>
            <p:spPr>
              <a:xfrm>
                <a:off x="5585812" y="3764714"/>
                <a:ext cx="1162028" cy="0"/>
              </a:xfrm>
              <a:prstGeom prst="line">
                <a:avLst/>
              </a:prstGeom>
              <a:ln w="19050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CuadroTexto 94">
                <a:extLst>
                  <a:ext uri="{FF2B5EF4-FFF2-40B4-BE49-F238E27FC236}">
                    <a16:creationId xmlns:a16="http://schemas.microsoft.com/office/drawing/2014/main" id="{6582BE62-62BE-CD93-7F52-B39362B8FFA0}"/>
                  </a:ext>
                </a:extLst>
              </p:cNvPr>
              <p:cNvSpPr txBox="1"/>
              <p:nvPr/>
            </p:nvSpPr>
            <p:spPr>
              <a:xfrm>
                <a:off x="5232225" y="4430419"/>
                <a:ext cx="21145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>
                    <a:solidFill>
                      <a:srgbClr val="CC00FF"/>
                    </a:solidFill>
                  </a:rPr>
                  <a:t>Ruido</a:t>
                </a:r>
                <a:r>
                  <a:rPr lang="en-US" dirty="0">
                    <a:solidFill>
                      <a:srgbClr val="CC00FF"/>
                    </a:solidFill>
                  </a:rPr>
                  <a:t> </a:t>
                </a:r>
                <a:r>
                  <a:rPr lang="en-US" dirty="0" err="1">
                    <a:solidFill>
                      <a:srgbClr val="CC00FF"/>
                    </a:solidFill>
                  </a:rPr>
                  <a:t>blanco</a:t>
                </a:r>
                <a:endParaRPr lang="es-CL" dirty="0">
                  <a:solidFill>
                    <a:srgbClr val="CC00FF"/>
                  </a:solidFill>
                </a:endParaRPr>
              </a:p>
            </p:txBody>
          </p:sp>
        </p:grpSp>
        <p:sp>
          <p:nvSpPr>
            <p:cNvPr id="97" name="CuadroTexto 96">
              <a:extLst>
                <a:ext uri="{FF2B5EF4-FFF2-40B4-BE49-F238E27FC236}">
                  <a16:creationId xmlns:a16="http://schemas.microsoft.com/office/drawing/2014/main" id="{40E649F1-9A46-C5F1-BEFE-56EF0CE81334}"/>
                </a:ext>
              </a:extLst>
            </p:cNvPr>
            <p:cNvSpPr txBox="1"/>
            <p:nvPr/>
          </p:nvSpPr>
          <p:spPr>
            <a:xfrm>
              <a:off x="7095389" y="2876397"/>
              <a:ext cx="15464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Filtro</a:t>
              </a:r>
              <a:r>
                <a:rPr lang="en-US" dirty="0"/>
                <a:t> K-T</a:t>
              </a:r>
              <a:endParaRPr lang="es-CL" dirty="0"/>
            </a:p>
          </p:txBody>
        </p:sp>
      </p:grpSp>
    </p:spTree>
    <p:extLst>
      <p:ext uri="{BB962C8B-B14F-4D97-AF65-F5344CB8AC3E}">
        <p14:creationId xmlns:p14="http://schemas.microsoft.com/office/powerpoint/2010/main" val="29437354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upo 35">
            <a:extLst>
              <a:ext uri="{FF2B5EF4-FFF2-40B4-BE49-F238E27FC236}">
                <a16:creationId xmlns:a16="http://schemas.microsoft.com/office/drawing/2014/main" id="{67B5771E-AA4D-763F-E31C-AA1510077E55}"/>
              </a:ext>
            </a:extLst>
          </p:cNvPr>
          <p:cNvGrpSpPr/>
          <p:nvPr/>
        </p:nvGrpSpPr>
        <p:grpSpPr>
          <a:xfrm>
            <a:off x="352995" y="353055"/>
            <a:ext cx="5901739" cy="1599566"/>
            <a:chOff x="352995" y="353055"/>
            <a:chExt cx="5901739" cy="1599566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449FE7D-1B1C-A113-A43D-BE343531D1D7}"/>
                </a:ext>
              </a:extLst>
            </p:cNvPr>
            <p:cNvSpPr/>
            <p:nvPr/>
          </p:nvSpPr>
          <p:spPr>
            <a:xfrm>
              <a:off x="1339433" y="353055"/>
              <a:ext cx="3813592" cy="1599566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r"/>
              <a:r>
                <a:rPr lang="es-CL" dirty="0">
                  <a:solidFill>
                    <a:srgbClr val="FF0000"/>
                  </a:solidFill>
                </a:rPr>
                <a:t>Sistema aumentado</a:t>
              </a:r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9A212C7A-5AA5-8DBB-3844-B9EA9B36EFA5}"/>
                    </a:ext>
                  </a:extLst>
                </p:cNvPr>
                <p:cNvSpPr txBox="1"/>
                <p:nvPr/>
              </p:nvSpPr>
              <p:spPr>
                <a:xfrm>
                  <a:off x="4606326" y="874336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s-CL" sz="1400" dirty="0"/>
                    <a:t>(t)</a:t>
                  </a:r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9A212C7A-5AA5-8DBB-3844-B9EA9B36EF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6326" y="874336"/>
                  <a:ext cx="1648408" cy="307777"/>
                </a:xfrm>
                <a:prstGeom prst="rect">
                  <a:avLst/>
                </a:prstGeom>
                <a:blipFill>
                  <a:blip r:embed="rId2"/>
                  <a:stretch>
                    <a:fillRect t="-1961" b="-19608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504C58EE-897C-56E6-C7E2-127CA4C54B58}"/>
                </a:ext>
              </a:extLst>
            </p:cNvPr>
            <p:cNvSpPr/>
            <p:nvPr/>
          </p:nvSpPr>
          <p:spPr>
            <a:xfrm>
              <a:off x="1496530" y="832024"/>
              <a:ext cx="1138062" cy="685704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Filtro</a:t>
              </a:r>
              <a:r>
                <a:rPr lang="en-US" dirty="0">
                  <a:solidFill>
                    <a:schemeClr val="tx1"/>
                  </a:solidFill>
                </a:rPr>
                <a:t> K-T</a:t>
              </a:r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3AAC9873-2324-FCBC-AADC-213641429BD2}"/>
                </a:ext>
              </a:extLst>
            </p:cNvPr>
            <p:cNvSpPr/>
            <p:nvPr/>
          </p:nvSpPr>
          <p:spPr>
            <a:xfrm>
              <a:off x="3341088" y="848500"/>
              <a:ext cx="1459512" cy="68571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Modelo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estructural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66C607E0-9884-6C9F-637D-3E9439F45F5E}"/>
                </a:ext>
              </a:extLst>
            </p:cNvPr>
            <p:cNvCxnSpPr>
              <a:cxnSpLocks/>
            </p:cNvCxnSpPr>
            <p:nvPr/>
          </p:nvCxnSpPr>
          <p:spPr>
            <a:xfrm>
              <a:off x="2653488" y="1171667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a16:creationId xmlns:a16="http://schemas.microsoft.com/office/drawing/2014/main" id="{A2C43BBD-F846-5B5C-83B8-E0AA666853F8}"/>
                </a:ext>
              </a:extLst>
            </p:cNvPr>
            <p:cNvCxnSpPr>
              <a:cxnSpLocks/>
            </p:cNvCxnSpPr>
            <p:nvPr/>
          </p:nvCxnSpPr>
          <p:spPr>
            <a:xfrm>
              <a:off x="4800600" y="1191355"/>
              <a:ext cx="10044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0E7A03FD-1F88-5985-F683-324694B55786}"/>
                    </a:ext>
                  </a:extLst>
                </p:cNvPr>
                <p:cNvSpPr txBox="1"/>
                <p:nvPr/>
              </p:nvSpPr>
              <p:spPr>
                <a:xfrm>
                  <a:off x="2546805" y="846385"/>
                  <a:ext cx="882070" cy="325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̈"/>
                                <m:ctrlPr>
                                  <a:rPr lang="es-CL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0E7A03FD-1F88-5985-F683-324694B55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6805" y="846385"/>
                  <a:ext cx="882070" cy="325282"/>
                </a:xfrm>
                <a:prstGeom prst="rect">
                  <a:avLst/>
                </a:prstGeom>
                <a:blipFill>
                  <a:blip r:embed="rId3"/>
                  <a:stretch>
                    <a:fillRect b="-3774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74EF4847-D805-2F69-807B-F3C5C147A5BE}"/>
                </a:ext>
              </a:extLst>
            </p:cNvPr>
            <p:cNvCxnSpPr>
              <a:cxnSpLocks/>
            </p:cNvCxnSpPr>
            <p:nvPr/>
          </p:nvCxnSpPr>
          <p:spPr>
            <a:xfrm>
              <a:off x="808930" y="1203814"/>
              <a:ext cx="687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F6C6ACC8-82A4-FF53-ABFC-8CC7BD8278E1}"/>
                    </a:ext>
                  </a:extLst>
                </p:cNvPr>
                <p:cNvSpPr txBox="1"/>
                <p:nvPr/>
              </p:nvSpPr>
              <p:spPr>
                <a:xfrm>
                  <a:off x="476127" y="883578"/>
                  <a:ext cx="11380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F6C6ACC8-82A4-FF53-ABFC-8CC7BD8278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127" y="883578"/>
                  <a:ext cx="1138062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381D64C5-7940-8AD9-2814-34C7EE0B0A53}"/>
                    </a:ext>
                  </a:extLst>
                </p:cNvPr>
                <p:cNvSpPr txBox="1"/>
                <p:nvPr/>
              </p:nvSpPr>
              <p:spPr>
                <a:xfrm>
                  <a:off x="1339432" y="522239"/>
                  <a:ext cx="1648408" cy="325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381D64C5-7940-8AD9-2814-34C7EE0B0A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9432" y="522239"/>
                  <a:ext cx="1648408" cy="3252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42F145E2-B825-316F-5CAE-DE96F9F28DA5}"/>
                    </a:ext>
                  </a:extLst>
                </p:cNvPr>
                <p:cNvSpPr txBox="1"/>
                <p:nvPr/>
              </p:nvSpPr>
              <p:spPr>
                <a:xfrm>
                  <a:off x="3216389" y="522239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42F145E2-B825-316F-5CAE-DE96F9F28D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6389" y="522239"/>
                  <a:ext cx="1648408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3EC6C7F1-60EE-E4E9-E5B2-35F7303BD0F3}"/>
                </a:ext>
              </a:extLst>
            </p:cNvPr>
            <p:cNvSpPr/>
            <p:nvPr/>
          </p:nvSpPr>
          <p:spPr>
            <a:xfrm>
              <a:off x="352995" y="1383952"/>
              <a:ext cx="912050" cy="494466"/>
            </a:xfrm>
            <a:custGeom>
              <a:avLst/>
              <a:gdLst>
                <a:gd name="connsiteX0" fmla="*/ 0 w 1628775"/>
                <a:gd name="connsiteY0" fmla="*/ 734123 h 1117923"/>
                <a:gd name="connsiteX1" fmla="*/ 57150 w 1628775"/>
                <a:gd name="connsiteY1" fmla="*/ 400748 h 1117923"/>
                <a:gd name="connsiteX2" fmla="*/ 114300 w 1628775"/>
                <a:gd name="connsiteY2" fmla="*/ 1029398 h 1117923"/>
                <a:gd name="connsiteX3" fmla="*/ 219075 w 1628775"/>
                <a:gd name="connsiteY3" fmla="*/ 248348 h 1117923"/>
                <a:gd name="connsiteX4" fmla="*/ 285750 w 1628775"/>
                <a:gd name="connsiteY4" fmla="*/ 1096073 h 1117923"/>
                <a:gd name="connsiteX5" fmla="*/ 381000 w 1628775"/>
                <a:gd name="connsiteY5" fmla="*/ 524573 h 1117923"/>
                <a:gd name="connsiteX6" fmla="*/ 447675 w 1628775"/>
                <a:gd name="connsiteY6" fmla="*/ 1010348 h 1117923"/>
                <a:gd name="connsiteX7" fmla="*/ 504825 w 1628775"/>
                <a:gd name="connsiteY7" fmla="*/ 629348 h 1117923"/>
                <a:gd name="connsiteX8" fmla="*/ 533400 w 1628775"/>
                <a:gd name="connsiteY8" fmla="*/ 934148 h 1117923"/>
                <a:gd name="connsiteX9" fmla="*/ 628650 w 1628775"/>
                <a:gd name="connsiteY9" fmla="*/ 698 h 1117923"/>
                <a:gd name="connsiteX10" fmla="*/ 628650 w 1628775"/>
                <a:gd name="connsiteY10" fmla="*/ 1105598 h 1117923"/>
                <a:gd name="connsiteX11" fmla="*/ 704850 w 1628775"/>
                <a:gd name="connsiteY11" fmla="*/ 610298 h 1117923"/>
                <a:gd name="connsiteX12" fmla="*/ 781050 w 1628775"/>
                <a:gd name="connsiteY12" fmla="*/ 876998 h 1117923"/>
                <a:gd name="connsiteX13" fmla="*/ 885825 w 1628775"/>
                <a:gd name="connsiteY13" fmla="*/ 172148 h 1117923"/>
                <a:gd name="connsiteX14" fmla="*/ 962025 w 1628775"/>
                <a:gd name="connsiteY14" fmla="*/ 1000823 h 1117923"/>
                <a:gd name="connsiteX15" fmla="*/ 990600 w 1628775"/>
                <a:gd name="connsiteY15" fmla="*/ 457898 h 1117923"/>
                <a:gd name="connsiteX16" fmla="*/ 1028700 w 1628775"/>
                <a:gd name="connsiteY16" fmla="*/ 791273 h 1117923"/>
                <a:gd name="connsiteX17" fmla="*/ 1133475 w 1628775"/>
                <a:gd name="connsiteY17" fmla="*/ 657923 h 1117923"/>
                <a:gd name="connsiteX18" fmla="*/ 1171575 w 1628775"/>
                <a:gd name="connsiteY18" fmla="*/ 896048 h 1117923"/>
                <a:gd name="connsiteX19" fmla="*/ 1304925 w 1628775"/>
                <a:gd name="connsiteY19" fmla="*/ 134048 h 1117923"/>
                <a:gd name="connsiteX20" fmla="*/ 1285875 w 1628775"/>
                <a:gd name="connsiteY20" fmla="*/ 1057973 h 1117923"/>
                <a:gd name="connsiteX21" fmla="*/ 1371600 w 1628775"/>
                <a:gd name="connsiteY21" fmla="*/ 610298 h 1117923"/>
                <a:gd name="connsiteX22" fmla="*/ 1476375 w 1628775"/>
                <a:gd name="connsiteY22" fmla="*/ 705548 h 1117923"/>
                <a:gd name="connsiteX23" fmla="*/ 1524000 w 1628775"/>
                <a:gd name="connsiteY23" fmla="*/ 591248 h 1117923"/>
                <a:gd name="connsiteX24" fmla="*/ 1628775 w 1628775"/>
                <a:gd name="connsiteY24" fmla="*/ 781748 h 1117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28775" h="1117923">
                  <a:moveTo>
                    <a:pt x="0" y="734123"/>
                  </a:moveTo>
                  <a:cubicBezTo>
                    <a:pt x="19050" y="542829"/>
                    <a:pt x="38100" y="351535"/>
                    <a:pt x="57150" y="400748"/>
                  </a:cubicBezTo>
                  <a:cubicBezTo>
                    <a:pt x="76200" y="449960"/>
                    <a:pt x="87313" y="1054798"/>
                    <a:pt x="114300" y="1029398"/>
                  </a:cubicBezTo>
                  <a:cubicBezTo>
                    <a:pt x="141288" y="1003998"/>
                    <a:pt x="190500" y="237236"/>
                    <a:pt x="219075" y="248348"/>
                  </a:cubicBezTo>
                  <a:cubicBezTo>
                    <a:pt x="247650" y="259460"/>
                    <a:pt x="258762" y="1050035"/>
                    <a:pt x="285750" y="1096073"/>
                  </a:cubicBezTo>
                  <a:cubicBezTo>
                    <a:pt x="312738" y="1142111"/>
                    <a:pt x="354013" y="538860"/>
                    <a:pt x="381000" y="524573"/>
                  </a:cubicBezTo>
                  <a:cubicBezTo>
                    <a:pt x="407988" y="510285"/>
                    <a:pt x="427038" y="992886"/>
                    <a:pt x="447675" y="1010348"/>
                  </a:cubicBezTo>
                  <a:cubicBezTo>
                    <a:pt x="468312" y="1027810"/>
                    <a:pt x="490538" y="642048"/>
                    <a:pt x="504825" y="629348"/>
                  </a:cubicBezTo>
                  <a:cubicBezTo>
                    <a:pt x="519113" y="616648"/>
                    <a:pt x="512763" y="1038923"/>
                    <a:pt x="533400" y="934148"/>
                  </a:cubicBezTo>
                  <a:cubicBezTo>
                    <a:pt x="554037" y="829373"/>
                    <a:pt x="612775" y="-27877"/>
                    <a:pt x="628650" y="698"/>
                  </a:cubicBezTo>
                  <a:cubicBezTo>
                    <a:pt x="644525" y="29273"/>
                    <a:pt x="615950" y="1003998"/>
                    <a:pt x="628650" y="1105598"/>
                  </a:cubicBezTo>
                  <a:cubicBezTo>
                    <a:pt x="641350" y="1207198"/>
                    <a:pt x="679450" y="648398"/>
                    <a:pt x="704850" y="610298"/>
                  </a:cubicBezTo>
                  <a:cubicBezTo>
                    <a:pt x="730250" y="572198"/>
                    <a:pt x="750888" y="950023"/>
                    <a:pt x="781050" y="876998"/>
                  </a:cubicBezTo>
                  <a:cubicBezTo>
                    <a:pt x="811212" y="803973"/>
                    <a:pt x="855663" y="151511"/>
                    <a:pt x="885825" y="172148"/>
                  </a:cubicBezTo>
                  <a:cubicBezTo>
                    <a:pt x="915987" y="192785"/>
                    <a:pt x="944563" y="953198"/>
                    <a:pt x="962025" y="1000823"/>
                  </a:cubicBezTo>
                  <a:cubicBezTo>
                    <a:pt x="979488" y="1048448"/>
                    <a:pt x="979488" y="492823"/>
                    <a:pt x="990600" y="457898"/>
                  </a:cubicBezTo>
                  <a:cubicBezTo>
                    <a:pt x="1001713" y="422973"/>
                    <a:pt x="1004888" y="757936"/>
                    <a:pt x="1028700" y="791273"/>
                  </a:cubicBezTo>
                  <a:cubicBezTo>
                    <a:pt x="1052512" y="824610"/>
                    <a:pt x="1109663" y="640461"/>
                    <a:pt x="1133475" y="657923"/>
                  </a:cubicBezTo>
                  <a:cubicBezTo>
                    <a:pt x="1157287" y="675385"/>
                    <a:pt x="1143000" y="983360"/>
                    <a:pt x="1171575" y="896048"/>
                  </a:cubicBezTo>
                  <a:cubicBezTo>
                    <a:pt x="1200150" y="808736"/>
                    <a:pt x="1285875" y="107061"/>
                    <a:pt x="1304925" y="134048"/>
                  </a:cubicBezTo>
                  <a:cubicBezTo>
                    <a:pt x="1323975" y="161035"/>
                    <a:pt x="1274763" y="978598"/>
                    <a:pt x="1285875" y="1057973"/>
                  </a:cubicBezTo>
                  <a:cubicBezTo>
                    <a:pt x="1296987" y="1137348"/>
                    <a:pt x="1339850" y="669035"/>
                    <a:pt x="1371600" y="610298"/>
                  </a:cubicBezTo>
                  <a:cubicBezTo>
                    <a:pt x="1403350" y="551561"/>
                    <a:pt x="1450975" y="708723"/>
                    <a:pt x="1476375" y="705548"/>
                  </a:cubicBezTo>
                  <a:cubicBezTo>
                    <a:pt x="1501775" y="702373"/>
                    <a:pt x="1498600" y="578548"/>
                    <a:pt x="1524000" y="591248"/>
                  </a:cubicBezTo>
                  <a:cubicBezTo>
                    <a:pt x="1549400" y="603948"/>
                    <a:pt x="1598613" y="751586"/>
                    <a:pt x="1628775" y="781748"/>
                  </a:cubicBezTo>
                </a:path>
              </a:pathLst>
            </a:custGeom>
            <a:noFill/>
            <a:ln>
              <a:solidFill>
                <a:srgbClr val="CC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6E270B55-4D49-18A6-286B-1B863EC56624}"/>
                </a:ext>
              </a:extLst>
            </p:cNvPr>
            <p:cNvSpPr/>
            <p:nvPr/>
          </p:nvSpPr>
          <p:spPr>
            <a:xfrm>
              <a:off x="2661954" y="1375748"/>
              <a:ext cx="679134" cy="316923"/>
            </a:xfrm>
            <a:custGeom>
              <a:avLst/>
              <a:gdLst>
                <a:gd name="connsiteX0" fmla="*/ 0 w 1047750"/>
                <a:gd name="connsiteY0" fmla="*/ 400757 h 495530"/>
                <a:gd name="connsiteX1" fmla="*/ 66675 w 1047750"/>
                <a:gd name="connsiteY1" fmla="*/ 219782 h 495530"/>
                <a:gd name="connsiteX2" fmla="*/ 133350 w 1047750"/>
                <a:gd name="connsiteY2" fmla="*/ 410282 h 495530"/>
                <a:gd name="connsiteX3" fmla="*/ 171450 w 1047750"/>
                <a:gd name="connsiteY3" fmla="*/ 86432 h 495530"/>
                <a:gd name="connsiteX4" fmla="*/ 247650 w 1047750"/>
                <a:gd name="connsiteY4" fmla="*/ 457907 h 495530"/>
                <a:gd name="connsiteX5" fmla="*/ 247650 w 1047750"/>
                <a:gd name="connsiteY5" fmla="*/ 162632 h 495530"/>
                <a:gd name="connsiteX6" fmla="*/ 304800 w 1047750"/>
                <a:gd name="connsiteY6" fmla="*/ 448382 h 495530"/>
                <a:gd name="connsiteX7" fmla="*/ 390525 w 1047750"/>
                <a:gd name="connsiteY7" fmla="*/ 238832 h 495530"/>
                <a:gd name="connsiteX8" fmla="*/ 428625 w 1047750"/>
                <a:gd name="connsiteY8" fmla="*/ 334082 h 495530"/>
                <a:gd name="connsiteX9" fmla="*/ 495300 w 1047750"/>
                <a:gd name="connsiteY9" fmla="*/ 707 h 495530"/>
                <a:gd name="connsiteX10" fmla="*/ 542925 w 1047750"/>
                <a:gd name="connsiteY10" fmla="*/ 438857 h 495530"/>
                <a:gd name="connsiteX11" fmla="*/ 552450 w 1047750"/>
                <a:gd name="connsiteY11" fmla="*/ 238832 h 495530"/>
                <a:gd name="connsiteX12" fmla="*/ 619125 w 1047750"/>
                <a:gd name="connsiteY12" fmla="*/ 343607 h 495530"/>
                <a:gd name="connsiteX13" fmla="*/ 676275 w 1047750"/>
                <a:gd name="connsiteY13" fmla="*/ 248357 h 495530"/>
                <a:gd name="connsiteX14" fmla="*/ 733425 w 1047750"/>
                <a:gd name="connsiteY14" fmla="*/ 391232 h 495530"/>
                <a:gd name="connsiteX15" fmla="*/ 752475 w 1047750"/>
                <a:gd name="connsiteY15" fmla="*/ 476957 h 495530"/>
                <a:gd name="connsiteX16" fmla="*/ 781050 w 1047750"/>
                <a:gd name="connsiteY16" fmla="*/ 19757 h 495530"/>
                <a:gd name="connsiteX17" fmla="*/ 847725 w 1047750"/>
                <a:gd name="connsiteY17" fmla="*/ 391232 h 495530"/>
                <a:gd name="connsiteX18" fmla="*/ 876300 w 1047750"/>
                <a:gd name="connsiteY18" fmla="*/ 286457 h 495530"/>
                <a:gd name="connsiteX19" fmla="*/ 942975 w 1047750"/>
                <a:gd name="connsiteY19" fmla="*/ 391232 h 495530"/>
                <a:gd name="connsiteX20" fmla="*/ 981075 w 1047750"/>
                <a:gd name="connsiteY20" fmla="*/ 295982 h 495530"/>
                <a:gd name="connsiteX21" fmla="*/ 1047750 w 1047750"/>
                <a:gd name="connsiteY21" fmla="*/ 391232 h 495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7750" h="495530">
                  <a:moveTo>
                    <a:pt x="0" y="400757"/>
                  </a:moveTo>
                  <a:cubicBezTo>
                    <a:pt x="22225" y="309476"/>
                    <a:pt x="44450" y="218195"/>
                    <a:pt x="66675" y="219782"/>
                  </a:cubicBezTo>
                  <a:cubicBezTo>
                    <a:pt x="88900" y="221369"/>
                    <a:pt x="115888" y="432507"/>
                    <a:pt x="133350" y="410282"/>
                  </a:cubicBezTo>
                  <a:cubicBezTo>
                    <a:pt x="150812" y="388057"/>
                    <a:pt x="152400" y="78495"/>
                    <a:pt x="171450" y="86432"/>
                  </a:cubicBezTo>
                  <a:cubicBezTo>
                    <a:pt x="190500" y="94369"/>
                    <a:pt x="234950" y="445207"/>
                    <a:pt x="247650" y="457907"/>
                  </a:cubicBezTo>
                  <a:cubicBezTo>
                    <a:pt x="260350" y="470607"/>
                    <a:pt x="238125" y="164219"/>
                    <a:pt x="247650" y="162632"/>
                  </a:cubicBezTo>
                  <a:cubicBezTo>
                    <a:pt x="257175" y="161044"/>
                    <a:pt x="280988" y="435682"/>
                    <a:pt x="304800" y="448382"/>
                  </a:cubicBezTo>
                  <a:cubicBezTo>
                    <a:pt x="328613" y="461082"/>
                    <a:pt x="369888" y="257882"/>
                    <a:pt x="390525" y="238832"/>
                  </a:cubicBezTo>
                  <a:cubicBezTo>
                    <a:pt x="411162" y="219782"/>
                    <a:pt x="411163" y="373769"/>
                    <a:pt x="428625" y="334082"/>
                  </a:cubicBezTo>
                  <a:cubicBezTo>
                    <a:pt x="446088" y="294394"/>
                    <a:pt x="476250" y="-16755"/>
                    <a:pt x="495300" y="707"/>
                  </a:cubicBezTo>
                  <a:cubicBezTo>
                    <a:pt x="514350" y="18169"/>
                    <a:pt x="533400" y="399169"/>
                    <a:pt x="542925" y="438857"/>
                  </a:cubicBezTo>
                  <a:cubicBezTo>
                    <a:pt x="552450" y="478545"/>
                    <a:pt x="539750" y="254707"/>
                    <a:pt x="552450" y="238832"/>
                  </a:cubicBezTo>
                  <a:cubicBezTo>
                    <a:pt x="565150" y="222957"/>
                    <a:pt x="598488" y="342020"/>
                    <a:pt x="619125" y="343607"/>
                  </a:cubicBezTo>
                  <a:cubicBezTo>
                    <a:pt x="639762" y="345194"/>
                    <a:pt x="657225" y="240420"/>
                    <a:pt x="676275" y="248357"/>
                  </a:cubicBezTo>
                  <a:cubicBezTo>
                    <a:pt x="695325" y="256294"/>
                    <a:pt x="720725" y="353132"/>
                    <a:pt x="733425" y="391232"/>
                  </a:cubicBezTo>
                  <a:cubicBezTo>
                    <a:pt x="746125" y="429332"/>
                    <a:pt x="744538" y="538869"/>
                    <a:pt x="752475" y="476957"/>
                  </a:cubicBezTo>
                  <a:cubicBezTo>
                    <a:pt x="760412" y="415045"/>
                    <a:pt x="765175" y="34044"/>
                    <a:pt x="781050" y="19757"/>
                  </a:cubicBezTo>
                  <a:cubicBezTo>
                    <a:pt x="796925" y="5469"/>
                    <a:pt x="831850" y="346782"/>
                    <a:pt x="847725" y="391232"/>
                  </a:cubicBezTo>
                  <a:cubicBezTo>
                    <a:pt x="863600" y="435682"/>
                    <a:pt x="860425" y="286457"/>
                    <a:pt x="876300" y="286457"/>
                  </a:cubicBezTo>
                  <a:cubicBezTo>
                    <a:pt x="892175" y="286457"/>
                    <a:pt x="925513" y="389645"/>
                    <a:pt x="942975" y="391232"/>
                  </a:cubicBezTo>
                  <a:cubicBezTo>
                    <a:pt x="960437" y="392819"/>
                    <a:pt x="963613" y="295982"/>
                    <a:pt x="981075" y="295982"/>
                  </a:cubicBezTo>
                  <a:cubicBezTo>
                    <a:pt x="998537" y="295982"/>
                    <a:pt x="1004888" y="378532"/>
                    <a:pt x="1047750" y="391232"/>
                  </a:cubicBezTo>
                </a:path>
              </a:pathLst>
            </a:cu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D2DB1AD4-9D0D-34E3-6A12-C6B5A41B94A1}"/>
                </a:ext>
              </a:extLst>
            </p:cNvPr>
            <p:cNvSpPr/>
            <p:nvPr/>
          </p:nvSpPr>
          <p:spPr>
            <a:xfrm>
              <a:off x="5261378" y="1329024"/>
              <a:ext cx="742950" cy="363647"/>
            </a:xfrm>
            <a:custGeom>
              <a:avLst/>
              <a:gdLst>
                <a:gd name="connsiteX0" fmla="*/ 0 w 1581150"/>
                <a:gd name="connsiteY0" fmla="*/ 573197 h 852122"/>
                <a:gd name="connsiteX1" fmla="*/ 47625 w 1581150"/>
                <a:gd name="connsiteY1" fmla="*/ 430322 h 852122"/>
                <a:gd name="connsiteX2" fmla="*/ 85725 w 1581150"/>
                <a:gd name="connsiteY2" fmla="*/ 592247 h 852122"/>
                <a:gd name="connsiteX3" fmla="*/ 95250 w 1581150"/>
                <a:gd name="connsiteY3" fmla="*/ 258872 h 852122"/>
                <a:gd name="connsiteX4" fmla="*/ 209550 w 1581150"/>
                <a:gd name="connsiteY4" fmla="*/ 839897 h 852122"/>
                <a:gd name="connsiteX5" fmla="*/ 238125 w 1581150"/>
                <a:gd name="connsiteY5" fmla="*/ 506522 h 852122"/>
                <a:gd name="connsiteX6" fmla="*/ 333375 w 1581150"/>
                <a:gd name="connsiteY6" fmla="*/ 620822 h 852122"/>
                <a:gd name="connsiteX7" fmla="*/ 409575 w 1581150"/>
                <a:gd name="connsiteY7" fmla="*/ 554147 h 852122"/>
                <a:gd name="connsiteX8" fmla="*/ 447675 w 1581150"/>
                <a:gd name="connsiteY8" fmla="*/ 620822 h 852122"/>
                <a:gd name="connsiteX9" fmla="*/ 476250 w 1581150"/>
                <a:gd name="connsiteY9" fmla="*/ 1697 h 852122"/>
                <a:gd name="connsiteX10" fmla="*/ 676275 w 1581150"/>
                <a:gd name="connsiteY10" fmla="*/ 839897 h 852122"/>
                <a:gd name="connsiteX11" fmla="*/ 695325 w 1581150"/>
                <a:gd name="connsiteY11" fmla="*/ 506522 h 852122"/>
                <a:gd name="connsiteX12" fmla="*/ 752475 w 1581150"/>
                <a:gd name="connsiteY12" fmla="*/ 592247 h 852122"/>
                <a:gd name="connsiteX13" fmla="*/ 800100 w 1581150"/>
                <a:gd name="connsiteY13" fmla="*/ 525572 h 852122"/>
                <a:gd name="connsiteX14" fmla="*/ 857250 w 1581150"/>
                <a:gd name="connsiteY14" fmla="*/ 601772 h 852122"/>
                <a:gd name="connsiteX15" fmla="*/ 962025 w 1581150"/>
                <a:gd name="connsiteY15" fmla="*/ 201722 h 852122"/>
                <a:gd name="connsiteX16" fmla="*/ 1057275 w 1581150"/>
                <a:gd name="connsiteY16" fmla="*/ 839897 h 852122"/>
                <a:gd name="connsiteX17" fmla="*/ 1085850 w 1581150"/>
                <a:gd name="connsiteY17" fmla="*/ 554147 h 852122"/>
                <a:gd name="connsiteX18" fmla="*/ 1171575 w 1581150"/>
                <a:gd name="connsiteY18" fmla="*/ 611297 h 852122"/>
                <a:gd name="connsiteX19" fmla="*/ 1200150 w 1581150"/>
                <a:gd name="connsiteY19" fmla="*/ 525572 h 852122"/>
                <a:gd name="connsiteX20" fmla="*/ 1247775 w 1581150"/>
                <a:gd name="connsiteY20" fmla="*/ 611297 h 852122"/>
                <a:gd name="connsiteX21" fmla="*/ 1314450 w 1581150"/>
                <a:gd name="connsiteY21" fmla="*/ 287447 h 852122"/>
                <a:gd name="connsiteX22" fmla="*/ 1476375 w 1581150"/>
                <a:gd name="connsiteY22" fmla="*/ 677972 h 852122"/>
                <a:gd name="connsiteX23" fmla="*/ 1581150 w 1581150"/>
                <a:gd name="connsiteY23" fmla="*/ 677972 h 852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81150" h="852122">
                  <a:moveTo>
                    <a:pt x="0" y="573197"/>
                  </a:moveTo>
                  <a:cubicBezTo>
                    <a:pt x="16669" y="500172"/>
                    <a:pt x="33338" y="427147"/>
                    <a:pt x="47625" y="430322"/>
                  </a:cubicBezTo>
                  <a:cubicBezTo>
                    <a:pt x="61912" y="433497"/>
                    <a:pt x="77787" y="620822"/>
                    <a:pt x="85725" y="592247"/>
                  </a:cubicBezTo>
                  <a:cubicBezTo>
                    <a:pt x="93663" y="563672"/>
                    <a:pt x="74613" y="217597"/>
                    <a:pt x="95250" y="258872"/>
                  </a:cubicBezTo>
                  <a:cubicBezTo>
                    <a:pt x="115888" y="300147"/>
                    <a:pt x="185738" y="798622"/>
                    <a:pt x="209550" y="839897"/>
                  </a:cubicBezTo>
                  <a:cubicBezTo>
                    <a:pt x="233362" y="881172"/>
                    <a:pt x="217488" y="543034"/>
                    <a:pt x="238125" y="506522"/>
                  </a:cubicBezTo>
                  <a:cubicBezTo>
                    <a:pt x="258763" y="470009"/>
                    <a:pt x="304800" y="612884"/>
                    <a:pt x="333375" y="620822"/>
                  </a:cubicBezTo>
                  <a:cubicBezTo>
                    <a:pt x="361950" y="628760"/>
                    <a:pt x="390525" y="554147"/>
                    <a:pt x="409575" y="554147"/>
                  </a:cubicBezTo>
                  <a:cubicBezTo>
                    <a:pt x="428625" y="554147"/>
                    <a:pt x="436563" y="712897"/>
                    <a:pt x="447675" y="620822"/>
                  </a:cubicBezTo>
                  <a:cubicBezTo>
                    <a:pt x="458787" y="528747"/>
                    <a:pt x="438150" y="-34815"/>
                    <a:pt x="476250" y="1697"/>
                  </a:cubicBezTo>
                  <a:cubicBezTo>
                    <a:pt x="514350" y="38209"/>
                    <a:pt x="639763" y="755760"/>
                    <a:pt x="676275" y="839897"/>
                  </a:cubicBezTo>
                  <a:cubicBezTo>
                    <a:pt x="712787" y="924034"/>
                    <a:pt x="682625" y="547797"/>
                    <a:pt x="695325" y="506522"/>
                  </a:cubicBezTo>
                  <a:cubicBezTo>
                    <a:pt x="708025" y="465247"/>
                    <a:pt x="735013" y="589072"/>
                    <a:pt x="752475" y="592247"/>
                  </a:cubicBezTo>
                  <a:cubicBezTo>
                    <a:pt x="769938" y="595422"/>
                    <a:pt x="782638" y="523985"/>
                    <a:pt x="800100" y="525572"/>
                  </a:cubicBezTo>
                  <a:cubicBezTo>
                    <a:pt x="817562" y="527159"/>
                    <a:pt x="830263" y="655747"/>
                    <a:pt x="857250" y="601772"/>
                  </a:cubicBezTo>
                  <a:cubicBezTo>
                    <a:pt x="884237" y="547797"/>
                    <a:pt x="928688" y="162035"/>
                    <a:pt x="962025" y="201722"/>
                  </a:cubicBezTo>
                  <a:cubicBezTo>
                    <a:pt x="995362" y="241409"/>
                    <a:pt x="1036638" y="781160"/>
                    <a:pt x="1057275" y="839897"/>
                  </a:cubicBezTo>
                  <a:cubicBezTo>
                    <a:pt x="1077912" y="898634"/>
                    <a:pt x="1066800" y="592247"/>
                    <a:pt x="1085850" y="554147"/>
                  </a:cubicBezTo>
                  <a:cubicBezTo>
                    <a:pt x="1104900" y="516047"/>
                    <a:pt x="1152525" y="616059"/>
                    <a:pt x="1171575" y="611297"/>
                  </a:cubicBezTo>
                  <a:cubicBezTo>
                    <a:pt x="1190625" y="606535"/>
                    <a:pt x="1187450" y="525572"/>
                    <a:pt x="1200150" y="525572"/>
                  </a:cubicBezTo>
                  <a:cubicBezTo>
                    <a:pt x="1212850" y="525572"/>
                    <a:pt x="1228725" y="650985"/>
                    <a:pt x="1247775" y="611297"/>
                  </a:cubicBezTo>
                  <a:cubicBezTo>
                    <a:pt x="1266825" y="571609"/>
                    <a:pt x="1276350" y="276335"/>
                    <a:pt x="1314450" y="287447"/>
                  </a:cubicBezTo>
                  <a:cubicBezTo>
                    <a:pt x="1352550" y="298559"/>
                    <a:pt x="1431925" y="612885"/>
                    <a:pt x="1476375" y="677972"/>
                  </a:cubicBezTo>
                  <a:cubicBezTo>
                    <a:pt x="1520825" y="743059"/>
                    <a:pt x="1550987" y="710515"/>
                    <a:pt x="1581150" y="677972"/>
                  </a:cubicBezTo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70D6277D-E429-B454-A40D-41A35A4D4974}"/>
                </a:ext>
              </a:extLst>
            </p:cNvPr>
            <p:cNvCxnSpPr>
              <a:cxnSpLocks/>
            </p:cNvCxnSpPr>
            <p:nvPr/>
          </p:nvCxnSpPr>
          <p:spPr>
            <a:xfrm>
              <a:off x="5240400" y="1593743"/>
              <a:ext cx="855600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43308978-7F49-2DF3-CC73-E576167A75B5}"/>
                    </a:ext>
                  </a:extLst>
                </p:cNvPr>
                <p:cNvSpPr txBox="1"/>
                <p:nvPr/>
              </p:nvSpPr>
              <p:spPr>
                <a:xfrm>
                  <a:off x="6057187" y="1431080"/>
                  <a:ext cx="15873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sz="1200" dirty="0"/>
                </a:p>
              </p:txBody>
            </p:sp>
          </mc:Choice>
          <mc:Fallback xmlns="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43308978-7F49-2DF3-CC73-E576167A75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7187" y="1431080"/>
                  <a:ext cx="158734" cy="276999"/>
                </a:xfrm>
                <a:prstGeom prst="rect">
                  <a:avLst/>
                </a:prstGeom>
                <a:blipFill>
                  <a:blip r:embed="rId7"/>
                  <a:stretch>
                    <a:fillRect r="-19231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5A246A2B-DD5C-E2BB-F24C-1B88769BFB17}"/>
                </a:ext>
              </a:extLst>
            </p:cNvPr>
            <p:cNvCxnSpPr>
              <a:cxnSpLocks/>
            </p:cNvCxnSpPr>
            <p:nvPr/>
          </p:nvCxnSpPr>
          <p:spPr>
            <a:xfrm>
              <a:off x="2605227" y="1593743"/>
              <a:ext cx="855600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0291B5B3-07A0-575E-3F47-5436A62EEEE6}"/>
                    </a:ext>
                  </a:extLst>
                </p:cNvPr>
                <p:cNvSpPr txBox="1"/>
                <p:nvPr/>
              </p:nvSpPr>
              <p:spPr>
                <a:xfrm>
                  <a:off x="3381460" y="1468522"/>
                  <a:ext cx="15873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sz="1200" dirty="0"/>
                </a:p>
              </p:txBody>
            </p:sp>
          </mc:Choice>
          <mc:Fallback xmlns="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0291B5B3-07A0-575E-3F47-5436A62EEE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1460" y="1468522"/>
                  <a:ext cx="158734" cy="276999"/>
                </a:xfrm>
                <a:prstGeom prst="rect">
                  <a:avLst/>
                </a:prstGeom>
                <a:blipFill>
                  <a:blip r:embed="rId7"/>
                  <a:stretch>
                    <a:fillRect r="-19231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F4CE8DF3-7BF6-65C3-9445-89A4172D0A20}"/>
                </a:ext>
              </a:extLst>
            </p:cNvPr>
            <p:cNvCxnSpPr>
              <a:cxnSpLocks/>
              <a:stCxn id="22" idx="0"/>
            </p:cNvCxnSpPr>
            <p:nvPr/>
          </p:nvCxnSpPr>
          <p:spPr>
            <a:xfrm>
              <a:off x="352995" y="1708660"/>
              <a:ext cx="958437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5171A944-CEDA-4782-6688-9CDCF48D5FA0}"/>
                    </a:ext>
                  </a:extLst>
                </p:cNvPr>
                <p:cNvSpPr txBox="1"/>
                <p:nvPr/>
              </p:nvSpPr>
              <p:spPr>
                <a:xfrm>
                  <a:off x="1272619" y="1559215"/>
                  <a:ext cx="15873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sz="1200" dirty="0"/>
                </a:p>
              </p:txBody>
            </p:sp>
          </mc:Choice>
          <mc:Fallback xmlns="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5171A944-CEDA-4782-6688-9CDCF48D5F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2619" y="1559215"/>
                  <a:ext cx="158734" cy="276999"/>
                </a:xfrm>
                <a:prstGeom prst="rect">
                  <a:avLst/>
                </a:prstGeom>
                <a:blipFill>
                  <a:blip r:embed="rId7"/>
                  <a:stretch>
                    <a:fillRect r="-19231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9" name="Grupo 88">
            <a:extLst>
              <a:ext uri="{FF2B5EF4-FFF2-40B4-BE49-F238E27FC236}">
                <a16:creationId xmlns:a16="http://schemas.microsoft.com/office/drawing/2014/main" id="{97387A5E-78C7-2134-BD8A-30F8B2AEB2A4}"/>
              </a:ext>
            </a:extLst>
          </p:cNvPr>
          <p:cNvGrpSpPr/>
          <p:nvPr/>
        </p:nvGrpSpPr>
        <p:grpSpPr>
          <a:xfrm>
            <a:off x="239899" y="3153404"/>
            <a:ext cx="7938689" cy="3018789"/>
            <a:chOff x="239899" y="3153404"/>
            <a:chExt cx="7938689" cy="3018789"/>
          </a:xfrm>
        </p:grpSpPr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0EBFD2AC-7387-1F41-DC95-4F74B2B5725E}"/>
                </a:ext>
              </a:extLst>
            </p:cNvPr>
            <p:cNvSpPr/>
            <p:nvPr/>
          </p:nvSpPr>
          <p:spPr>
            <a:xfrm>
              <a:off x="1076325" y="3153404"/>
              <a:ext cx="6010275" cy="3018789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r"/>
              <a:r>
                <a:rPr lang="es-CL" dirty="0">
                  <a:solidFill>
                    <a:srgbClr val="FF0000"/>
                  </a:solidFill>
                </a:rPr>
                <a:t>Sistema aumentado</a:t>
              </a:r>
            </a:p>
            <a:p>
              <a:pPr algn="r"/>
              <a:endParaRPr lang="es-CL" dirty="0">
                <a:solidFill>
                  <a:srgbClr val="FF0000"/>
                </a:solidFill>
              </a:endParaRPr>
            </a:p>
            <a:p>
              <a:pPr algn="r"/>
              <a:endParaRPr lang="es-CL" dirty="0">
                <a:solidFill>
                  <a:srgbClr val="FF0000"/>
                </a:solidFill>
              </a:endParaRPr>
            </a:p>
            <a:p>
              <a:pPr algn="r"/>
              <a:endParaRPr lang="es-CL" dirty="0">
                <a:solidFill>
                  <a:srgbClr val="FF0000"/>
                </a:solidFill>
              </a:endParaRPr>
            </a:p>
            <a:p>
              <a:pPr algn="r"/>
              <a:endParaRPr lang="es-CL" dirty="0">
                <a:solidFill>
                  <a:srgbClr val="FF0000"/>
                </a:solidFill>
              </a:endParaRPr>
            </a:p>
            <a:p>
              <a:pPr algn="r"/>
              <a:endParaRPr lang="es-CL" dirty="0">
                <a:solidFill>
                  <a:srgbClr val="FF0000"/>
                </a:solidFill>
              </a:endParaRPr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3AD3FDF7-A55B-8FFF-2749-C746FCF8C21E}"/>
                    </a:ext>
                  </a:extLst>
                </p:cNvPr>
                <p:cNvSpPr txBox="1"/>
                <p:nvPr/>
              </p:nvSpPr>
              <p:spPr>
                <a:xfrm>
                  <a:off x="6530180" y="3655323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s-CL" sz="1400" dirty="0"/>
                    <a:t>(t)</a:t>
                  </a:r>
                </a:p>
              </p:txBody>
            </p:sp>
          </mc:Choice>
          <mc:Fallback xmlns="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3AD3FDF7-A55B-8FFF-2749-C746FCF8C2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0180" y="3655323"/>
                  <a:ext cx="1648408" cy="307777"/>
                </a:xfrm>
                <a:prstGeom prst="rect">
                  <a:avLst/>
                </a:prstGeom>
                <a:blipFill>
                  <a:blip r:embed="rId8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Rectángulo: esquinas redondeadas 39">
              <a:extLst>
                <a:ext uri="{FF2B5EF4-FFF2-40B4-BE49-F238E27FC236}">
                  <a16:creationId xmlns:a16="http://schemas.microsoft.com/office/drawing/2014/main" id="{7ADA1A14-7651-8D6B-9EA1-83E62C792883}"/>
                </a:ext>
              </a:extLst>
            </p:cNvPr>
            <p:cNvSpPr/>
            <p:nvPr/>
          </p:nvSpPr>
          <p:spPr>
            <a:xfrm>
              <a:off x="1645227" y="3632374"/>
              <a:ext cx="1138062" cy="685704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Filtro</a:t>
              </a:r>
              <a:r>
                <a:rPr lang="en-US" dirty="0">
                  <a:solidFill>
                    <a:schemeClr val="tx1"/>
                  </a:solidFill>
                </a:rPr>
                <a:t> K-T</a:t>
              </a:r>
            </a:p>
          </p:txBody>
        </p:sp>
        <p:sp>
          <p:nvSpPr>
            <p:cNvPr id="41" name="Rectángulo: esquinas redondeadas 40">
              <a:extLst>
                <a:ext uri="{FF2B5EF4-FFF2-40B4-BE49-F238E27FC236}">
                  <a16:creationId xmlns:a16="http://schemas.microsoft.com/office/drawing/2014/main" id="{B02DFB0B-D3FE-A7C7-DFF4-544FD89DA3BE}"/>
                </a:ext>
              </a:extLst>
            </p:cNvPr>
            <p:cNvSpPr/>
            <p:nvPr/>
          </p:nvSpPr>
          <p:spPr>
            <a:xfrm>
              <a:off x="5264942" y="3629487"/>
              <a:ext cx="1459512" cy="68571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Modelo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estructural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988D5194-278D-249D-D34D-64F3DB943BC3}"/>
                </a:ext>
              </a:extLst>
            </p:cNvPr>
            <p:cNvCxnSpPr>
              <a:cxnSpLocks/>
              <a:endCxn id="59" idx="2"/>
            </p:cNvCxnSpPr>
            <p:nvPr/>
          </p:nvCxnSpPr>
          <p:spPr>
            <a:xfrm>
              <a:off x="2802185" y="3972017"/>
              <a:ext cx="110412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ector recto de flecha 42">
              <a:extLst>
                <a:ext uri="{FF2B5EF4-FFF2-40B4-BE49-F238E27FC236}">
                  <a16:creationId xmlns:a16="http://schemas.microsoft.com/office/drawing/2014/main" id="{EA4B79D7-E910-D7CB-3B81-E6CC0DB43897}"/>
                </a:ext>
              </a:extLst>
            </p:cNvPr>
            <p:cNvCxnSpPr>
              <a:cxnSpLocks/>
            </p:cNvCxnSpPr>
            <p:nvPr/>
          </p:nvCxnSpPr>
          <p:spPr>
            <a:xfrm>
              <a:off x="6724454" y="3972342"/>
              <a:ext cx="10044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0908BAA9-52F0-4D6F-4DAB-16EFDEBB00FC}"/>
                    </a:ext>
                  </a:extLst>
                </p:cNvPr>
                <p:cNvSpPr txBox="1"/>
                <p:nvPr/>
              </p:nvSpPr>
              <p:spPr>
                <a:xfrm>
                  <a:off x="2955554" y="3646734"/>
                  <a:ext cx="88207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𝐾𝑇</m:t>
                            </m:r>
                          </m:sub>
                        </m:sSub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0908BAA9-52F0-4D6F-4DAB-16EFDEBB00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5554" y="3646734"/>
                  <a:ext cx="882070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13759B60-8CAA-E5B3-87C9-E07959363965}"/>
                </a:ext>
              </a:extLst>
            </p:cNvPr>
            <p:cNvCxnSpPr>
              <a:cxnSpLocks/>
            </p:cNvCxnSpPr>
            <p:nvPr/>
          </p:nvCxnSpPr>
          <p:spPr>
            <a:xfrm>
              <a:off x="476127" y="4004164"/>
              <a:ext cx="11691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D51AAA68-B4BC-E4C0-1395-9196213811EA}"/>
                    </a:ext>
                  </a:extLst>
                </p:cNvPr>
                <p:cNvSpPr txBox="1"/>
                <p:nvPr/>
              </p:nvSpPr>
              <p:spPr>
                <a:xfrm>
                  <a:off x="239899" y="3683928"/>
                  <a:ext cx="11380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 xmlns="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D51AAA68-B4BC-E4C0-1395-9196213811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899" y="3683928"/>
                  <a:ext cx="1138062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FC9EA740-8D2B-B1D2-AA1C-5D62AC616530}"/>
                    </a:ext>
                  </a:extLst>
                </p:cNvPr>
                <p:cNvSpPr txBox="1"/>
                <p:nvPr/>
              </p:nvSpPr>
              <p:spPr>
                <a:xfrm>
                  <a:off x="1488129" y="3322589"/>
                  <a:ext cx="1648408" cy="325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FC9EA740-8D2B-B1D2-AA1C-5D62AC6165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8129" y="3322589"/>
                  <a:ext cx="1648408" cy="32528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74931AA4-67F1-BAB6-9C8C-11D1C3FD2DB0}"/>
                    </a:ext>
                  </a:extLst>
                </p:cNvPr>
                <p:cNvSpPr txBox="1"/>
                <p:nvPr/>
              </p:nvSpPr>
              <p:spPr>
                <a:xfrm>
                  <a:off x="5153025" y="3322589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74931AA4-67F1-BAB6-9C8C-11D1C3FD2D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3025" y="3322589"/>
                  <a:ext cx="1648408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Elipse 58">
                  <a:extLst>
                    <a:ext uri="{FF2B5EF4-FFF2-40B4-BE49-F238E27FC236}">
                      <a16:creationId xmlns:a16="http://schemas.microsoft.com/office/drawing/2014/main" id="{B8D50FE2-923E-C73F-0829-CF595F400255}"/>
                    </a:ext>
                  </a:extLst>
                </p:cNvPr>
                <p:cNvSpPr/>
                <p:nvPr/>
              </p:nvSpPr>
              <p:spPr>
                <a:xfrm>
                  <a:off x="3906306" y="3734950"/>
                  <a:ext cx="475200" cy="474133"/>
                </a:xfrm>
                <a:prstGeom prst="ellips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US" sz="14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9" name="Elipse 58">
                  <a:extLst>
                    <a:ext uri="{FF2B5EF4-FFF2-40B4-BE49-F238E27FC236}">
                      <a16:creationId xmlns:a16="http://schemas.microsoft.com/office/drawing/2014/main" id="{B8D50FE2-923E-C73F-0829-CF595F4002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6306" y="3734950"/>
                  <a:ext cx="475200" cy="474133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Conector: angular 60">
              <a:extLst>
                <a:ext uri="{FF2B5EF4-FFF2-40B4-BE49-F238E27FC236}">
                  <a16:creationId xmlns:a16="http://schemas.microsoft.com/office/drawing/2014/main" id="{91D80E87-2903-6106-C51B-9D65770FD528}"/>
                </a:ext>
              </a:extLst>
            </p:cNvPr>
            <p:cNvCxnSpPr>
              <a:cxnSpLocks/>
              <a:stCxn id="63" idx="3"/>
              <a:endCxn id="59" idx="4"/>
            </p:cNvCxnSpPr>
            <p:nvPr/>
          </p:nvCxnSpPr>
          <p:spPr>
            <a:xfrm flipV="1">
              <a:off x="3736943" y="4209083"/>
              <a:ext cx="406963" cy="970453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Rectángulo: esquinas redondeadas 62">
              <a:extLst>
                <a:ext uri="{FF2B5EF4-FFF2-40B4-BE49-F238E27FC236}">
                  <a16:creationId xmlns:a16="http://schemas.microsoft.com/office/drawing/2014/main" id="{974EC51C-495B-327D-398E-B23C513CD028}"/>
                </a:ext>
              </a:extLst>
            </p:cNvPr>
            <p:cNvSpPr/>
            <p:nvPr/>
          </p:nvSpPr>
          <p:spPr>
            <a:xfrm>
              <a:off x="2312333" y="4625115"/>
              <a:ext cx="1424610" cy="1108841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Función</a:t>
              </a:r>
              <a:r>
                <a:rPr lang="en-US" dirty="0">
                  <a:solidFill>
                    <a:schemeClr val="tx1"/>
                  </a:solidFill>
                </a:rPr>
                <a:t> de </a:t>
              </a:r>
              <a:r>
                <a:rPr lang="en-US" dirty="0" err="1">
                  <a:solidFill>
                    <a:schemeClr val="tx1"/>
                  </a:solidFill>
                </a:rPr>
                <a:t>modulación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3BDBE564-C2CC-FDD1-4F25-473F121D7453}"/>
                </a:ext>
              </a:extLst>
            </p:cNvPr>
            <p:cNvSpPr/>
            <p:nvPr/>
          </p:nvSpPr>
          <p:spPr>
            <a:xfrm>
              <a:off x="1133909" y="4801535"/>
              <a:ext cx="756000" cy="756000"/>
            </a:xfrm>
            <a:prstGeom prst="ellips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b="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70" name="Conector recto de flecha 69">
              <a:extLst>
                <a:ext uri="{FF2B5EF4-FFF2-40B4-BE49-F238E27FC236}">
                  <a16:creationId xmlns:a16="http://schemas.microsoft.com/office/drawing/2014/main" id="{DAE2E8FC-1455-A7B0-A1BB-C4FB9ED58F83}"/>
                </a:ext>
              </a:extLst>
            </p:cNvPr>
            <p:cNvCxnSpPr>
              <a:cxnSpLocks/>
              <a:stCxn id="69" idx="6"/>
              <a:endCxn id="63" idx="1"/>
            </p:cNvCxnSpPr>
            <p:nvPr/>
          </p:nvCxnSpPr>
          <p:spPr>
            <a:xfrm>
              <a:off x="1889909" y="5179535"/>
              <a:ext cx="422424" cy="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339DBFE4-4D06-E450-DD17-A1F80B602727}"/>
                </a:ext>
              </a:extLst>
            </p:cNvPr>
            <p:cNvGrpSpPr/>
            <p:nvPr/>
          </p:nvGrpSpPr>
          <p:grpSpPr>
            <a:xfrm>
              <a:off x="1488129" y="4932382"/>
              <a:ext cx="203189" cy="239543"/>
              <a:chOff x="1537918" y="4674371"/>
              <a:chExt cx="485775" cy="552454"/>
            </a:xfrm>
          </p:grpSpPr>
          <p:cxnSp>
            <p:nvCxnSpPr>
              <p:cNvPr id="75" name="Conector recto 74">
                <a:extLst>
                  <a:ext uri="{FF2B5EF4-FFF2-40B4-BE49-F238E27FC236}">
                    <a16:creationId xmlns:a16="http://schemas.microsoft.com/office/drawing/2014/main" id="{0867BBBC-E28B-E8FE-278F-B3C23E80F456}"/>
                  </a:ext>
                </a:extLst>
              </p:cNvPr>
              <p:cNvCxnSpPr/>
              <p:nvPr/>
            </p:nvCxnSpPr>
            <p:spPr>
              <a:xfrm flipH="1">
                <a:off x="1537918" y="4674371"/>
                <a:ext cx="409575" cy="5524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6" name="Conector recto 75">
                <a:extLst>
                  <a:ext uri="{FF2B5EF4-FFF2-40B4-BE49-F238E27FC236}">
                    <a16:creationId xmlns:a16="http://schemas.microsoft.com/office/drawing/2014/main" id="{0D426172-C618-D687-CD44-F3B3AB1336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37918" y="5226825"/>
                <a:ext cx="485775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81" name="CuadroTexto 80">
              <a:extLst>
                <a:ext uri="{FF2B5EF4-FFF2-40B4-BE49-F238E27FC236}">
                  <a16:creationId xmlns:a16="http://schemas.microsoft.com/office/drawing/2014/main" id="{3B35A5B7-8F5D-15E7-57E5-DE9456263155}"/>
                </a:ext>
              </a:extLst>
            </p:cNvPr>
            <p:cNvSpPr txBox="1"/>
            <p:nvPr/>
          </p:nvSpPr>
          <p:spPr>
            <a:xfrm>
              <a:off x="1053125" y="5541286"/>
              <a:ext cx="959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Reloj</a:t>
              </a:r>
              <a:endParaRPr lang="es-CL" dirty="0"/>
            </a:p>
          </p:txBody>
        </p:sp>
        <p:cxnSp>
          <p:nvCxnSpPr>
            <p:cNvPr id="82" name="Conector recto de flecha 81">
              <a:extLst>
                <a:ext uri="{FF2B5EF4-FFF2-40B4-BE49-F238E27FC236}">
                  <a16:creationId xmlns:a16="http://schemas.microsoft.com/office/drawing/2014/main" id="{664BF81B-1024-C67E-06E4-726318C310A6}"/>
                </a:ext>
              </a:extLst>
            </p:cNvPr>
            <p:cNvCxnSpPr>
              <a:cxnSpLocks/>
              <a:stCxn id="59" idx="6"/>
              <a:endCxn id="41" idx="1"/>
            </p:cNvCxnSpPr>
            <p:nvPr/>
          </p:nvCxnSpPr>
          <p:spPr>
            <a:xfrm>
              <a:off x="4381506" y="3972017"/>
              <a:ext cx="883436" cy="32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CuadroTexto 82">
                  <a:extLst>
                    <a:ext uri="{FF2B5EF4-FFF2-40B4-BE49-F238E27FC236}">
                      <a16:creationId xmlns:a16="http://schemas.microsoft.com/office/drawing/2014/main" id="{918F31BF-4DEB-D904-C891-F7BD11F91C83}"/>
                    </a:ext>
                  </a:extLst>
                </p:cNvPr>
                <p:cNvSpPr txBox="1"/>
                <p:nvPr/>
              </p:nvSpPr>
              <p:spPr>
                <a:xfrm>
                  <a:off x="4415066" y="3666423"/>
                  <a:ext cx="882070" cy="325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̈"/>
                                <m:ctrlPr>
                                  <a:rPr lang="es-CL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83" name="CuadroTexto 82">
                  <a:extLst>
                    <a:ext uri="{FF2B5EF4-FFF2-40B4-BE49-F238E27FC236}">
                      <a16:creationId xmlns:a16="http://schemas.microsoft.com/office/drawing/2014/main" id="{918F31BF-4DEB-D904-C891-F7BD11F91C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5066" y="3666423"/>
                  <a:ext cx="882070" cy="325282"/>
                </a:xfrm>
                <a:prstGeom prst="rect">
                  <a:avLst/>
                </a:prstGeom>
                <a:blipFill>
                  <a:blip r:embed="rId14"/>
                  <a:stretch>
                    <a:fillRect b="-185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928113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o 27">
            <a:extLst>
              <a:ext uri="{FF2B5EF4-FFF2-40B4-BE49-F238E27FC236}">
                <a16:creationId xmlns:a16="http://schemas.microsoft.com/office/drawing/2014/main" id="{BC0E6D02-04C9-D0DB-9755-AD818FBA0EF4}"/>
              </a:ext>
            </a:extLst>
          </p:cNvPr>
          <p:cNvGrpSpPr/>
          <p:nvPr/>
        </p:nvGrpSpPr>
        <p:grpSpPr>
          <a:xfrm>
            <a:off x="283984" y="450570"/>
            <a:ext cx="7013060" cy="4362539"/>
            <a:chOff x="283984" y="450570"/>
            <a:chExt cx="7013060" cy="4362539"/>
          </a:xfrm>
        </p:grpSpPr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3C6BFB1C-AD67-5D12-F504-A8DBCDE3D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1976" y="813373"/>
              <a:ext cx="1413" cy="1542607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7A89B7E1-FAE0-5DCD-9A9D-82E4233A72DE}"/>
                </a:ext>
              </a:extLst>
            </p:cNvPr>
            <p:cNvCxnSpPr>
              <a:cxnSpLocks/>
            </p:cNvCxnSpPr>
            <p:nvPr/>
          </p:nvCxnSpPr>
          <p:spPr>
            <a:xfrm>
              <a:off x="1091976" y="1682414"/>
              <a:ext cx="423912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4370F26-CF5A-6B22-B3C2-E99A4CA40F22}"/>
                </a:ext>
              </a:extLst>
            </p:cNvPr>
            <p:cNvSpPr txBox="1"/>
            <p:nvPr/>
          </p:nvSpPr>
          <p:spPr>
            <a:xfrm>
              <a:off x="417314" y="453885"/>
              <a:ext cx="1352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s-CL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F15EDC7D-B30C-4307-91B5-62AC63836AC7}"/>
                    </a:ext>
                  </a:extLst>
                </p:cNvPr>
                <p:cNvSpPr txBox="1"/>
                <p:nvPr/>
              </p:nvSpPr>
              <p:spPr>
                <a:xfrm>
                  <a:off x="5268399" y="1498123"/>
                  <a:ext cx="392189" cy="368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F15EDC7D-B30C-4307-91B5-62AC63836A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8399" y="1498123"/>
                  <a:ext cx="392189" cy="36858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09B59723-AE63-461C-B6A9-12D2D7C2D46E}"/>
                    </a:ext>
                  </a:extLst>
                </p:cNvPr>
                <p:cNvSpPr txBox="1"/>
                <p:nvPr/>
              </p:nvSpPr>
              <p:spPr>
                <a:xfrm>
                  <a:off x="283984" y="1491483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09B59723-AE63-461C-B6A9-12D2D7C2D4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984" y="1491483"/>
                  <a:ext cx="135215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C64B5361-9345-AFE5-68B1-CEFE8D0A54D5}"/>
                </a:ext>
              </a:extLst>
            </p:cNvPr>
            <p:cNvSpPr/>
            <p:nvPr/>
          </p:nvSpPr>
          <p:spPr>
            <a:xfrm>
              <a:off x="1091976" y="961701"/>
              <a:ext cx="3914775" cy="1428896"/>
            </a:xfrm>
            <a:custGeom>
              <a:avLst/>
              <a:gdLst>
                <a:gd name="connsiteX0" fmla="*/ 0 w 3914775"/>
                <a:gd name="connsiteY0" fmla="*/ 543071 h 1013576"/>
                <a:gd name="connsiteX1" fmla="*/ 57150 w 3914775"/>
                <a:gd name="connsiteY1" fmla="*/ 381146 h 1013576"/>
                <a:gd name="connsiteX2" fmla="*/ 123825 w 3914775"/>
                <a:gd name="connsiteY2" fmla="*/ 657371 h 1013576"/>
                <a:gd name="connsiteX3" fmla="*/ 161925 w 3914775"/>
                <a:gd name="connsiteY3" fmla="*/ 371621 h 1013576"/>
                <a:gd name="connsiteX4" fmla="*/ 219075 w 3914775"/>
                <a:gd name="connsiteY4" fmla="*/ 676421 h 1013576"/>
                <a:gd name="connsiteX5" fmla="*/ 276225 w 3914775"/>
                <a:gd name="connsiteY5" fmla="*/ 146 h 1013576"/>
                <a:gd name="connsiteX6" fmla="*/ 352425 w 3914775"/>
                <a:gd name="connsiteY6" fmla="*/ 743096 h 1013576"/>
                <a:gd name="connsiteX7" fmla="*/ 361950 w 3914775"/>
                <a:gd name="connsiteY7" fmla="*/ 276371 h 1013576"/>
                <a:gd name="connsiteX8" fmla="*/ 457200 w 3914775"/>
                <a:gd name="connsiteY8" fmla="*/ 762146 h 1013576"/>
                <a:gd name="connsiteX9" fmla="*/ 495300 w 3914775"/>
                <a:gd name="connsiteY9" fmla="*/ 343046 h 1013576"/>
                <a:gd name="connsiteX10" fmla="*/ 552450 w 3914775"/>
                <a:gd name="connsiteY10" fmla="*/ 743096 h 1013576"/>
                <a:gd name="connsiteX11" fmla="*/ 600075 w 3914775"/>
                <a:gd name="connsiteY11" fmla="*/ 419246 h 1013576"/>
                <a:gd name="connsiteX12" fmla="*/ 647700 w 3914775"/>
                <a:gd name="connsiteY12" fmla="*/ 781196 h 1013576"/>
                <a:gd name="connsiteX13" fmla="*/ 733425 w 3914775"/>
                <a:gd name="connsiteY13" fmla="*/ 476396 h 1013576"/>
                <a:gd name="connsiteX14" fmla="*/ 771525 w 3914775"/>
                <a:gd name="connsiteY14" fmla="*/ 714521 h 1013576"/>
                <a:gd name="connsiteX15" fmla="*/ 857250 w 3914775"/>
                <a:gd name="connsiteY15" fmla="*/ 419246 h 1013576"/>
                <a:gd name="connsiteX16" fmla="*/ 952500 w 3914775"/>
                <a:gd name="connsiteY16" fmla="*/ 724046 h 1013576"/>
                <a:gd name="connsiteX17" fmla="*/ 942975 w 3914775"/>
                <a:gd name="connsiteY17" fmla="*/ 247796 h 1013576"/>
                <a:gd name="connsiteX18" fmla="*/ 1028700 w 3914775"/>
                <a:gd name="connsiteY18" fmla="*/ 752621 h 1013576"/>
                <a:gd name="connsiteX19" fmla="*/ 1095375 w 3914775"/>
                <a:gd name="connsiteY19" fmla="*/ 9671 h 1013576"/>
                <a:gd name="connsiteX20" fmla="*/ 1133475 w 3914775"/>
                <a:gd name="connsiteY20" fmla="*/ 838346 h 1013576"/>
                <a:gd name="connsiteX21" fmla="*/ 1190625 w 3914775"/>
                <a:gd name="connsiteY21" fmla="*/ 400196 h 1013576"/>
                <a:gd name="connsiteX22" fmla="*/ 1247775 w 3914775"/>
                <a:gd name="connsiteY22" fmla="*/ 752621 h 1013576"/>
                <a:gd name="connsiteX23" fmla="*/ 1323975 w 3914775"/>
                <a:gd name="connsiteY23" fmla="*/ 390671 h 1013576"/>
                <a:gd name="connsiteX24" fmla="*/ 1409700 w 3914775"/>
                <a:gd name="connsiteY24" fmla="*/ 781196 h 1013576"/>
                <a:gd name="connsiteX25" fmla="*/ 1447800 w 3914775"/>
                <a:gd name="connsiteY25" fmla="*/ 466871 h 1013576"/>
                <a:gd name="connsiteX26" fmla="*/ 1504950 w 3914775"/>
                <a:gd name="connsiteY26" fmla="*/ 828821 h 1013576"/>
                <a:gd name="connsiteX27" fmla="*/ 1581150 w 3914775"/>
                <a:gd name="connsiteY27" fmla="*/ 304946 h 1013576"/>
                <a:gd name="connsiteX28" fmla="*/ 1676400 w 3914775"/>
                <a:gd name="connsiteY28" fmla="*/ 771671 h 1013576"/>
                <a:gd name="connsiteX29" fmla="*/ 1724025 w 3914775"/>
                <a:gd name="connsiteY29" fmla="*/ 381146 h 1013576"/>
                <a:gd name="connsiteX30" fmla="*/ 1800225 w 3914775"/>
                <a:gd name="connsiteY30" fmla="*/ 733571 h 1013576"/>
                <a:gd name="connsiteX31" fmla="*/ 1828800 w 3914775"/>
                <a:gd name="connsiteY31" fmla="*/ 66821 h 1013576"/>
                <a:gd name="connsiteX32" fmla="*/ 1943100 w 3914775"/>
                <a:gd name="connsiteY32" fmla="*/ 847871 h 1013576"/>
                <a:gd name="connsiteX33" fmla="*/ 2019300 w 3914775"/>
                <a:gd name="connsiteY33" fmla="*/ 390671 h 1013576"/>
                <a:gd name="connsiteX34" fmla="*/ 2124075 w 3914775"/>
                <a:gd name="connsiteY34" fmla="*/ 828821 h 1013576"/>
                <a:gd name="connsiteX35" fmla="*/ 2171700 w 3914775"/>
                <a:gd name="connsiteY35" fmla="*/ 457346 h 1013576"/>
                <a:gd name="connsiteX36" fmla="*/ 2295525 w 3914775"/>
                <a:gd name="connsiteY36" fmla="*/ 866921 h 1013576"/>
                <a:gd name="connsiteX37" fmla="*/ 2314575 w 3914775"/>
                <a:gd name="connsiteY37" fmla="*/ 466871 h 1013576"/>
                <a:gd name="connsiteX38" fmla="*/ 2428875 w 3914775"/>
                <a:gd name="connsiteY38" fmla="*/ 771671 h 1013576"/>
                <a:gd name="connsiteX39" fmla="*/ 2428875 w 3914775"/>
                <a:gd name="connsiteY39" fmla="*/ 400196 h 1013576"/>
                <a:gd name="connsiteX40" fmla="*/ 2657475 w 3914775"/>
                <a:gd name="connsiteY40" fmla="*/ 933596 h 1013576"/>
                <a:gd name="connsiteX41" fmla="*/ 2705100 w 3914775"/>
                <a:gd name="connsiteY41" fmla="*/ 390671 h 1013576"/>
                <a:gd name="connsiteX42" fmla="*/ 2800350 w 3914775"/>
                <a:gd name="connsiteY42" fmla="*/ 790721 h 1013576"/>
                <a:gd name="connsiteX43" fmla="*/ 2857500 w 3914775"/>
                <a:gd name="connsiteY43" fmla="*/ 362096 h 1013576"/>
                <a:gd name="connsiteX44" fmla="*/ 2952750 w 3914775"/>
                <a:gd name="connsiteY44" fmla="*/ 724046 h 1013576"/>
                <a:gd name="connsiteX45" fmla="*/ 3009900 w 3914775"/>
                <a:gd name="connsiteY45" fmla="*/ 333521 h 1013576"/>
                <a:gd name="connsiteX46" fmla="*/ 3057525 w 3914775"/>
                <a:gd name="connsiteY46" fmla="*/ 809771 h 1013576"/>
                <a:gd name="connsiteX47" fmla="*/ 3076575 w 3914775"/>
                <a:gd name="connsiteY47" fmla="*/ 28721 h 1013576"/>
                <a:gd name="connsiteX48" fmla="*/ 3190875 w 3914775"/>
                <a:gd name="connsiteY48" fmla="*/ 1009796 h 1013576"/>
                <a:gd name="connsiteX49" fmla="*/ 3257550 w 3914775"/>
                <a:gd name="connsiteY49" fmla="*/ 381146 h 1013576"/>
                <a:gd name="connsiteX50" fmla="*/ 3343275 w 3914775"/>
                <a:gd name="connsiteY50" fmla="*/ 752621 h 1013576"/>
                <a:gd name="connsiteX51" fmla="*/ 3400425 w 3914775"/>
                <a:gd name="connsiteY51" fmla="*/ 333521 h 1013576"/>
                <a:gd name="connsiteX52" fmla="*/ 3562350 w 3914775"/>
                <a:gd name="connsiteY52" fmla="*/ 771671 h 1013576"/>
                <a:gd name="connsiteX53" fmla="*/ 3581400 w 3914775"/>
                <a:gd name="connsiteY53" fmla="*/ 266846 h 1013576"/>
                <a:gd name="connsiteX54" fmla="*/ 3752850 w 3914775"/>
                <a:gd name="connsiteY54" fmla="*/ 905021 h 1013576"/>
                <a:gd name="connsiteX55" fmla="*/ 3800475 w 3914775"/>
                <a:gd name="connsiteY55" fmla="*/ 123971 h 1013576"/>
                <a:gd name="connsiteX56" fmla="*/ 3914775 w 3914775"/>
                <a:gd name="connsiteY56" fmla="*/ 866921 h 101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3914775" h="1013576">
                  <a:moveTo>
                    <a:pt x="0" y="543071"/>
                  </a:moveTo>
                  <a:cubicBezTo>
                    <a:pt x="18256" y="452583"/>
                    <a:pt x="36513" y="362096"/>
                    <a:pt x="57150" y="381146"/>
                  </a:cubicBezTo>
                  <a:cubicBezTo>
                    <a:pt x="77787" y="400196"/>
                    <a:pt x="106363" y="658958"/>
                    <a:pt x="123825" y="657371"/>
                  </a:cubicBezTo>
                  <a:cubicBezTo>
                    <a:pt x="141287" y="655784"/>
                    <a:pt x="146050" y="368446"/>
                    <a:pt x="161925" y="371621"/>
                  </a:cubicBezTo>
                  <a:cubicBezTo>
                    <a:pt x="177800" y="374796"/>
                    <a:pt x="200025" y="738334"/>
                    <a:pt x="219075" y="676421"/>
                  </a:cubicBezTo>
                  <a:cubicBezTo>
                    <a:pt x="238125" y="614508"/>
                    <a:pt x="254000" y="-10966"/>
                    <a:pt x="276225" y="146"/>
                  </a:cubicBezTo>
                  <a:cubicBezTo>
                    <a:pt x="298450" y="11258"/>
                    <a:pt x="338138" y="697059"/>
                    <a:pt x="352425" y="743096"/>
                  </a:cubicBezTo>
                  <a:cubicBezTo>
                    <a:pt x="366712" y="789133"/>
                    <a:pt x="344488" y="273196"/>
                    <a:pt x="361950" y="276371"/>
                  </a:cubicBezTo>
                  <a:cubicBezTo>
                    <a:pt x="379413" y="279546"/>
                    <a:pt x="434975" y="751034"/>
                    <a:pt x="457200" y="762146"/>
                  </a:cubicBezTo>
                  <a:cubicBezTo>
                    <a:pt x="479425" y="773258"/>
                    <a:pt x="479425" y="346221"/>
                    <a:pt x="495300" y="343046"/>
                  </a:cubicBezTo>
                  <a:cubicBezTo>
                    <a:pt x="511175" y="339871"/>
                    <a:pt x="534988" y="730396"/>
                    <a:pt x="552450" y="743096"/>
                  </a:cubicBezTo>
                  <a:cubicBezTo>
                    <a:pt x="569913" y="755796"/>
                    <a:pt x="584200" y="412896"/>
                    <a:pt x="600075" y="419246"/>
                  </a:cubicBezTo>
                  <a:cubicBezTo>
                    <a:pt x="615950" y="425596"/>
                    <a:pt x="625475" y="771671"/>
                    <a:pt x="647700" y="781196"/>
                  </a:cubicBezTo>
                  <a:cubicBezTo>
                    <a:pt x="669925" y="790721"/>
                    <a:pt x="712788" y="487508"/>
                    <a:pt x="733425" y="476396"/>
                  </a:cubicBezTo>
                  <a:cubicBezTo>
                    <a:pt x="754062" y="465284"/>
                    <a:pt x="750888" y="724046"/>
                    <a:pt x="771525" y="714521"/>
                  </a:cubicBezTo>
                  <a:cubicBezTo>
                    <a:pt x="792162" y="704996"/>
                    <a:pt x="827088" y="417659"/>
                    <a:pt x="857250" y="419246"/>
                  </a:cubicBezTo>
                  <a:cubicBezTo>
                    <a:pt x="887412" y="420833"/>
                    <a:pt x="938213" y="752621"/>
                    <a:pt x="952500" y="724046"/>
                  </a:cubicBezTo>
                  <a:cubicBezTo>
                    <a:pt x="966787" y="695471"/>
                    <a:pt x="930275" y="243033"/>
                    <a:pt x="942975" y="247796"/>
                  </a:cubicBezTo>
                  <a:cubicBezTo>
                    <a:pt x="955675" y="252559"/>
                    <a:pt x="1003300" y="792309"/>
                    <a:pt x="1028700" y="752621"/>
                  </a:cubicBezTo>
                  <a:cubicBezTo>
                    <a:pt x="1054100" y="712934"/>
                    <a:pt x="1077913" y="-4616"/>
                    <a:pt x="1095375" y="9671"/>
                  </a:cubicBezTo>
                  <a:cubicBezTo>
                    <a:pt x="1112837" y="23958"/>
                    <a:pt x="1117600" y="773259"/>
                    <a:pt x="1133475" y="838346"/>
                  </a:cubicBezTo>
                  <a:cubicBezTo>
                    <a:pt x="1149350" y="903433"/>
                    <a:pt x="1171575" y="414483"/>
                    <a:pt x="1190625" y="400196"/>
                  </a:cubicBezTo>
                  <a:cubicBezTo>
                    <a:pt x="1209675" y="385908"/>
                    <a:pt x="1225550" y="754208"/>
                    <a:pt x="1247775" y="752621"/>
                  </a:cubicBezTo>
                  <a:cubicBezTo>
                    <a:pt x="1270000" y="751034"/>
                    <a:pt x="1296988" y="385909"/>
                    <a:pt x="1323975" y="390671"/>
                  </a:cubicBezTo>
                  <a:cubicBezTo>
                    <a:pt x="1350962" y="395433"/>
                    <a:pt x="1389063" y="768496"/>
                    <a:pt x="1409700" y="781196"/>
                  </a:cubicBezTo>
                  <a:cubicBezTo>
                    <a:pt x="1430337" y="793896"/>
                    <a:pt x="1431925" y="458934"/>
                    <a:pt x="1447800" y="466871"/>
                  </a:cubicBezTo>
                  <a:cubicBezTo>
                    <a:pt x="1463675" y="474808"/>
                    <a:pt x="1482725" y="855808"/>
                    <a:pt x="1504950" y="828821"/>
                  </a:cubicBezTo>
                  <a:cubicBezTo>
                    <a:pt x="1527175" y="801834"/>
                    <a:pt x="1552575" y="314471"/>
                    <a:pt x="1581150" y="304946"/>
                  </a:cubicBezTo>
                  <a:cubicBezTo>
                    <a:pt x="1609725" y="295421"/>
                    <a:pt x="1652588" y="758971"/>
                    <a:pt x="1676400" y="771671"/>
                  </a:cubicBezTo>
                  <a:cubicBezTo>
                    <a:pt x="1700213" y="784371"/>
                    <a:pt x="1703388" y="387496"/>
                    <a:pt x="1724025" y="381146"/>
                  </a:cubicBezTo>
                  <a:cubicBezTo>
                    <a:pt x="1744662" y="374796"/>
                    <a:pt x="1782763" y="785958"/>
                    <a:pt x="1800225" y="733571"/>
                  </a:cubicBezTo>
                  <a:cubicBezTo>
                    <a:pt x="1817687" y="681184"/>
                    <a:pt x="1804988" y="47771"/>
                    <a:pt x="1828800" y="66821"/>
                  </a:cubicBezTo>
                  <a:cubicBezTo>
                    <a:pt x="1852612" y="85871"/>
                    <a:pt x="1911350" y="793896"/>
                    <a:pt x="1943100" y="847871"/>
                  </a:cubicBezTo>
                  <a:cubicBezTo>
                    <a:pt x="1974850" y="901846"/>
                    <a:pt x="1989137" y="393846"/>
                    <a:pt x="2019300" y="390671"/>
                  </a:cubicBezTo>
                  <a:cubicBezTo>
                    <a:pt x="2049463" y="387496"/>
                    <a:pt x="2098675" y="817709"/>
                    <a:pt x="2124075" y="828821"/>
                  </a:cubicBezTo>
                  <a:cubicBezTo>
                    <a:pt x="2149475" y="839933"/>
                    <a:pt x="2143125" y="450996"/>
                    <a:pt x="2171700" y="457346"/>
                  </a:cubicBezTo>
                  <a:cubicBezTo>
                    <a:pt x="2200275" y="463696"/>
                    <a:pt x="2271712" y="865333"/>
                    <a:pt x="2295525" y="866921"/>
                  </a:cubicBezTo>
                  <a:cubicBezTo>
                    <a:pt x="2319338" y="868509"/>
                    <a:pt x="2292350" y="482746"/>
                    <a:pt x="2314575" y="466871"/>
                  </a:cubicBezTo>
                  <a:cubicBezTo>
                    <a:pt x="2336800" y="450996"/>
                    <a:pt x="2409825" y="782783"/>
                    <a:pt x="2428875" y="771671"/>
                  </a:cubicBezTo>
                  <a:cubicBezTo>
                    <a:pt x="2447925" y="760559"/>
                    <a:pt x="2390775" y="373209"/>
                    <a:pt x="2428875" y="400196"/>
                  </a:cubicBezTo>
                  <a:cubicBezTo>
                    <a:pt x="2466975" y="427183"/>
                    <a:pt x="2611438" y="935183"/>
                    <a:pt x="2657475" y="933596"/>
                  </a:cubicBezTo>
                  <a:cubicBezTo>
                    <a:pt x="2703512" y="932009"/>
                    <a:pt x="2681288" y="414483"/>
                    <a:pt x="2705100" y="390671"/>
                  </a:cubicBezTo>
                  <a:cubicBezTo>
                    <a:pt x="2728912" y="366859"/>
                    <a:pt x="2774950" y="795483"/>
                    <a:pt x="2800350" y="790721"/>
                  </a:cubicBezTo>
                  <a:cubicBezTo>
                    <a:pt x="2825750" y="785959"/>
                    <a:pt x="2832100" y="373208"/>
                    <a:pt x="2857500" y="362096"/>
                  </a:cubicBezTo>
                  <a:cubicBezTo>
                    <a:pt x="2882900" y="350984"/>
                    <a:pt x="2927350" y="728808"/>
                    <a:pt x="2952750" y="724046"/>
                  </a:cubicBezTo>
                  <a:cubicBezTo>
                    <a:pt x="2978150" y="719284"/>
                    <a:pt x="2992438" y="319234"/>
                    <a:pt x="3009900" y="333521"/>
                  </a:cubicBezTo>
                  <a:cubicBezTo>
                    <a:pt x="3027362" y="347808"/>
                    <a:pt x="3046413" y="860571"/>
                    <a:pt x="3057525" y="809771"/>
                  </a:cubicBezTo>
                  <a:cubicBezTo>
                    <a:pt x="3068638" y="758971"/>
                    <a:pt x="3054350" y="-4616"/>
                    <a:pt x="3076575" y="28721"/>
                  </a:cubicBezTo>
                  <a:cubicBezTo>
                    <a:pt x="3098800" y="62058"/>
                    <a:pt x="3160712" y="951058"/>
                    <a:pt x="3190875" y="1009796"/>
                  </a:cubicBezTo>
                  <a:cubicBezTo>
                    <a:pt x="3221038" y="1068534"/>
                    <a:pt x="3232150" y="424008"/>
                    <a:pt x="3257550" y="381146"/>
                  </a:cubicBezTo>
                  <a:cubicBezTo>
                    <a:pt x="3282950" y="338284"/>
                    <a:pt x="3319463" y="760559"/>
                    <a:pt x="3343275" y="752621"/>
                  </a:cubicBezTo>
                  <a:cubicBezTo>
                    <a:pt x="3367088" y="744684"/>
                    <a:pt x="3363913" y="330346"/>
                    <a:pt x="3400425" y="333521"/>
                  </a:cubicBezTo>
                  <a:cubicBezTo>
                    <a:pt x="3436937" y="336696"/>
                    <a:pt x="3532188" y="782783"/>
                    <a:pt x="3562350" y="771671"/>
                  </a:cubicBezTo>
                  <a:cubicBezTo>
                    <a:pt x="3592512" y="760559"/>
                    <a:pt x="3549650" y="244621"/>
                    <a:pt x="3581400" y="266846"/>
                  </a:cubicBezTo>
                  <a:cubicBezTo>
                    <a:pt x="3613150" y="289071"/>
                    <a:pt x="3716338" y="928833"/>
                    <a:pt x="3752850" y="905021"/>
                  </a:cubicBezTo>
                  <a:cubicBezTo>
                    <a:pt x="3789362" y="881209"/>
                    <a:pt x="3773488" y="130321"/>
                    <a:pt x="3800475" y="123971"/>
                  </a:cubicBezTo>
                  <a:cubicBezTo>
                    <a:pt x="3827462" y="117621"/>
                    <a:pt x="3871118" y="492271"/>
                    <a:pt x="3914775" y="866921"/>
                  </a:cubicBezTo>
                </a:path>
              </a:pathLst>
            </a:custGeom>
            <a:noFill/>
            <a:ln w="19050"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9F2642B3-032C-CD03-C94A-7E452F0095F9}"/>
                    </a:ext>
                  </a:extLst>
                </p:cNvPr>
                <p:cNvSpPr txBox="1"/>
                <p:nvPr/>
              </p:nvSpPr>
              <p:spPr>
                <a:xfrm>
                  <a:off x="4686300" y="912235"/>
                  <a:ext cx="10477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𝐾𝑇</m:t>
                            </m:r>
                          </m:sub>
                        </m:sSub>
                      </m:oMath>
                    </m:oMathPara>
                  </a14:m>
                  <a:endParaRPr lang="es-CL" dirty="0">
                    <a:solidFill>
                      <a:srgbClr val="FF66FF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9F2642B3-032C-CD03-C94A-7E452F009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6300" y="912235"/>
                  <a:ext cx="104775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F9E61D78-795B-41F2-5F4D-11C3CCEC8B0D}"/>
                </a:ext>
              </a:extLst>
            </p:cNvPr>
            <p:cNvSpPr/>
            <p:nvPr/>
          </p:nvSpPr>
          <p:spPr>
            <a:xfrm>
              <a:off x="1047750" y="649978"/>
              <a:ext cx="4162425" cy="1048990"/>
            </a:xfrm>
            <a:custGeom>
              <a:avLst/>
              <a:gdLst>
                <a:gd name="connsiteX0" fmla="*/ 0 w 3495675"/>
                <a:gd name="connsiteY0" fmla="*/ 1022299 h 1063235"/>
                <a:gd name="connsiteX1" fmla="*/ 419100 w 3495675"/>
                <a:gd name="connsiteY1" fmla="*/ 879424 h 1063235"/>
                <a:gd name="connsiteX2" fmla="*/ 771525 w 3495675"/>
                <a:gd name="connsiteY2" fmla="*/ 126949 h 1063235"/>
                <a:gd name="connsiteX3" fmla="*/ 1495425 w 3495675"/>
                <a:gd name="connsiteY3" fmla="*/ 79324 h 1063235"/>
                <a:gd name="connsiteX4" fmla="*/ 1943100 w 3495675"/>
                <a:gd name="connsiteY4" fmla="*/ 927049 h 1063235"/>
                <a:gd name="connsiteX5" fmla="*/ 3495675 w 3495675"/>
                <a:gd name="connsiteY5" fmla="*/ 1050874 h 1063235"/>
                <a:gd name="connsiteX0" fmla="*/ 0 w 4162425"/>
                <a:gd name="connsiteY0" fmla="*/ 1022299 h 1063235"/>
                <a:gd name="connsiteX1" fmla="*/ 419100 w 4162425"/>
                <a:gd name="connsiteY1" fmla="*/ 879424 h 1063235"/>
                <a:gd name="connsiteX2" fmla="*/ 771525 w 4162425"/>
                <a:gd name="connsiteY2" fmla="*/ 126949 h 1063235"/>
                <a:gd name="connsiteX3" fmla="*/ 1495425 w 4162425"/>
                <a:gd name="connsiteY3" fmla="*/ 79324 h 1063235"/>
                <a:gd name="connsiteX4" fmla="*/ 1943100 w 4162425"/>
                <a:gd name="connsiteY4" fmla="*/ 927049 h 1063235"/>
                <a:gd name="connsiteX5" fmla="*/ 4162425 w 4162425"/>
                <a:gd name="connsiteY5" fmla="*/ 1050874 h 1063235"/>
                <a:gd name="connsiteX0" fmla="*/ 0 w 4162425"/>
                <a:gd name="connsiteY0" fmla="*/ 1016898 h 1048990"/>
                <a:gd name="connsiteX1" fmla="*/ 419100 w 4162425"/>
                <a:gd name="connsiteY1" fmla="*/ 874023 h 1048990"/>
                <a:gd name="connsiteX2" fmla="*/ 771525 w 4162425"/>
                <a:gd name="connsiteY2" fmla="*/ 121548 h 1048990"/>
                <a:gd name="connsiteX3" fmla="*/ 1495425 w 4162425"/>
                <a:gd name="connsiteY3" fmla="*/ 73923 h 1048990"/>
                <a:gd name="connsiteX4" fmla="*/ 1981200 w 4162425"/>
                <a:gd name="connsiteY4" fmla="*/ 845448 h 1048990"/>
                <a:gd name="connsiteX5" fmla="*/ 4162425 w 4162425"/>
                <a:gd name="connsiteY5" fmla="*/ 1045473 h 1048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2425" h="1048990">
                  <a:moveTo>
                    <a:pt x="0" y="1016898"/>
                  </a:moveTo>
                  <a:cubicBezTo>
                    <a:pt x="145256" y="1020073"/>
                    <a:pt x="290513" y="1023248"/>
                    <a:pt x="419100" y="874023"/>
                  </a:cubicBezTo>
                  <a:cubicBezTo>
                    <a:pt x="547687" y="724798"/>
                    <a:pt x="592138" y="254898"/>
                    <a:pt x="771525" y="121548"/>
                  </a:cubicBezTo>
                  <a:cubicBezTo>
                    <a:pt x="950912" y="-11802"/>
                    <a:pt x="1293813" y="-46727"/>
                    <a:pt x="1495425" y="73923"/>
                  </a:cubicBezTo>
                  <a:cubicBezTo>
                    <a:pt x="1697037" y="194573"/>
                    <a:pt x="1647825" y="683523"/>
                    <a:pt x="1981200" y="845448"/>
                  </a:cubicBezTo>
                  <a:cubicBezTo>
                    <a:pt x="2314575" y="1007373"/>
                    <a:pt x="3552825" y="1064523"/>
                    <a:pt x="4162425" y="1045473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03F8C7D4-DE6C-73ED-E55A-F23C1CB22D83}"/>
                    </a:ext>
                  </a:extLst>
                </p:cNvPr>
                <p:cNvSpPr txBox="1"/>
                <p:nvPr/>
              </p:nvSpPr>
              <p:spPr>
                <a:xfrm>
                  <a:off x="2319989" y="450570"/>
                  <a:ext cx="222111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L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L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CL" i="1" dirty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L" i="1" dirty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s-CL" i="1" dirty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oMath>
                    </m:oMathPara>
                  </a14:m>
                  <a:endParaRPr lang="en-US" b="0" i="1" dirty="0">
                    <a:solidFill>
                      <a:schemeClr val="accent6"/>
                    </a:solidFill>
                  </a:endParaRPr>
                </a:p>
                <a:p>
                  <a:endParaRPr lang="es-CL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03F8C7D4-DE6C-73ED-E55A-F23C1CB22D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9989" y="450570"/>
                  <a:ext cx="2221111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51EFDF22-971F-C786-49B9-071BC85BD3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1976" y="3065123"/>
              <a:ext cx="1413" cy="1542607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0012227E-DF09-134C-F61A-941BEB69A49F}"/>
                </a:ext>
              </a:extLst>
            </p:cNvPr>
            <p:cNvCxnSpPr>
              <a:cxnSpLocks/>
            </p:cNvCxnSpPr>
            <p:nvPr/>
          </p:nvCxnSpPr>
          <p:spPr>
            <a:xfrm>
              <a:off x="1091976" y="3934164"/>
              <a:ext cx="423912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B9C8949B-0315-D16A-C419-64381179E9B0}"/>
                </a:ext>
              </a:extLst>
            </p:cNvPr>
            <p:cNvSpPr txBox="1"/>
            <p:nvPr/>
          </p:nvSpPr>
          <p:spPr>
            <a:xfrm>
              <a:off x="417314" y="2705635"/>
              <a:ext cx="1352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s-CL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9ECE97AC-0879-297D-5F86-1CBB07CBF079}"/>
                    </a:ext>
                  </a:extLst>
                </p:cNvPr>
                <p:cNvSpPr txBox="1"/>
                <p:nvPr/>
              </p:nvSpPr>
              <p:spPr>
                <a:xfrm>
                  <a:off x="5268399" y="3749873"/>
                  <a:ext cx="392189" cy="368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9ECE97AC-0879-297D-5F86-1CBB07CBF0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8399" y="3749873"/>
                  <a:ext cx="392189" cy="36858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9DE07BA6-9691-C4DA-EEE3-F3C76521BF04}"/>
                    </a:ext>
                  </a:extLst>
                </p:cNvPr>
                <p:cNvSpPr txBox="1"/>
                <p:nvPr/>
              </p:nvSpPr>
              <p:spPr>
                <a:xfrm>
                  <a:off x="283984" y="3743233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9DE07BA6-9691-C4DA-EEE3-F3C76521BF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984" y="3743233"/>
                  <a:ext cx="135215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C6B2A37E-DB74-C4AA-35C1-3ED1BBD64FE6}"/>
                    </a:ext>
                  </a:extLst>
                </p:cNvPr>
                <p:cNvSpPr txBox="1"/>
                <p:nvPr/>
              </p:nvSpPr>
              <p:spPr>
                <a:xfrm>
                  <a:off x="4332442" y="3006159"/>
                  <a:ext cx="2964602" cy="3919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2"/>
                      </a:solidFill>
                    </a:rPr>
                    <a:t>p.e. no-</a:t>
                  </a:r>
                  <a:r>
                    <a:rPr lang="en-US" dirty="0" err="1">
                      <a:solidFill>
                        <a:schemeClr val="accent2"/>
                      </a:solidFill>
                    </a:rPr>
                    <a:t>estacionario</a:t>
                  </a:r>
                  <a:r>
                    <a:rPr lang="en-US" dirty="0">
                      <a:solidFill>
                        <a:schemeClr val="accent2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a14:m>
                  <a:endParaRPr lang="es-CL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C6B2A37E-DB74-C4AA-35C1-3ED1BBD64F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2442" y="3006159"/>
                  <a:ext cx="2964602" cy="391902"/>
                </a:xfrm>
                <a:prstGeom prst="rect">
                  <a:avLst/>
                </a:prstGeom>
                <a:blipFill>
                  <a:blip r:embed="rId8"/>
                  <a:stretch>
                    <a:fillRect l="-1852" t="-6250" b="-2031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B5B3887B-C3FD-D4E5-B8E2-00E66BE8B704}"/>
                </a:ext>
              </a:extLst>
            </p:cNvPr>
            <p:cNvSpPr/>
            <p:nvPr/>
          </p:nvSpPr>
          <p:spPr>
            <a:xfrm>
              <a:off x="1047750" y="2901728"/>
              <a:ext cx="4162425" cy="1048990"/>
            </a:xfrm>
            <a:custGeom>
              <a:avLst/>
              <a:gdLst>
                <a:gd name="connsiteX0" fmla="*/ 0 w 3495675"/>
                <a:gd name="connsiteY0" fmla="*/ 1022299 h 1063235"/>
                <a:gd name="connsiteX1" fmla="*/ 419100 w 3495675"/>
                <a:gd name="connsiteY1" fmla="*/ 879424 h 1063235"/>
                <a:gd name="connsiteX2" fmla="*/ 771525 w 3495675"/>
                <a:gd name="connsiteY2" fmla="*/ 126949 h 1063235"/>
                <a:gd name="connsiteX3" fmla="*/ 1495425 w 3495675"/>
                <a:gd name="connsiteY3" fmla="*/ 79324 h 1063235"/>
                <a:gd name="connsiteX4" fmla="*/ 1943100 w 3495675"/>
                <a:gd name="connsiteY4" fmla="*/ 927049 h 1063235"/>
                <a:gd name="connsiteX5" fmla="*/ 3495675 w 3495675"/>
                <a:gd name="connsiteY5" fmla="*/ 1050874 h 1063235"/>
                <a:gd name="connsiteX0" fmla="*/ 0 w 4162425"/>
                <a:gd name="connsiteY0" fmla="*/ 1022299 h 1063235"/>
                <a:gd name="connsiteX1" fmla="*/ 419100 w 4162425"/>
                <a:gd name="connsiteY1" fmla="*/ 879424 h 1063235"/>
                <a:gd name="connsiteX2" fmla="*/ 771525 w 4162425"/>
                <a:gd name="connsiteY2" fmla="*/ 126949 h 1063235"/>
                <a:gd name="connsiteX3" fmla="*/ 1495425 w 4162425"/>
                <a:gd name="connsiteY3" fmla="*/ 79324 h 1063235"/>
                <a:gd name="connsiteX4" fmla="*/ 1943100 w 4162425"/>
                <a:gd name="connsiteY4" fmla="*/ 927049 h 1063235"/>
                <a:gd name="connsiteX5" fmla="*/ 4162425 w 4162425"/>
                <a:gd name="connsiteY5" fmla="*/ 1050874 h 1063235"/>
                <a:gd name="connsiteX0" fmla="*/ 0 w 4162425"/>
                <a:gd name="connsiteY0" fmla="*/ 1016898 h 1048990"/>
                <a:gd name="connsiteX1" fmla="*/ 419100 w 4162425"/>
                <a:gd name="connsiteY1" fmla="*/ 874023 h 1048990"/>
                <a:gd name="connsiteX2" fmla="*/ 771525 w 4162425"/>
                <a:gd name="connsiteY2" fmla="*/ 121548 h 1048990"/>
                <a:gd name="connsiteX3" fmla="*/ 1495425 w 4162425"/>
                <a:gd name="connsiteY3" fmla="*/ 73923 h 1048990"/>
                <a:gd name="connsiteX4" fmla="*/ 1981200 w 4162425"/>
                <a:gd name="connsiteY4" fmla="*/ 845448 h 1048990"/>
                <a:gd name="connsiteX5" fmla="*/ 4162425 w 4162425"/>
                <a:gd name="connsiteY5" fmla="*/ 1045473 h 1048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2425" h="1048990">
                  <a:moveTo>
                    <a:pt x="0" y="1016898"/>
                  </a:moveTo>
                  <a:cubicBezTo>
                    <a:pt x="145256" y="1020073"/>
                    <a:pt x="290513" y="1023248"/>
                    <a:pt x="419100" y="874023"/>
                  </a:cubicBezTo>
                  <a:cubicBezTo>
                    <a:pt x="547687" y="724798"/>
                    <a:pt x="592138" y="254898"/>
                    <a:pt x="771525" y="121548"/>
                  </a:cubicBezTo>
                  <a:cubicBezTo>
                    <a:pt x="950912" y="-11802"/>
                    <a:pt x="1293813" y="-46727"/>
                    <a:pt x="1495425" y="73923"/>
                  </a:cubicBezTo>
                  <a:cubicBezTo>
                    <a:pt x="1697037" y="194573"/>
                    <a:pt x="1647825" y="683523"/>
                    <a:pt x="1981200" y="845448"/>
                  </a:cubicBezTo>
                  <a:cubicBezTo>
                    <a:pt x="2314575" y="1007373"/>
                    <a:pt x="3552825" y="1064523"/>
                    <a:pt x="4162425" y="1045473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2B9FD9C1-3A35-527A-C34F-82E4374B8DD0}"/>
                </a:ext>
              </a:extLst>
            </p:cNvPr>
            <p:cNvSpPr/>
            <p:nvPr/>
          </p:nvSpPr>
          <p:spPr>
            <a:xfrm flipV="1">
              <a:off x="1047750" y="3922068"/>
              <a:ext cx="4162425" cy="891041"/>
            </a:xfrm>
            <a:custGeom>
              <a:avLst/>
              <a:gdLst>
                <a:gd name="connsiteX0" fmla="*/ 0 w 3495675"/>
                <a:gd name="connsiteY0" fmla="*/ 1022299 h 1063235"/>
                <a:gd name="connsiteX1" fmla="*/ 419100 w 3495675"/>
                <a:gd name="connsiteY1" fmla="*/ 879424 h 1063235"/>
                <a:gd name="connsiteX2" fmla="*/ 771525 w 3495675"/>
                <a:gd name="connsiteY2" fmla="*/ 126949 h 1063235"/>
                <a:gd name="connsiteX3" fmla="*/ 1495425 w 3495675"/>
                <a:gd name="connsiteY3" fmla="*/ 79324 h 1063235"/>
                <a:gd name="connsiteX4" fmla="*/ 1943100 w 3495675"/>
                <a:gd name="connsiteY4" fmla="*/ 927049 h 1063235"/>
                <a:gd name="connsiteX5" fmla="*/ 3495675 w 3495675"/>
                <a:gd name="connsiteY5" fmla="*/ 1050874 h 1063235"/>
                <a:gd name="connsiteX0" fmla="*/ 0 w 4162425"/>
                <a:gd name="connsiteY0" fmla="*/ 1022299 h 1063235"/>
                <a:gd name="connsiteX1" fmla="*/ 419100 w 4162425"/>
                <a:gd name="connsiteY1" fmla="*/ 879424 h 1063235"/>
                <a:gd name="connsiteX2" fmla="*/ 771525 w 4162425"/>
                <a:gd name="connsiteY2" fmla="*/ 126949 h 1063235"/>
                <a:gd name="connsiteX3" fmla="*/ 1495425 w 4162425"/>
                <a:gd name="connsiteY3" fmla="*/ 79324 h 1063235"/>
                <a:gd name="connsiteX4" fmla="*/ 1943100 w 4162425"/>
                <a:gd name="connsiteY4" fmla="*/ 927049 h 1063235"/>
                <a:gd name="connsiteX5" fmla="*/ 4162425 w 4162425"/>
                <a:gd name="connsiteY5" fmla="*/ 1050874 h 1063235"/>
                <a:gd name="connsiteX0" fmla="*/ 0 w 4162425"/>
                <a:gd name="connsiteY0" fmla="*/ 1016898 h 1048990"/>
                <a:gd name="connsiteX1" fmla="*/ 419100 w 4162425"/>
                <a:gd name="connsiteY1" fmla="*/ 874023 h 1048990"/>
                <a:gd name="connsiteX2" fmla="*/ 771525 w 4162425"/>
                <a:gd name="connsiteY2" fmla="*/ 121548 h 1048990"/>
                <a:gd name="connsiteX3" fmla="*/ 1495425 w 4162425"/>
                <a:gd name="connsiteY3" fmla="*/ 73923 h 1048990"/>
                <a:gd name="connsiteX4" fmla="*/ 1981200 w 4162425"/>
                <a:gd name="connsiteY4" fmla="*/ 845448 h 1048990"/>
                <a:gd name="connsiteX5" fmla="*/ 4162425 w 4162425"/>
                <a:gd name="connsiteY5" fmla="*/ 1045473 h 1048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2425" h="1048990">
                  <a:moveTo>
                    <a:pt x="0" y="1016898"/>
                  </a:moveTo>
                  <a:cubicBezTo>
                    <a:pt x="145256" y="1020073"/>
                    <a:pt x="290513" y="1023248"/>
                    <a:pt x="419100" y="874023"/>
                  </a:cubicBezTo>
                  <a:cubicBezTo>
                    <a:pt x="547687" y="724798"/>
                    <a:pt x="592138" y="254898"/>
                    <a:pt x="771525" y="121548"/>
                  </a:cubicBezTo>
                  <a:cubicBezTo>
                    <a:pt x="950912" y="-11802"/>
                    <a:pt x="1293813" y="-46727"/>
                    <a:pt x="1495425" y="73923"/>
                  </a:cubicBezTo>
                  <a:cubicBezTo>
                    <a:pt x="1697037" y="194573"/>
                    <a:pt x="1647825" y="683523"/>
                    <a:pt x="1981200" y="845448"/>
                  </a:cubicBezTo>
                  <a:cubicBezTo>
                    <a:pt x="2314575" y="1007373"/>
                    <a:pt x="3552825" y="1064523"/>
                    <a:pt x="4162425" y="1045473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40D3542A-2781-05C8-1307-16232F7FEE61}"/>
                </a:ext>
              </a:extLst>
            </p:cNvPr>
            <p:cNvSpPr/>
            <p:nvPr/>
          </p:nvSpPr>
          <p:spPr>
            <a:xfrm>
              <a:off x="1114425" y="3093623"/>
              <a:ext cx="2847975" cy="1664470"/>
            </a:xfrm>
            <a:custGeom>
              <a:avLst/>
              <a:gdLst>
                <a:gd name="connsiteX0" fmla="*/ 0 w 2847975"/>
                <a:gd name="connsiteY0" fmla="*/ 840202 h 1664470"/>
                <a:gd name="connsiteX1" fmla="*/ 123825 w 2847975"/>
                <a:gd name="connsiteY1" fmla="*/ 887827 h 1664470"/>
                <a:gd name="connsiteX2" fmla="*/ 171450 w 2847975"/>
                <a:gd name="connsiteY2" fmla="*/ 849727 h 1664470"/>
                <a:gd name="connsiteX3" fmla="*/ 209550 w 2847975"/>
                <a:gd name="connsiteY3" fmla="*/ 935452 h 1664470"/>
                <a:gd name="connsiteX4" fmla="*/ 304800 w 2847975"/>
                <a:gd name="connsiteY4" fmla="*/ 735427 h 1664470"/>
                <a:gd name="connsiteX5" fmla="*/ 352425 w 2847975"/>
                <a:gd name="connsiteY5" fmla="*/ 973552 h 1664470"/>
                <a:gd name="connsiteX6" fmla="*/ 447675 w 2847975"/>
                <a:gd name="connsiteY6" fmla="*/ 525877 h 1664470"/>
                <a:gd name="connsiteX7" fmla="*/ 542925 w 2847975"/>
                <a:gd name="connsiteY7" fmla="*/ 1364077 h 1664470"/>
                <a:gd name="connsiteX8" fmla="*/ 609600 w 2847975"/>
                <a:gd name="connsiteY8" fmla="*/ 144877 h 1664470"/>
                <a:gd name="connsiteX9" fmla="*/ 781050 w 2847975"/>
                <a:gd name="connsiteY9" fmla="*/ 1659352 h 1664470"/>
                <a:gd name="connsiteX10" fmla="*/ 895350 w 2847975"/>
                <a:gd name="connsiteY10" fmla="*/ 649702 h 1664470"/>
                <a:gd name="connsiteX11" fmla="*/ 1000125 w 2847975"/>
                <a:gd name="connsiteY11" fmla="*/ 973552 h 1664470"/>
                <a:gd name="connsiteX12" fmla="*/ 1095375 w 2847975"/>
                <a:gd name="connsiteY12" fmla="*/ 773527 h 1664470"/>
                <a:gd name="connsiteX13" fmla="*/ 1171575 w 2847975"/>
                <a:gd name="connsiteY13" fmla="*/ 954502 h 1664470"/>
                <a:gd name="connsiteX14" fmla="*/ 1200150 w 2847975"/>
                <a:gd name="connsiteY14" fmla="*/ 478252 h 1664470"/>
                <a:gd name="connsiteX15" fmla="*/ 1419225 w 2847975"/>
                <a:gd name="connsiteY15" fmla="*/ 1021177 h 1664470"/>
                <a:gd name="connsiteX16" fmla="*/ 1514475 w 2847975"/>
                <a:gd name="connsiteY16" fmla="*/ 2002 h 1664470"/>
                <a:gd name="connsiteX17" fmla="*/ 1628775 w 2847975"/>
                <a:gd name="connsiteY17" fmla="*/ 1335502 h 1664470"/>
                <a:gd name="connsiteX18" fmla="*/ 1743075 w 2847975"/>
                <a:gd name="connsiteY18" fmla="*/ 544927 h 1664470"/>
                <a:gd name="connsiteX19" fmla="*/ 1838325 w 2847975"/>
                <a:gd name="connsiteY19" fmla="*/ 992602 h 1664470"/>
                <a:gd name="connsiteX20" fmla="*/ 1924050 w 2847975"/>
                <a:gd name="connsiteY20" fmla="*/ 678277 h 1664470"/>
                <a:gd name="connsiteX21" fmla="*/ 2019300 w 2847975"/>
                <a:gd name="connsiteY21" fmla="*/ 973552 h 1664470"/>
                <a:gd name="connsiteX22" fmla="*/ 2076450 w 2847975"/>
                <a:gd name="connsiteY22" fmla="*/ 697327 h 1664470"/>
                <a:gd name="connsiteX23" fmla="*/ 2114550 w 2847975"/>
                <a:gd name="connsiteY23" fmla="*/ 935452 h 1664470"/>
                <a:gd name="connsiteX24" fmla="*/ 2171700 w 2847975"/>
                <a:gd name="connsiteY24" fmla="*/ 754477 h 1664470"/>
                <a:gd name="connsiteX25" fmla="*/ 2219325 w 2847975"/>
                <a:gd name="connsiteY25" fmla="*/ 925927 h 1664470"/>
                <a:gd name="connsiteX26" fmla="*/ 2295525 w 2847975"/>
                <a:gd name="connsiteY26" fmla="*/ 744952 h 1664470"/>
                <a:gd name="connsiteX27" fmla="*/ 2333625 w 2847975"/>
                <a:gd name="connsiteY27" fmla="*/ 878302 h 1664470"/>
                <a:gd name="connsiteX28" fmla="*/ 2381250 w 2847975"/>
                <a:gd name="connsiteY28" fmla="*/ 773527 h 1664470"/>
                <a:gd name="connsiteX29" fmla="*/ 2457450 w 2847975"/>
                <a:gd name="connsiteY29" fmla="*/ 916402 h 1664470"/>
                <a:gd name="connsiteX30" fmla="*/ 2486025 w 2847975"/>
                <a:gd name="connsiteY30" fmla="*/ 821152 h 1664470"/>
                <a:gd name="connsiteX31" fmla="*/ 2543175 w 2847975"/>
                <a:gd name="connsiteY31" fmla="*/ 906877 h 1664470"/>
                <a:gd name="connsiteX32" fmla="*/ 2609850 w 2847975"/>
                <a:gd name="connsiteY32" fmla="*/ 830677 h 1664470"/>
                <a:gd name="connsiteX33" fmla="*/ 2647950 w 2847975"/>
                <a:gd name="connsiteY33" fmla="*/ 840202 h 1664470"/>
                <a:gd name="connsiteX34" fmla="*/ 2752725 w 2847975"/>
                <a:gd name="connsiteY34" fmla="*/ 821152 h 1664470"/>
                <a:gd name="connsiteX35" fmla="*/ 2781300 w 2847975"/>
                <a:gd name="connsiteY35" fmla="*/ 887827 h 1664470"/>
                <a:gd name="connsiteX36" fmla="*/ 2847975 w 2847975"/>
                <a:gd name="connsiteY36" fmla="*/ 840202 h 166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47975" h="1664470">
                  <a:moveTo>
                    <a:pt x="0" y="840202"/>
                  </a:moveTo>
                  <a:cubicBezTo>
                    <a:pt x="47625" y="863221"/>
                    <a:pt x="95250" y="886240"/>
                    <a:pt x="123825" y="887827"/>
                  </a:cubicBezTo>
                  <a:cubicBezTo>
                    <a:pt x="152400" y="889415"/>
                    <a:pt x="157163" y="841790"/>
                    <a:pt x="171450" y="849727"/>
                  </a:cubicBezTo>
                  <a:cubicBezTo>
                    <a:pt x="185737" y="857664"/>
                    <a:pt x="187325" y="954502"/>
                    <a:pt x="209550" y="935452"/>
                  </a:cubicBezTo>
                  <a:cubicBezTo>
                    <a:pt x="231775" y="916402"/>
                    <a:pt x="280988" y="729077"/>
                    <a:pt x="304800" y="735427"/>
                  </a:cubicBezTo>
                  <a:cubicBezTo>
                    <a:pt x="328612" y="741777"/>
                    <a:pt x="328613" y="1008477"/>
                    <a:pt x="352425" y="973552"/>
                  </a:cubicBezTo>
                  <a:cubicBezTo>
                    <a:pt x="376237" y="938627"/>
                    <a:pt x="415925" y="460790"/>
                    <a:pt x="447675" y="525877"/>
                  </a:cubicBezTo>
                  <a:cubicBezTo>
                    <a:pt x="479425" y="590964"/>
                    <a:pt x="515938" y="1427577"/>
                    <a:pt x="542925" y="1364077"/>
                  </a:cubicBezTo>
                  <a:cubicBezTo>
                    <a:pt x="569912" y="1300577"/>
                    <a:pt x="569913" y="95664"/>
                    <a:pt x="609600" y="144877"/>
                  </a:cubicBezTo>
                  <a:cubicBezTo>
                    <a:pt x="649288" y="194089"/>
                    <a:pt x="733425" y="1575214"/>
                    <a:pt x="781050" y="1659352"/>
                  </a:cubicBezTo>
                  <a:cubicBezTo>
                    <a:pt x="828675" y="1743490"/>
                    <a:pt x="858838" y="764002"/>
                    <a:pt x="895350" y="649702"/>
                  </a:cubicBezTo>
                  <a:cubicBezTo>
                    <a:pt x="931862" y="535402"/>
                    <a:pt x="966788" y="952915"/>
                    <a:pt x="1000125" y="973552"/>
                  </a:cubicBezTo>
                  <a:cubicBezTo>
                    <a:pt x="1033463" y="994190"/>
                    <a:pt x="1066800" y="776702"/>
                    <a:pt x="1095375" y="773527"/>
                  </a:cubicBezTo>
                  <a:cubicBezTo>
                    <a:pt x="1123950" y="770352"/>
                    <a:pt x="1154113" y="1003714"/>
                    <a:pt x="1171575" y="954502"/>
                  </a:cubicBezTo>
                  <a:cubicBezTo>
                    <a:pt x="1189037" y="905290"/>
                    <a:pt x="1158875" y="467140"/>
                    <a:pt x="1200150" y="478252"/>
                  </a:cubicBezTo>
                  <a:cubicBezTo>
                    <a:pt x="1241425" y="489364"/>
                    <a:pt x="1366838" y="1100552"/>
                    <a:pt x="1419225" y="1021177"/>
                  </a:cubicBezTo>
                  <a:cubicBezTo>
                    <a:pt x="1471612" y="941802"/>
                    <a:pt x="1479550" y="-50386"/>
                    <a:pt x="1514475" y="2002"/>
                  </a:cubicBezTo>
                  <a:cubicBezTo>
                    <a:pt x="1549400" y="54389"/>
                    <a:pt x="1590675" y="1245015"/>
                    <a:pt x="1628775" y="1335502"/>
                  </a:cubicBezTo>
                  <a:cubicBezTo>
                    <a:pt x="1666875" y="1425989"/>
                    <a:pt x="1708150" y="602077"/>
                    <a:pt x="1743075" y="544927"/>
                  </a:cubicBezTo>
                  <a:cubicBezTo>
                    <a:pt x="1778000" y="487777"/>
                    <a:pt x="1808163" y="970377"/>
                    <a:pt x="1838325" y="992602"/>
                  </a:cubicBezTo>
                  <a:cubicBezTo>
                    <a:pt x="1868487" y="1014827"/>
                    <a:pt x="1893887" y="681452"/>
                    <a:pt x="1924050" y="678277"/>
                  </a:cubicBezTo>
                  <a:cubicBezTo>
                    <a:pt x="1954213" y="675102"/>
                    <a:pt x="1993900" y="970377"/>
                    <a:pt x="2019300" y="973552"/>
                  </a:cubicBezTo>
                  <a:cubicBezTo>
                    <a:pt x="2044700" y="976727"/>
                    <a:pt x="2060575" y="703677"/>
                    <a:pt x="2076450" y="697327"/>
                  </a:cubicBezTo>
                  <a:cubicBezTo>
                    <a:pt x="2092325" y="690977"/>
                    <a:pt x="2098675" y="925927"/>
                    <a:pt x="2114550" y="935452"/>
                  </a:cubicBezTo>
                  <a:cubicBezTo>
                    <a:pt x="2130425" y="944977"/>
                    <a:pt x="2154238" y="756064"/>
                    <a:pt x="2171700" y="754477"/>
                  </a:cubicBezTo>
                  <a:cubicBezTo>
                    <a:pt x="2189162" y="752890"/>
                    <a:pt x="2198688" y="927514"/>
                    <a:pt x="2219325" y="925927"/>
                  </a:cubicBezTo>
                  <a:cubicBezTo>
                    <a:pt x="2239962" y="924340"/>
                    <a:pt x="2276475" y="752889"/>
                    <a:pt x="2295525" y="744952"/>
                  </a:cubicBezTo>
                  <a:cubicBezTo>
                    <a:pt x="2314575" y="737015"/>
                    <a:pt x="2319337" y="873539"/>
                    <a:pt x="2333625" y="878302"/>
                  </a:cubicBezTo>
                  <a:cubicBezTo>
                    <a:pt x="2347913" y="883065"/>
                    <a:pt x="2360613" y="767177"/>
                    <a:pt x="2381250" y="773527"/>
                  </a:cubicBezTo>
                  <a:cubicBezTo>
                    <a:pt x="2401887" y="779877"/>
                    <a:pt x="2439988" y="908465"/>
                    <a:pt x="2457450" y="916402"/>
                  </a:cubicBezTo>
                  <a:cubicBezTo>
                    <a:pt x="2474912" y="924339"/>
                    <a:pt x="2471738" y="822739"/>
                    <a:pt x="2486025" y="821152"/>
                  </a:cubicBezTo>
                  <a:cubicBezTo>
                    <a:pt x="2500312" y="819565"/>
                    <a:pt x="2522538" y="905290"/>
                    <a:pt x="2543175" y="906877"/>
                  </a:cubicBezTo>
                  <a:cubicBezTo>
                    <a:pt x="2563812" y="908464"/>
                    <a:pt x="2609850" y="830677"/>
                    <a:pt x="2609850" y="830677"/>
                  </a:cubicBezTo>
                  <a:cubicBezTo>
                    <a:pt x="2627312" y="819565"/>
                    <a:pt x="2624137" y="841790"/>
                    <a:pt x="2647950" y="840202"/>
                  </a:cubicBezTo>
                  <a:cubicBezTo>
                    <a:pt x="2671763" y="838614"/>
                    <a:pt x="2730500" y="813214"/>
                    <a:pt x="2752725" y="821152"/>
                  </a:cubicBezTo>
                  <a:cubicBezTo>
                    <a:pt x="2774950" y="829089"/>
                    <a:pt x="2765425" y="884652"/>
                    <a:pt x="2781300" y="887827"/>
                  </a:cubicBezTo>
                  <a:cubicBezTo>
                    <a:pt x="2797175" y="891002"/>
                    <a:pt x="2822575" y="865602"/>
                    <a:pt x="2847975" y="840202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49640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upo 88">
            <a:extLst>
              <a:ext uri="{FF2B5EF4-FFF2-40B4-BE49-F238E27FC236}">
                <a16:creationId xmlns:a16="http://schemas.microsoft.com/office/drawing/2014/main" id="{87D24310-5376-BAD7-0CD3-3EB2B1F9831F}"/>
              </a:ext>
            </a:extLst>
          </p:cNvPr>
          <p:cNvGrpSpPr/>
          <p:nvPr/>
        </p:nvGrpSpPr>
        <p:grpSpPr>
          <a:xfrm>
            <a:off x="477790" y="551523"/>
            <a:ext cx="5289386" cy="1172007"/>
            <a:chOff x="620665" y="1608798"/>
            <a:chExt cx="5289386" cy="1172007"/>
          </a:xfrm>
        </p:grpSpPr>
        <p:grpSp>
          <p:nvGrpSpPr>
            <p:cNvPr id="90" name="Grupo 89">
              <a:extLst>
                <a:ext uri="{FF2B5EF4-FFF2-40B4-BE49-F238E27FC236}">
                  <a16:creationId xmlns:a16="http://schemas.microsoft.com/office/drawing/2014/main" id="{893ED72C-E6C0-B77F-4A8B-983E747BB77A}"/>
                </a:ext>
              </a:extLst>
            </p:cNvPr>
            <p:cNvGrpSpPr/>
            <p:nvPr/>
          </p:nvGrpSpPr>
          <p:grpSpPr>
            <a:xfrm>
              <a:off x="620665" y="2095095"/>
              <a:ext cx="5289386" cy="685710"/>
              <a:chOff x="1150661" y="1132876"/>
              <a:chExt cx="5289386" cy="68571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CuadroTexto 98">
                    <a:extLst>
                      <a:ext uri="{FF2B5EF4-FFF2-40B4-BE49-F238E27FC236}">
                        <a16:creationId xmlns:a16="http://schemas.microsoft.com/office/drawing/2014/main" id="{0BD844C5-A0B6-C567-04BF-99D0B6F23780}"/>
                      </a:ext>
                    </a:extLst>
                  </p:cNvPr>
                  <p:cNvSpPr txBox="1"/>
                  <p:nvPr/>
                </p:nvSpPr>
                <p:spPr>
                  <a:xfrm>
                    <a:off x="4791639" y="1192601"/>
                    <a:ext cx="1648408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sz="1400" dirty="0"/>
                  </a:p>
                </p:txBody>
              </p:sp>
            </mc:Choice>
            <mc:Fallback xmlns="">
              <p:sp>
                <p:nvSpPr>
                  <p:cNvPr id="21" name="CuadroTexto 20">
                    <a:extLst>
                      <a:ext uri="{FF2B5EF4-FFF2-40B4-BE49-F238E27FC236}">
                        <a16:creationId xmlns:a16="http://schemas.microsoft.com/office/drawing/2014/main" id="{01E34CE7-4505-4DD4-BB1F-152463B806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91639" y="1192601"/>
                    <a:ext cx="1648408" cy="30777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7843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0" name="Rectángulo: esquinas redondeadas 99">
                <a:extLst>
                  <a:ext uri="{FF2B5EF4-FFF2-40B4-BE49-F238E27FC236}">
                    <a16:creationId xmlns:a16="http://schemas.microsoft.com/office/drawing/2014/main" id="{F00D49B3-D3FA-00BF-C31F-86F93FB5272F}"/>
                  </a:ext>
                </a:extLst>
              </p:cNvPr>
              <p:cNvSpPr/>
              <p:nvPr/>
            </p:nvSpPr>
            <p:spPr>
              <a:xfrm>
                <a:off x="2054407" y="1132876"/>
                <a:ext cx="1005004" cy="685710"/>
              </a:xfrm>
              <a:prstGeom prst="round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Planta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Rectángulo 100">
                    <a:extLst>
                      <a:ext uri="{FF2B5EF4-FFF2-40B4-BE49-F238E27FC236}">
                        <a16:creationId xmlns:a16="http://schemas.microsoft.com/office/drawing/2014/main" id="{896A14EC-9930-4DDC-9DDD-CBBBCF8C304A}"/>
                      </a:ext>
                    </a:extLst>
                  </p:cNvPr>
                  <p:cNvSpPr/>
                  <p:nvPr/>
                </p:nvSpPr>
                <p:spPr>
                  <a:xfrm>
                    <a:off x="3748413" y="1232689"/>
                    <a:ext cx="514895" cy="478945"/>
                  </a:xfrm>
                  <a:prstGeom prst="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Rectángulo 22">
                    <a:extLst>
                      <a:ext uri="{FF2B5EF4-FFF2-40B4-BE49-F238E27FC236}">
                        <a16:creationId xmlns:a16="http://schemas.microsoft.com/office/drawing/2014/main" id="{C50B7E80-2847-40D3-B766-7E9AEE48647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48413" y="1232689"/>
                    <a:ext cx="514895" cy="47894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2" name="Conector recto de flecha 101">
                <a:extLst>
                  <a:ext uri="{FF2B5EF4-FFF2-40B4-BE49-F238E27FC236}">
                    <a16:creationId xmlns:a16="http://schemas.microsoft.com/office/drawing/2014/main" id="{B226F958-B940-77A8-C7D0-45E0FDAB29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8307" y="1472520"/>
                <a:ext cx="6876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Conector recto de flecha 102">
                <a:extLst>
                  <a:ext uri="{FF2B5EF4-FFF2-40B4-BE49-F238E27FC236}">
                    <a16:creationId xmlns:a16="http://schemas.microsoft.com/office/drawing/2014/main" id="{135A494D-8045-B376-5FC6-16C8E6867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92793" y="1472637"/>
                <a:ext cx="10044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CuadroTexto 103">
                    <a:extLst>
                      <a:ext uri="{FF2B5EF4-FFF2-40B4-BE49-F238E27FC236}">
                        <a16:creationId xmlns:a16="http://schemas.microsoft.com/office/drawing/2014/main" id="{8709E87F-9BC4-97F7-1312-0CD4678D7CEA}"/>
                      </a:ext>
                    </a:extLst>
                  </p:cNvPr>
                  <p:cNvSpPr txBox="1"/>
                  <p:nvPr/>
                </p:nvSpPr>
                <p:spPr>
                  <a:xfrm>
                    <a:off x="2971624" y="1194708"/>
                    <a:ext cx="882070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sz="1400" dirty="0"/>
                  </a:p>
                </p:txBody>
              </p:sp>
            </mc:Choice>
            <mc:Fallback xmlns="">
              <p:sp>
                <p:nvSpPr>
                  <p:cNvPr id="26" name="CuadroTexto 25">
                    <a:extLst>
                      <a:ext uri="{FF2B5EF4-FFF2-40B4-BE49-F238E27FC236}">
                        <a16:creationId xmlns:a16="http://schemas.microsoft.com/office/drawing/2014/main" id="{6070F879-C444-4A75-9789-90415C3491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71624" y="1194708"/>
                    <a:ext cx="88207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5" name="Conector recto de flecha 104">
                <a:extLst>
                  <a:ext uri="{FF2B5EF4-FFF2-40B4-BE49-F238E27FC236}">
                    <a16:creationId xmlns:a16="http://schemas.microsoft.com/office/drawing/2014/main" id="{120E467C-47CD-A1F0-CA9D-95B746EB69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6807" y="1494412"/>
                <a:ext cx="6876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CuadroTexto 105">
                    <a:extLst>
                      <a:ext uri="{FF2B5EF4-FFF2-40B4-BE49-F238E27FC236}">
                        <a16:creationId xmlns:a16="http://schemas.microsoft.com/office/drawing/2014/main" id="{3F77A738-81CC-DA83-9602-61E992F444AD}"/>
                      </a:ext>
                    </a:extLst>
                  </p:cNvPr>
                  <p:cNvSpPr txBox="1"/>
                  <p:nvPr/>
                </p:nvSpPr>
                <p:spPr>
                  <a:xfrm>
                    <a:off x="1150661" y="1213726"/>
                    <a:ext cx="1138062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1400" b="0" dirty="0"/>
                  </a:p>
                </p:txBody>
              </p:sp>
            </mc:Choice>
            <mc:Fallback xmlns="">
              <p:sp>
                <p:nvSpPr>
                  <p:cNvPr id="30" name="CuadroTexto 29">
                    <a:extLst>
                      <a:ext uri="{FF2B5EF4-FFF2-40B4-BE49-F238E27FC236}">
                        <a16:creationId xmlns:a16="http://schemas.microsoft.com/office/drawing/2014/main" id="{D1E89DCA-BB5A-45C0-BD89-72FFC9E870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50661" y="1213726"/>
                    <a:ext cx="1138062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Elipse 90">
                  <a:extLst>
                    <a:ext uri="{FF2B5EF4-FFF2-40B4-BE49-F238E27FC236}">
                      <a16:creationId xmlns:a16="http://schemas.microsoft.com/office/drawing/2014/main" id="{465A782D-CE8E-5DDE-D202-01B3B70CABA3}"/>
                    </a:ext>
                  </a:extLst>
                </p:cNvPr>
                <p:cNvSpPr/>
                <p:nvPr/>
              </p:nvSpPr>
              <p:spPr>
                <a:xfrm>
                  <a:off x="4212522" y="2194908"/>
                  <a:ext cx="475200" cy="474133"/>
                </a:xfrm>
                <a:prstGeom prst="ellips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1" name="Elipse 90">
                  <a:extLst>
                    <a:ext uri="{FF2B5EF4-FFF2-40B4-BE49-F238E27FC236}">
                      <a16:creationId xmlns:a16="http://schemas.microsoft.com/office/drawing/2014/main" id="{465A782D-CE8E-5DDE-D202-01B3B70CAB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2522" y="2194908"/>
                  <a:ext cx="475200" cy="474133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Conector recto de flecha 91">
              <a:extLst>
                <a:ext uri="{FF2B5EF4-FFF2-40B4-BE49-F238E27FC236}">
                  <a16:creationId xmlns:a16="http://schemas.microsoft.com/office/drawing/2014/main" id="{B1496438-532F-F61F-0F90-C3861A704411}"/>
                </a:ext>
              </a:extLst>
            </p:cNvPr>
            <p:cNvCxnSpPr>
              <a:cxnSpLocks/>
              <a:stCxn id="101" idx="3"/>
              <a:endCxn id="91" idx="2"/>
            </p:cNvCxnSpPr>
            <p:nvPr/>
          </p:nvCxnSpPr>
          <p:spPr>
            <a:xfrm flipV="1">
              <a:off x="3733312" y="2431975"/>
              <a:ext cx="479210" cy="240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Conector recto de flecha 92">
              <a:extLst>
                <a:ext uri="{FF2B5EF4-FFF2-40B4-BE49-F238E27FC236}">
                  <a16:creationId xmlns:a16="http://schemas.microsoft.com/office/drawing/2014/main" id="{C3040CAD-A63B-645D-4FC5-D7B55DC69B13}"/>
                </a:ext>
              </a:extLst>
            </p:cNvPr>
            <p:cNvCxnSpPr>
              <a:cxnSpLocks/>
            </p:cNvCxnSpPr>
            <p:nvPr/>
          </p:nvCxnSpPr>
          <p:spPr>
            <a:xfrm>
              <a:off x="4438131" y="1696820"/>
              <a:ext cx="0" cy="479125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Conector recto de flecha 93">
              <a:extLst>
                <a:ext uri="{FF2B5EF4-FFF2-40B4-BE49-F238E27FC236}">
                  <a16:creationId xmlns:a16="http://schemas.microsoft.com/office/drawing/2014/main" id="{B97D72D7-0FB5-1BA9-88C4-3E34677E6E46}"/>
                </a:ext>
              </a:extLst>
            </p:cNvPr>
            <p:cNvCxnSpPr>
              <a:cxnSpLocks/>
            </p:cNvCxnSpPr>
            <p:nvPr/>
          </p:nvCxnSpPr>
          <p:spPr>
            <a:xfrm>
              <a:off x="2026913" y="1608798"/>
              <a:ext cx="0" cy="479125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CuadroTexto 94">
                  <a:extLst>
                    <a:ext uri="{FF2B5EF4-FFF2-40B4-BE49-F238E27FC236}">
                      <a16:creationId xmlns:a16="http://schemas.microsoft.com/office/drawing/2014/main" id="{ED51E3D9-89B6-8129-B59B-A870631EAAC0}"/>
                    </a:ext>
                  </a:extLst>
                </p:cNvPr>
                <p:cNvSpPr txBox="1"/>
                <p:nvPr/>
              </p:nvSpPr>
              <p:spPr>
                <a:xfrm>
                  <a:off x="1901639" y="1686937"/>
                  <a:ext cx="88207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CuadroTexto 94">
                  <a:extLst>
                    <a:ext uri="{FF2B5EF4-FFF2-40B4-BE49-F238E27FC236}">
                      <a16:creationId xmlns:a16="http://schemas.microsoft.com/office/drawing/2014/main" id="{ED51E3D9-89B6-8129-B59B-A870631EAA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1639" y="1686937"/>
                  <a:ext cx="882070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CuadroTexto 95">
                  <a:extLst>
                    <a:ext uri="{FF2B5EF4-FFF2-40B4-BE49-F238E27FC236}">
                      <a16:creationId xmlns:a16="http://schemas.microsoft.com/office/drawing/2014/main" id="{0311F3C8-B93E-A04D-58C5-F4CDD04BB909}"/>
                    </a:ext>
                  </a:extLst>
                </p:cNvPr>
                <p:cNvSpPr txBox="1"/>
                <p:nvPr/>
              </p:nvSpPr>
              <p:spPr>
                <a:xfrm>
                  <a:off x="4291189" y="1767157"/>
                  <a:ext cx="88207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CuadroTexto 95">
                  <a:extLst>
                    <a:ext uri="{FF2B5EF4-FFF2-40B4-BE49-F238E27FC236}">
                      <a16:creationId xmlns:a16="http://schemas.microsoft.com/office/drawing/2014/main" id="{0311F3C8-B93E-A04D-58C5-F4CDD04BB9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1189" y="1767157"/>
                  <a:ext cx="882070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" name="CuadroTexto 96">
              <a:extLst>
                <a:ext uri="{FF2B5EF4-FFF2-40B4-BE49-F238E27FC236}">
                  <a16:creationId xmlns:a16="http://schemas.microsoft.com/office/drawing/2014/main" id="{1404244F-31A5-6ED9-0DEB-D656CDAB3C77}"/>
                </a:ext>
              </a:extLst>
            </p:cNvPr>
            <p:cNvSpPr txBox="1"/>
            <p:nvPr/>
          </p:nvSpPr>
          <p:spPr>
            <a:xfrm>
              <a:off x="4297766" y="2158322"/>
              <a:ext cx="2246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  <a:endParaRPr lang="es-CL" dirty="0"/>
            </a:p>
          </p:txBody>
        </p:sp>
        <p:sp>
          <p:nvSpPr>
            <p:cNvPr id="98" name="CuadroTexto 97">
              <a:extLst>
                <a:ext uri="{FF2B5EF4-FFF2-40B4-BE49-F238E27FC236}">
                  <a16:creationId xmlns:a16="http://schemas.microsoft.com/office/drawing/2014/main" id="{D0A3B90E-C136-07ED-A892-16DFF29613F0}"/>
                </a:ext>
              </a:extLst>
            </p:cNvPr>
            <p:cNvSpPr txBox="1"/>
            <p:nvPr/>
          </p:nvSpPr>
          <p:spPr>
            <a:xfrm>
              <a:off x="4149310" y="2271965"/>
              <a:ext cx="2246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  <a:endParaRPr lang="es-CL" dirty="0"/>
            </a:p>
          </p:txBody>
        </p:sp>
      </p:grp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28C3C50A-8441-3CC9-6FD1-EC9B173B80B0}"/>
              </a:ext>
            </a:extLst>
          </p:cNvPr>
          <p:cNvGrpSpPr/>
          <p:nvPr/>
        </p:nvGrpSpPr>
        <p:grpSpPr>
          <a:xfrm>
            <a:off x="831267" y="2360292"/>
            <a:ext cx="4488549" cy="2774179"/>
            <a:chOff x="1481239" y="2015837"/>
            <a:chExt cx="4488549" cy="27741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Elipse 107">
                  <a:extLst>
                    <a:ext uri="{FF2B5EF4-FFF2-40B4-BE49-F238E27FC236}">
                      <a16:creationId xmlns:a16="http://schemas.microsoft.com/office/drawing/2014/main" id="{6986CAFE-F53E-CE3C-50B0-612E06511CD5}"/>
                    </a:ext>
                  </a:extLst>
                </p:cNvPr>
                <p:cNvSpPr/>
                <p:nvPr/>
              </p:nvSpPr>
              <p:spPr>
                <a:xfrm>
                  <a:off x="3937933" y="3355089"/>
                  <a:ext cx="475200" cy="474133"/>
                </a:xfrm>
                <a:prstGeom prst="ellips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8" name="Elipse 107">
                  <a:extLst>
                    <a:ext uri="{FF2B5EF4-FFF2-40B4-BE49-F238E27FC236}">
                      <a16:creationId xmlns:a16="http://schemas.microsoft.com/office/drawing/2014/main" id="{6986CAFE-F53E-CE3C-50B0-612E06511C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33" y="3355089"/>
                  <a:ext cx="475200" cy="474133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CuadroTexto 108">
                  <a:extLst>
                    <a:ext uri="{FF2B5EF4-FFF2-40B4-BE49-F238E27FC236}">
                      <a16:creationId xmlns:a16="http://schemas.microsoft.com/office/drawing/2014/main" id="{44EB3CF9-38CF-B606-4D0D-275DE77F5D51}"/>
                    </a:ext>
                  </a:extLst>
                </p:cNvPr>
                <p:cNvSpPr txBox="1"/>
                <p:nvPr/>
              </p:nvSpPr>
              <p:spPr>
                <a:xfrm>
                  <a:off x="3113729" y="2570644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109" name="CuadroTexto 108">
                  <a:extLst>
                    <a:ext uri="{FF2B5EF4-FFF2-40B4-BE49-F238E27FC236}">
                      <a16:creationId xmlns:a16="http://schemas.microsoft.com/office/drawing/2014/main" id="{44EB3CF9-38CF-B606-4D0D-275DE77F5D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3729" y="2570644"/>
                  <a:ext cx="1648408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Rectángulo: esquinas redondeadas 109">
              <a:extLst>
                <a:ext uri="{FF2B5EF4-FFF2-40B4-BE49-F238E27FC236}">
                  <a16:creationId xmlns:a16="http://schemas.microsoft.com/office/drawing/2014/main" id="{76769FD7-56AF-8CF7-9EBB-2EFF93EA811A}"/>
                </a:ext>
              </a:extLst>
            </p:cNvPr>
            <p:cNvSpPr/>
            <p:nvPr/>
          </p:nvSpPr>
          <p:spPr>
            <a:xfrm>
              <a:off x="1580394" y="2504845"/>
              <a:ext cx="1005004" cy="68571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Planta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Elipse 110">
                  <a:extLst>
                    <a:ext uri="{FF2B5EF4-FFF2-40B4-BE49-F238E27FC236}">
                      <a16:creationId xmlns:a16="http://schemas.microsoft.com/office/drawing/2014/main" id="{76D37AB7-85B9-5BD8-150B-0627018C43AE}"/>
                    </a:ext>
                  </a:extLst>
                </p:cNvPr>
                <p:cNvSpPr/>
                <p:nvPr/>
              </p:nvSpPr>
              <p:spPr>
                <a:xfrm>
                  <a:off x="3092600" y="2608021"/>
                  <a:ext cx="475200" cy="474133"/>
                </a:xfrm>
                <a:prstGeom prst="ellips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1" name="Elipse 110">
                  <a:extLst>
                    <a:ext uri="{FF2B5EF4-FFF2-40B4-BE49-F238E27FC236}">
                      <a16:creationId xmlns:a16="http://schemas.microsoft.com/office/drawing/2014/main" id="{76D37AB7-85B9-5BD8-150B-0627018C43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2600" y="2608021"/>
                  <a:ext cx="475200" cy="474133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" name="Conector recto de flecha 111">
              <a:extLst>
                <a:ext uri="{FF2B5EF4-FFF2-40B4-BE49-F238E27FC236}">
                  <a16:creationId xmlns:a16="http://schemas.microsoft.com/office/drawing/2014/main" id="{ABCE38D5-BC53-4433-7ECB-90307B647D1A}"/>
                </a:ext>
              </a:extLst>
            </p:cNvPr>
            <p:cNvCxnSpPr>
              <a:cxnSpLocks/>
              <a:endCxn id="111" idx="2"/>
            </p:cNvCxnSpPr>
            <p:nvPr/>
          </p:nvCxnSpPr>
          <p:spPr>
            <a:xfrm flipV="1">
              <a:off x="2585398" y="2845088"/>
              <a:ext cx="507202" cy="511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Conector recto de flecha 112">
              <a:extLst>
                <a:ext uri="{FF2B5EF4-FFF2-40B4-BE49-F238E27FC236}">
                  <a16:creationId xmlns:a16="http://schemas.microsoft.com/office/drawing/2014/main" id="{851161C0-BFFA-D0C0-8DAB-83A22F8A2663}"/>
                </a:ext>
              </a:extLst>
            </p:cNvPr>
            <p:cNvCxnSpPr>
              <a:cxnSpLocks/>
            </p:cNvCxnSpPr>
            <p:nvPr/>
          </p:nvCxnSpPr>
          <p:spPr>
            <a:xfrm>
              <a:off x="3318209" y="2109933"/>
              <a:ext cx="0" cy="479125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Conector recto de flecha 113">
              <a:extLst>
                <a:ext uri="{FF2B5EF4-FFF2-40B4-BE49-F238E27FC236}">
                  <a16:creationId xmlns:a16="http://schemas.microsoft.com/office/drawing/2014/main" id="{D8304A80-E2F5-C6A7-762D-7E2CC90D6E82}"/>
                </a:ext>
              </a:extLst>
            </p:cNvPr>
            <p:cNvCxnSpPr>
              <a:cxnSpLocks/>
            </p:cNvCxnSpPr>
            <p:nvPr/>
          </p:nvCxnSpPr>
          <p:spPr>
            <a:xfrm>
              <a:off x="2110888" y="2015837"/>
              <a:ext cx="0" cy="479125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CuadroTexto 114">
                  <a:extLst>
                    <a:ext uri="{FF2B5EF4-FFF2-40B4-BE49-F238E27FC236}">
                      <a16:creationId xmlns:a16="http://schemas.microsoft.com/office/drawing/2014/main" id="{8B9D4983-DDB8-5F5B-99B2-558927485ED1}"/>
                    </a:ext>
                  </a:extLst>
                </p:cNvPr>
                <p:cNvSpPr txBox="1"/>
                <p:nvPr/>
              </p:nvSpPr>
              <p:spPr>
                <a:xfrm>
                  <a:off x="1985614" y="2093976"/>
                  <a:ext cx="88207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CuadroTexto 114">
                  <a:extLst>
                    <a:ext uri="{FF2B5EF4-FFF2-40B4-BE49-F238E27FC236}">
                      <a16:creationId xmlns:a16="http://schemas.microsoft.com/office/drawing/2014/main" id="{8B9D4983-DDB8-5F5B-99B2-558927485E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5614" y="2093976"/>
                  <a:ext cx="882070" cy="307777"/>
                </a:xfrm>
                <a:prstGeom prst="rect">
                  <a:avLst/>
                </a:prstGeom>
                <a:blipFill>
                  <a:blip r:embed="rId11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CuadroTexto 115">
                  <a:extLst>
                    <a:ext uri="{FF2B5EF4-FFF2-40B4-BE49-F238E27FC236}">
                      <a16:creationId xmlns:a16="http://schemas.microsoft.com/office/drawing/2014/main" id="{165A6D7F-31A8-991F-A778-2063F5E5EB3C}"/>
                    </a:ext>
                  </a:extLst>
                </p:cNvPr>
                <p:cNvSpPr txBox="1"/>
                <p:nvPr/>
              </p:nvSpPr>
              <p:spPr>
                <a:xfrm>
                  <a:off x="3171267" y="2180270"/>
                  <a:ext cx="88207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CuadroTexto 115">
                  <a:extLst>
                    <a:ext uri="{FF2B5EF4-FFF2-40B4-BE49-F238E27FC236}">
                      <a16:creationId xmlns:a16="http://schemas.microsoft.com/office/drawing/2014/main" id="{165A6D7F-31A8-991F-A778-2063F5E5EB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1267" y="2180270"/>
                  <a:ext cx="882070" cy="307777"/>
                </a:xfrm>
                <a:prstGeom prst="rect">
                  <a:avLst/>
                </a:prstGeom>
                <a:blipFill>
                  <a:blip r:embed="rId12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" name="CuadroTexto 116">
              <a:extLst>
                <a:ext uri="{FF2B5EF4-FFF2-40B4-BE49-F238E27FC236}">
                  <a16:creationId xmlns:a16="http://schemas.microsoft.com/office/drawing/2014/main" id="{00C3CF4D-D945-1AAA-E940-4493EC9BC41D}"/>
                </a:ext>
              </a:extLst>
            </p:cNvPr>
            <p:cNvSpPr txBox="1"/>
            <p:nvPr/>
          </p:nvSpPr>
          <p:spPr>
            <a:xfrm>
              <a:off x="3177844" y="2571435"/>
              <a:ext cx="2246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  <a:endParaRPr lang="es-CL" dirty="0"/>
            </a:p>
          </p:txBody>
        </p:sp>
        <p:sp>
          <p:nvSpPr>
            <p:cNvPr id="118" name="CuadroTexto 117">
              <a:extLst>
                <a:ext uri="{FF2B5EF4-FFF2-40B4-BE49-F238E27FC236}">
                  <a16:creationId xmlns:a16="http://schemas.microsoft.com/office/drawing/2014/main" id="{D1B31185-DF30-F084-24AF-ACE9671D5486}"/>
                </a:ext>
              </a:extLst>
            </p:cNvPr>
            <p:cNvSpPr txBox="1"/>
            <p:nvPr/>
          </p:nvSpPr>
          <p:spPr>
            <a:xfrm>
              <a:off x="3029388" y="2685078"/>
              <a:ext cx="2246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  <a:endParaRPr lang="es-CL" dirty="0"/>
            </a:p>
          </p:txBody>
        </p:sp>
        <p:cxnSp>
          <p:nvCxnSpPr>
            <p:cNvPr id="119" name="Conector: angular 118">
              <a:extLst>
                <a:ext uri="{FF2B5EF4-FFF2-40B4-BE49-F238E27FC236}">
                  <a16:creationId xmlns:a16="http://schemas.microsoft.com/office/drawing/2014/main" id="{313AA55C-AF33-CC50-1ED9-73EBF83A85D0}"/>
                </a:ext>
              </a:extLst>
            </p:cNvPr>
            <p:cNvCxnSpPr>
              <a:cxnSpLocks/>
              <a:stCxn id="111" idx="6"/>
              <a:endCxn id="108" idx="0"/>
            </p:cNvCxnSpPr>
            <p:nvPr/>
          </p:nvCxnSpPr>
          <p:spPr>
            <a:xfrm>
              <a:off x="3567800" y="2845088"/>
              <a:ext cx="607733" cy="510001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0" name="CuadroTexto 119">
              <a:extLst>
                <a:ext uri="{FF2B5EF4-FFF2-40B4-BE49-F238E27FC236}">
                  <a16:creationId xmlns:a16="http://schemas.microsoft.com/office/drawing/2014/main" id="{7D8D6B01-4EC1-0F5F-2BBB-D3A2DD81CDFD}"/>
                </a:ext>
              </a:extLst>
            </p:cNvPr>
            <p:cNvSpPr txBox="1"/>
            <p:nvPr/>
          </p:nvSpPr>
          <p:spPr>
            <a:xfrm>
              <a:off x="4013320" y="3318246"/>
              <a:ext cx="2246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  <a:endParaRPr lang="es-CL" dirty="0"/>
            </a:p>
          </p:txBody>
        </p:sp>
        <p:sp>
          <p:nvSpPr>
            <p:cNvPr id="121" name="CuadroTexto 120">
              <a:extLst>
                <a:ext uri="{FF2B5EF4-FFF2-40B4-BE49-F238E27FC236}">
                  <a16:creationId xmlns:a16="http://schemas.microsoft.com/office/drawing/2014/main" id="{EF15786C-1E24-4CEB-2B2A-EA91496E489F}"/>
                </a:ext>
              </a:extLst>
            </p:cNvPr>
            <p:cNvSpPr txBox="1"/>
            <p:nvPr/>
          </p:nvSpPr>
          <p:spPr>
            <a:xfrm>
              <a:off x="4030243" y="3555072"/>
              <a:ext cx="2246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-</a:t>
              </a:r>
              <a:endParaRPr lang="es-CL" dirty="0"/>
            </a:p>
          </p:txBody>
        </p:sp>
        <p:cxnSp>
          <p:nvCxnSpPr>
            <p:cNvPr id="122" name="Conector recto de flecha 121">
              <a:extLst>
                <a:ext uri="{FF2B5EF4-FFF2-40B4-BE49-F238E27FC236}">
                  <a16:creationId xmlns:a16="http://schemas.microsoft.com/office/drawing/2014/main" id="{2FABA3BC-74EC-3A40-D357-620B1503D4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9856" y="3555072"/>
              <a:ext cx="507202" cy="511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CuadroTexto 122">
                  <a:extLst>
                    <a:ext uri="{FF2B5EF4-FFF2-40B4-BE49-F238E27FC236}">
                      <a16:creationId xmlns:a16="http://schemas.microsoft.com/office/drawing/2014/main" id="{9277AFF2-A9E3-7636-5F73-79027D1E27BE}"/>
                    </a:ext>
                  </a:extLst>
                </p:cNvPr>
                <p:cNvSpPr txBox="1"/>
                <p:nvPr/>
              </p:nvSpPr>
              <p:spPr>
                <a:xfrm>
                  <a:off x="4321380" y="3374432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123" name="CuadroTexto 122">
                  <a:extLst>
                    <a:ext uri="{FF2B5EF4-FFF2-40B4-BE49-F238E27FC236}">
                      <a16:creationId xmlns:a16="http://schemas.microsoft.com/office/drawing/2014/main" id="{9277AFF2-A9E3-7636-5F73-79027D1E27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1380" y="3374432"/>
                  <a:ext cx="1648408" cy="307777"/>
                </a:xfrm>
                <a:prstGeom prst="rect">
                  <a:avLst/>
                </a:prstGeom>
                <a:blipFill>
                  <a:blip r:embed="rId13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4" name="Rectángulo: esquinas redondeadas 123">
              <a:extLst>
                <a:ext uri="{FF2B5EF4-FFF2-40B4-BE49-F238E27FC236}">
                  <a16:creationId xmlns:a16="http://schemas.microsoft.com/office/drawing/2014/main" id="{9D1A5C06-47C8-880E-C4EF-2F7AB9287B22}"/>
                </a:ext>
              </a:extLst>
            </p:cNvPr>
            <p:cNvSpPr/>
            <p:nvPr/>
          </p:nvSpPr>
          <p:spPr>
            <a:xfrm>
              <a:off x="1481239" y="4104306"/>
              <a:ext cx="1259298" cy="68571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Filtro</a:t>
              </a:r>
              <a:r>
                <a:rPr lang="en-US" dirty="0">
                  <a:solidFill>
                    <a:schemeClr val="tx1"/>
                  </a:solidFill>
                </a:rPr>
                <a:t> de Kalman</a:t>
              </a:r>
            </a:p>
          </p:txBody>
        </p:sp>
        <p:cxnSp>
          <p:nvCxnSpPr>
            <p:cNvPr id="125" name="Conector: angular 124">
              <a:extLst>
                <a:ext uri="{FF2B5EF4-FFF2-40B4-BE49-F238E27FC236}">
                  <a16:creationId xmlns:a16="http://schemas.microsoft.com/office/drawing/2014/main" id="{0149FA41-D59A-5118-D7D6-331E5F37BA9C}"/>
                </a:ext>
              </a:extLst>
            </p:cNvPr>
            <p:cNvCxnSpPr>
              <a:cxnSpLocks/>
              <a:stCxn id="124" idx="3"/>
              <a:endCxn id="108" idx="4"/>
            </p:cNvCxnSpPr>
            <p:nvPr/>
          </p:nvCxnSpPr>
          <p:spPr>
            <a:xfrm flipV="1">
              <a:off x="2740537" y="3829222"/>
              <a:ext cx="1434996" cy="617939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CuadroTexto 125">
                  <a:extLst>
                    <a:ext uri="{FF2B5EF4-FFF2-40B4-BE49-F238E27FC236}">
                      <a16:creationId xmlns:a16="http://schemas.microsoft.com/office/drawing/2014/main" id="{34A70E06-0A1F-372F-12E3-EE67ED92D7B6}"/>
                    </a:ext>
                  </a:extLst>
                </p:cNvPr>
                <p:cNvSpPr txBox="1"/>
                <p:nvPr/>
              </p:nvSpPr>
              <p:spPr>
                <a:xfrm>
                  <a:off x="3095449" y="4422401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126" name="CuadroTexto 125">
                  <a:extLst>
                    <a:ext uri="{FF2B5EF4-FFF2-40B4-BE49-F238E27FC236}">
                      <a16:creationId xmlns:a16="http://schemas.microsoft.com/office/drawing/2014/main" id="{34A70E06-0A1F-372F-12E3-EE67ED92D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5449" y="4422401"/>
                  <a:ext cx="1648408" cy="307777"/>
                </a:xfrm>
                <a:prstGeom prst="rect">
                  <a:avLst/>
                </a:prstGeom>
                <a:blipFill>
                  <a:blip r:embed="rId14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F05DBCB2-55B9-E9C0-13F1-4B51CF9A8B6D}"/>
              </a:ext>
            </a:extLst>
          </p:cNvPr>
          <p:cNvGrpSpPr/>
          <p:nvPr/>
        </p:nvGrpSpPr>
        <p:grpSpPr>
          <a:xfrm>
            <a:off x="4784859" y="2156832"/>
            <a:ext cx="6609934" cy="2484065"/>
            <a:chOff x="2658184" y="3713585"/>
            <a:chExt cx="6609934" cy="2484065"/>
          </a:xfrm>
        </p:grpSpPr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051B7ADF-89E5-4B24-034C-E9E744516677}"/>
                </a:ext>
              </a:extLst>
            </p:cNvPr>
            <p:cNvSpPr/>
            <p:nvPr/>
          </p:nvSpPr>
          <p:spPr>
            <a:xfrm>
              <a:off x="5458408" y="3713585"/>
              <a:ext cx="2537927" cy="2484065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0000"/>
                </a:solidFill>
              </a:endParaRPr>
            </a:p>
            <a:p>
              <a:pPr algn="ctr"/>
              <a:endParaRPr lang="es-CL" dirty="0">
                <a:solidFill>
                  <a:srgbClr val="FF0000"/>
                </a:solidFill>
              </a:endParaRPr>
            </a:p>
            <a:p>
              <a:pPr algn="ctr"/>
              <a:endParaRPr lang="es-CL" dirty="0">
                <a:solidFill>
                  <a:srgbClr val="FF0000"/>
                </a:solidFill>
              </a:endParaRPr>
            </a:p>
            <a:p>
              <a:pPr algn="ctr"/>
              <a:endParaRPr lang="es-CL" dirty="0">
                <a:solidFill>
                  <a:srgbClr val="FF0000"/>
                </a:solidFill>
              </a:endParaRPr>
            </a:p>
            <a:p>
              <a:pPr algn="ctr"/>
              <a:endParaRPr lang="es-CL" dirty="0">
                <a:solidFill>
                  <a:srgbClr val="FF0000"/>
                </a:solidFill>
              </a:endParaRPr>
            </a:p>
            <a:p>
              <a:pPr algn="ctr"/>
              <a:endParaRPr lang="es-CL" dirty="0">
                <a:solidFill>
                  <a:srgbClr val="FF0000"/>
                </a:solidFill>
              </a:endParaRPr>
            </a:p>
            <a:p>
              <a:pPr algn="ctr"/>
              <a:endParaRPr lang="es-CL" dirty="0">
                <a:solidFill>
                  <a:srgbClr val="FF0000"/>
                </a:solidFill>
              </a:endParaRPr>
            </a:p>
            <a:p>
              <a:pPr algn="ctr"/>
              <a:endParaRPr lang="es-CL" dirty="0">
                <a:solidFill>
                  <a:srgbClr val="FF0000"/>
                </a:solidFill>
              </a:endParaRPr>
            </a:p>
            <a:p>
              <a:pPr algn="ctr"/>
              <a:endParaRPr lang="es-CL" dirty="0">
                <a:solidFill>
                  <a:srgbClr val="FF0000"/>
                </a:solidFill>
              </a:endParaRPr>
            </a:p>
            <a:p>
              <a:pPr algn="ctr"/>
              <a:endParaRPr lang="es-CL" dirty="0">
                <a:solidFill>
                  <a:srgbClr val="FF0000"/>
                </a:solidFill>
              </a:endParaRPr>
            </a:p>
            <a:p>
              <a:pPr algn="ctr"/>
              <a:endParaRPr lang="es-CL" dirty="0">
                <a:solidFill>
                  <a:srgbClr val="FF0000"/>
                </a:solidFill>
              </a:endParaRPr>
            </a:p>
            <a:p>
              <a:pPr algn="ctr"/>
              <a:endParaRPr lang="es-CL" dirty="0">
                <a:solidFill>
                  <a:srgbClr val="FF0000"/>
                </a:solidFill>
              </a:endParaRPr>
            </a:p>
            <a:p>
              <a:pPr algn="ctr"/>
              <a:endParaRPr lang="es-CL" dirty="0">
                <a:solidFill>
                  <a:srgbClr val="FF0000"/>
                </a:solidFill>
              </a:endParaRPr>
            </a:p>
            <a:p>
              <a:pPr algn="r"/>
              <a:r>
                <a:rPr lang="es-CL" dirty="0">
                  <a:solidFill>
                    <a:srgbClr val="FF0000"/>
                  </a:solidFill>
                </a:rPr>
                <a:t>Filtro de Kalman</a:t>
              </a:r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  <a:p>
              <a:pPr algn="ctr"/>
              <a:endParaRPr lang="es-C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Elipse 128">
                  <a:extLst>
                    <a:ext uri="{FF2B5EF4-FFF2-40B4-BE49-F238E27FC236}">
                      <a16:creationId xmlns:a16="http://schemas.microsoft.com/office/drawing/2014/main" id="{6151D18D-FD1B-8E79-EE4C-62C33FAA5CF9}"/>
                    </a:ext>
                  </a:extLst>
                </p:cNvPr>
                <p:cNvSpPr/>
                <p:nvPr/>
              </p:nvSpPr>
              <p:spPr>
                <a:xfrm>
                  <a:off x="5668740" y="4181220"/>
                  <a:ext cx="475200" cy="474133"/>
                </a:xfrm>
                <a:prstGeom prst="ellips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9" name="Elipse 128">
                  <a:extLst>
                    <a:ext uri="{FF2B5EF4-FFF2-40B4-BE49-F238E27FC236}">
                      <a16:creationId xmlns:a16="http://schemas.microsoft.com/office/drawing/2014/main" id="{6151D18D-FD1B-8E79-EE4C-62C33FAA5CF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8740" y="4181220"/>
                  <a:ext cx="475200" cy="474133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CuadroTexto 129">
                  <a:extLst>
                    <a:ext uri="{FF2B5EF4-FFF2-40B4-BE49-F238E27FC236}">
                      <a16:creationId xmlns:a16="http://schemas.microsoft.com/office/drawing/2014/main" id="{88C012D5-4500-6B30-652C-2C7C684B0B4C}"/>
                    </a:ext>
                  </a:extLst>
                </p:cNvPr>
                <p:cNvSpPr txBox="1"/>
                <p:nvPr/>
              </p:nvSpPr>
              <p:spPr>
                <a:xfrm>
                  <a:off x="4479900" y="4098608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130" name="CuadroTexto 129">
                  <a:extLst>
                    <a:ext uri="{FF2B5EF4-FFF2-40B4-BE49-F238E27FC236}">
                      <a16:creationId xmlns:a16="http://schemas.microsoft.com/office/drawing/2014/main" id="{88C012D5-4500-6B30-652C-2C7C684B0B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9900" y="4098608"/>
                  <a:ext cx="1648408" cy="307777"/>
                </a:xfrm>
                <a:prstGeom prst="rect">
                  <a:avLst/>
                </a:prstGeom>
                <a:blipFill>
                  <a:blip r:embed="rId15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Rectángulo: esquinas redondeadas 130">
              <a:extLst>
                <a:ext uri="{FF2B5EF4-FFF2-40B4-BE49-F238E27FC236}">
                  <a16:creationId xmlns:a16="http://schemas.microsoft.com/office/drawing/2014/main" id="{CA3528C2-9DB7-8C57-8551-E2C492439FAD}"/>
                </a:ext>
              </a:extLst>
            </p:cNvPr>
            <p:cNvSpPr/>
            <p:nvPr/>
          </p:nvSpPr>
          <p:spPr>
            <a:xfrm>
              <a:off x="3896332" y="4098608"/>
              <a:ext cx="1005004" cy="68571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Planta</a:t>
              </a:r>
            </a:p>
          </p:txBody>
        </p:sp>
        <p:sp>
          <p:nvSpPr>
            <p:cNvPr id="132" name="CuadroTexto 131">
              <a:extLst>
                <a:ext uri="{FF2B5EF4-FFF2-40B4-BE49-F238E27FC236}">
                  <a16:creationId xmlns:a16="http://schemas.microsoft.com/office/drawing/2014/main" id="{C1B50921-13E3-65F4-36EC-BF57272E32D5}"/>
                </a:ext>
              </a:extLst>
            </p:cNvPr>
            <p:cNvSpPr txBox="1"/>
            <p:nvPr/>
          </p:nvSpPr>
          <p:spPr>
            <a:xfrm>
              <a:off x="5608833" y="4261839"/>
              <a:ext cx="2246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  <a:endParaRPr lang="es-CL" dirty="0"/>
            </a:p>
          </p:txBody>
        </p:sp>
        <p:sp>
          <p:nvSpPr>
            <p:cNvPr id="133" name="CuadroTexto 132">
              <a:extLst>
                <a:ext uri="{FF2B5EF4-FFF2-40B4-BE49-F238E27FC236}">
                  <a16:creationId xmlns:a16="http://schemas.microsoft.com/office/drawing/2014/main" id="{7B148A90-B708-8525-695E-AEEEEB1C24FB}"/>
                </a:ext>
              </a:extLst>
            </p:cNvPr>
            <p:cNvSpPr txBox="1"/>
            <p:nvPr/>
          </p:nvSpPr>
          <p:spPr>
            <a:xfrm>
              <a:off x="5756237" y="4384950"/>
              <a:ext cx="2246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-</a:t>
              </a:r>
              <a:endParaRPr lang="es-CL" dirty="0"/>
            </a:p>
          </p:txBody>
        </p:sp>
        <p:cxnSp>
          <p:nvCxnSpPr>
            <p:cNvPr id="134" name="Conector: angular 133">
              <a:extLst>
                <a:ext uri="{FF2B5EF4-FFF2-40B4-BE49-F238E27FC236}">
                  <a16:creationId xmlns:a16="http://schemas.microsoft.com/office/drawing/2014/main" id="{72CF27EB-998D-7744-474F-5AE6FE96C872}"/>
                </a:ext>
              </a:extLst>
            </p:cNvPr>
            <p:cNvCxnSpPr>
              <a:cxnSpLocks/>
              <a:stCxn id="141" idx="1"/>
              <a:endCxn id="129" idx="4"/>
            </p:cNvCxnSpPr>
            <p:nvPr/>
          </p:nvCxnSpPr>
          <p:spPr>
            <a:xfrm rot="10800000">
              <a:off x="5906341" y="4655353"/>
              <a:ext cx="893967" cy="843972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CuadroTexto 134">
                  <a:extLst>
                    <a:ext uri="{FF2B5EF4-FFF2-40B4-BE49-F238E27FC236}">
                      <a16:creationId xmlns:a16="http://schemas.microsoft.com/office/drawing/2014/main" id="{18456EBF-D0C1-D622-20AE-20D6BA3D1967}"/>
                    </a:ext>
                  </a:extLst>
                </p:cNvPr>
                <p:cNvSpPr txBox="1"/>
                <p:nvPr/>
              </p:nvSpPr>
              <p:spPr>
                <a:xfrm>
                  <a:off x="5721166" y="5179025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135" name="CuadroTexto 134">
                  <a:extLst>
                    <a:ext uri="{FF2B5EF4-FFF2-40B4-BE49-F238E27FC236}">
                      <a16:creationId xmlns:a16="http://schemas.microsoft.com/office/drawing/2014/main" id="{18456EBF-D0C1-D622-20AE-20D6BA3D19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1166" y="5179025"/>
                  <a:ext cx="1648408" cy="307777"/>
                </a:xfrm>
                <a:prstGeom prst="rect">
                  <a:avLst/>
                </a:prstGeom>
                <a:blipFill>
                  <a:blip r:embed="rId16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6" name="Conector recto de flecha 135">
              <a:extLst>
                <a:ext uri="{FF2B5EF4-FFF2-40B4-BE49-F238E27FC236}">
                  <a16:creationId xmlns:a16="http://schemas.microsoft.com/office/drawing/2014/main" id="{FBBEFA2B-D808-E745-1635-1AA5D3947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7146" y="4418774"/>
              <a:ext cx="50720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CuadroTexto 136">
                  <a:extLst>
                    <a:ext uri="{FF2B5EF4-FFF2-40B4-BE49-F238E27FC236}">
                      <a16:creationId xmlns:a16="http://schemas.microsoft.com/office/drawing/2014/main" id="{B6F79B66-4E4E-A24B-BEE8-C8254A691831}"/>
                    </a:ext>
                  </a:extLst>
                </p:cNvPr>
                <p:cNvSpPr txBox="1"/>
                <p:nvPr/>
              </p:nvSpPr>
              <p:spPr>
                <a:xfrm>
                  <a:off x="2658184" y="4098608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i="1" dirty="0"/>
                </a:p>
              </p:txBody>
            </p:sp>
          </mc:Choice>
          <mc:Fallback xmlns="">
            <p:sp>
              <p:nvSpPr>
                <p:cNvPr id="137" name="CuadroTexto 136">
                  <a:extLst>
                    <a:ext uri="{FF2B5EF4-FFF2-40B4-BE49-F238E27FC236}">
                      <a16:creationId xmlns:a16="http://schemas.microsoft.com/office/drawing/2014/main" id="{B6F79B66-4E4E-A24B-BEE8-C8254A6918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8184" y="4098608"/>
                  <a:ext cx="1648408" cy="307777"/>
                </a:xfrm>
                <a:prstGeom prst="rect">
                  <a:avLst/>
                </a:prstGeom>
                <a:blipFill>
                  <a:blip r:embed="rId17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8" name="Conector recto de flecha 137">
              <a:extLst>
                <a:ext uri="{FF2B5EF4-FFF2-40B4-BE49-F238E27FC236}">
                  <a16:creationId xmlns:a16="http://schemas.microsoft.com/office/drawing/2014/main" id="{18C98BBE-6D67-286D-E3F3-0A0C0734C4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1336" y="4415728"/>
              <a:ext cx="76675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Conector recto de flecha 138">
              <a:extLst>
                <a:ext uri="{FF2B5EF4-FFF2-40B4-BE49-F238E27FC236}">
                  <a16:creationId xmlns:a16="http://schemas.microsoft.com/office/drawing/2014/main" id="{2AF0BDEA-7471-FC7E-6B99-20AFCA4F6D02}"/>
                </a:ext>
              </a:extLst>
            </p:cNvPr>
            <p:cNvCxnSpPr>
              <a:cxnSpLocks/>
            </p:cNvCxnSpPr>
            <p:nvPr/>
          </p:nvCxnSpPr>
          <p:spPr>
            <a:xfrm>
              <a:off x="6128308" y="4406385"/>
              <a:ext cx="67199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CuadroTexto 139">
                  <a:extLst>
                    <a:ext uri="{FF2B5EF4-FFF2-40B4-BE49-F238E27FC236}">
                      <a16:creationId xmlns:a16="http://schemas.microsoft.com/office/drawing/2014/main" id="{5EA97277-2E6E-C521-6160-C63DE8DD5568}"/>
                    </a:ext>
                  </a:extLst>
                </p:cNvPr>
                <p:cNvSpPr txBox="1"/>
                <p:nvPr/>
              </p:nvSpPr>
              <p:spPr>
                <a:xfrm>
                  <a:off x="5679666" y="4103177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140" name="CuadroTexto 139">
                  <a:extLst>
                    <a:ext uri="{FF2B5EF4-FFF2-40B4-BE49-F238E27FC236}">
                      <a16:creationId xmlns:a16="http://schemas.microsoft.com/office/drawing/2014/main" id="{5EA97277-2E6E-C521-6160-C63DE8DD55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9666" y="4103177"/>
                  <a:ext cx="1648408" cy="307777"/>
                </a:xfrm>
                <a:prstGeom prst="rect">
                  <a:avLst/>
                </a:prstGeom>
                <a:blipFill>
                  <a:blip r:embed="rId18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Rectángulo 140">
                  <a:extLst>
                    <a:ext uri="{FF2B5EF4-FFF2-40B4-BE49-F238E27FC236}">
                      <a16:creationId xmlns:a16="http://schemas.microsoft.com/office/drawing/2014/main" id="{FCD13F5D-30A7-3467-31E4-A962E604CA78}"/>
                    </a:ext>
                  </a:extLst>
                </p:cNvPr>
                <p:cNvSpPr/>
                <p:nvPr/>
              </p:nvSpPr>
              <p:spPr>
                <a:xfrm>
                  <a:off x="6800307" y="5259852"/>
                  <a:ext cx="514895" cy="478945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Rectángulo 140">
                  <a:extLst>
                    <a:ext uri="{FF2B5EF4-FFF2-40B4-BE49-F238E27FC236}">
                      <a16:creationId xmlns:a16="http://schemas.microsoft.com/office/drawing/2014/main" id="{FCD13F5D-30A7-3467-31E4-A962E604CA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0307" y="5259852"/>
                  <a:ext cx="514895" cy="47894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Rectángulo 141">
                  <a:extLst>
                    <a:ext uri="{FF2B5EF4-FFF2-40B4-BE49-F238E27FC236}">
                      <a16:creationId xmlns:a16="http://schemas.microsoft.com/office/drawing/2014/main" id="{6C001F69-1856-F9DE-82AF-BC10C8AE95D5}"/>
                    </a:ext>
                  </a:extLst>
                </p:cNvPr>
                <p:cNvSpPr/>
                <p:nvPr/>
              </p:nvSpPr>
              <p:spPr>
                <a:xfrm>
                  <a:off x="6800306" y="4112699"/>
                  <a:ext cx="712942" cy="587369"/>
                </a:xfrm>
                <a:prstGeom prst="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𝐾𝐴𝐿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2" name="Rectángulo 141">
                  <a:extLst>
                    <a:ext uri="{FF2B5EF4-FFF2-40B4-BE49-F238E27FC236}">
                      <a16:creationId xmlns:a16="http://schemas.microsoft.com/office/drawing/2014/main" id="{6C001F69-1856-F9DE-82AF-BC10C8AE95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0306" y="4112699"/>
                  <a:ext cx="712942" cy="58736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3" name="Conector: angular 142">
              <a:extLst>
                <a:ext uri="{FF2B5EF4-FFF2-40B4-BE49-F238E27FC236}">
                  <a16:creationId xmlns:a16="http://schemas.microsoft.com/office/drawing/2014/main" id="{FB711E6C-A369-CDB4-35C9-24EEBD67C32F}"/>
                </a:ext>
              </a:extLst>
            </p:cNvPr>
            <p:cNvCxnSpPr>
              <a:cxnSpLocks/>
              <a:stCxn id="142" idx="3"/>
              <a:endCxn id="141" idx="3"/>
            </p:cNvCxnSpPr>
            <p:nvPr/>
          </p:nvCxnSpPr>
          <p:spPr>
            <a:xfrm flipH="1">
              <a:off x="7315202" y="4406384"/>
              <a:ext cx="198046" cy="1092941"/>
            </a:xfrm>
            <a:prstGeom prst="bentConnector3">
              <a:avLst>
                <a:gd name="adj1" fmla="val -115428"/>
              </a:avLst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Conector recto de flecha 143">
              <a:extLst>
                <a:ext uri="{FF2B5EF4-FFF2-40B4-BE49-F238E27FC236}">
                  <a16:creationId xmlns:a16="http://schemas.microsoft.com/office/drawing/2014/main" id="{CEE63805-A7D3-99A9-9DEF-C06952CFE6CF}"/>
                </a:ext>
              </a:extLst>
            </p:cNvPr>
            <p:cNvCxnSpPr>
              <a:cxnSpLocks/>
            </p:cNvCxnSpPr>
            <p:nvPr/>
          </p:nvCxnSpPr>
          <p:spPr>
            <a:xfrm>
              <a:off x="7513248" y="4406383"/>
              <a:ext cx="67199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B786D1BF-8E80-10C4-C48B-565DF94CDF16}"/>
                    </a:ext>
                  </a:extLst>
                </p:cNvPr>
                <p:cNvSpPr txBox="1"/>
                <p:nvPr/>
              </p:nvSpPr>
              <p:spPr>
                <a:xfrm>
                  <a:off x="7619710" y="4231061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B786D1BF-8E80-10C4-C48B-565DF94CDF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9710" y="4231061"/>
                  <a:ext cx="1648408" cy="307777"/>
                </a:xfrm>
                <a:prstGeom prst="rect">
                  <a:avLst/>
                </a:prstGeom>
                <a:blipFill>
                  <a:blip r:embed="rId21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Conector: angular 145">
              <a:extLst>
                <a:ext uri="{FF2B5EF4-FFF2-40B4-BE49-F238E27FC236}">
                  <a16:creationId xmlns:a16="http://schemas.microsoft.com/office/drawing/2014/main" id="{9DA84A96-5144-9380-F258-5EC8E98418FB}"/>
                </a:ext>
              </a:extLst>
            </p:cNvPr>
            <p:cNvCxnSpPr>
              <a:cxnSpLocks/>
              <a:stCxn id="137" idx="0"/>
              <a:endCxn id="142" idx="0"/>
            </p:cNvCxnSpPr>
            <p:nvPr/>
          </p:nvCxnSpPr>
          <p:spPr>
            <a:xfrm rot="16200000" flipH="1">
              <a:off x="5312536" y="2268459"/>
              <a:ext cx="14091" cy="3674389"/>
            </a:xfrm>
            <a:prstGeom prst="bentConnector3">
              <a:avLst>
                <a:gd name="adj1" fmla="val -1622312"/>
              </a:avLst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74291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upo 61">
            <a:extLst>
              <a:ext uri="{FF2B5EF4-FFF2-40B4-BE49-F238E27FC236}">
                <a16:creationId xmlns:a16="http://schemas.microsoft.com/office/drawing/2014/main" id="{8552FB81-F31A-B639-DD95-967C30F9154F}"/>
              </a:ext>
            </a:extLst>
          </p:cNvPr>
          <p:cNvGrpSpPr/>
          <p:nvPr/>
        </p:nvGrpSpPr>
        <p:grpSpPr>
          <a:xfrm>
            <a:off x="510737" y="217512"/>
            <a:ext cx="8925233" cy="3563910"/>
            <a:chOff x="510737" y="217512"/>
            <a:chExt cx="8925233" cy="3563910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0E4AF77A-455A-DD35-C807-58BF90895DC9}"/>
                </a:ext>
              </a:extLst>
            </p:cNvPr>
            <p:cNvSpPr/>
            <p:nvPr/>
          </p:nvSpPr>
          <p:spPr>
            <a:xfrm>
              <a:off x="510737" y="691549"/>
              <a:ext cx="4051738" cy="3089873"/>
            </a:xfrm>
            <a:prstGeom prst="rect">
              <a:avLst/>
            </a:prstGeom>
            <a:noFill/>
            <a:ln w="381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r"/>
              <a:endParaRPr lang="es-CL" dirty="0">
                <a:solidFill>
                  <a:srgbClr val="FFC000"/>
                </a:solidFill>
              </a:endParaRPr>
            </a:p>
            <a:p>
              <a:pPr algn="r"/>
              <a:endParaRPr lang="es-CL" dirty="0">
                <a:solidFill>
                  <a:srgbClr val="FFC000"/>
                </a:solidFill>
              </a:endParaRPr>
            </a:p>
            <a:p>
              <a:pPr algn="r"/>
              <a:endParaRPr lang="es-CL" dirty="0">
                <a:solidFill>
                  <a:srgbClr val="FFC000"/>
                </a:solidFill>
              </a:endParaRPr>
            </a:p>
            <a:p>
              <a:pPr algn="r"/>
              <a:endParaRPr lang="es-CL" dirty="0">
                <a:solidFill>
                  <a:srgbClr val="FFC000"/>
                </a:solidFill>
              </a:endParaRPr>
            </a:p>
            <a:p>
              <a:pPr algn="r"/>
              <a:endParaRPr lang="es-CL" dirty="0">
                <a:solidFill>
                  <a:srgbClr val="FFC000"/>
                </a:solidFill>
              </a:endParaRPr>
            </a:p>
            <a:p>
              <a:pPr algn="r"/>
              <a:endParaRPr lang="es-CL" dirty="0">
                <a:solidFill>
                  <a:srgbClr val="FFC000"/>
                </a:solidFill>
              </a:endParaRPr>
            </a:p>
            <a:p>
              <a:pPr algn="r"/>
              <a:r>
                <a:rPr lang="es-CL" dirty="0">
                  <a:solidFill>
                    <a:srgbClr val="FFC000"/>
                  </a:solidFill>
                </a:rPr>
                <a:t>Sistema aumentado</a:t>
              </a: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  <a:p>
              <a:pPr algn="ctr"/>
              <a:endParaRPr lang="es-CL" dirty="0">
                <a:solidFill>
                  <a:srgbClr val="FFC000"/>
                </a:solidFill>
              </a:endParaRP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AD8EE565-2491-E7B7-6AD4-E6B78EA715EC}"/>
                </a:ext>
              </a:extLst>
            </p:cNvPr>
            <p:cNvSpPr/>
            <p:nvPr/>
          </p:nvSpPr>
          <p:spPr>
            <a:xfrm>
              <a:off x="663137" y="2143128"/>
              <a:ext cx="3594538" cy="1552572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r"/>
              <a:endParaRPr lang="es-CL" dirty="0">
                <a:solidFill>
                  <a:srgbClr val="FF0000"/>
                </a:solidFill>
              </a:endParaRPr>
            </a:p>
            <a:p>
              <a:pPr algn="r"/>
              <a:endParaRPr lang="es-CL" dirty="0">
                <a:solidFill>
                  <a:srgbClr val="FF0000"/>
                </a:solidFill>
              </a:endParaRPr>
            </a:p>
            <a:p>
              <a:pPr algn="r"/>
              <a:endParaRPr lang="es-CL" dirty="0">
                <a:solidFill>
                  <a:srgbClr val="FF0000"/>
                </a:solidFill>
              </a:endParaRPr>
            </a:p>
            <a:p>
              <a:pPr algn="r"/>
              <a:endParaRPr lang="es-CL" dirty="0">
                <a:solidFill>
                  <a:srgbClr val="FF0000"/>
                </a:solidFill>
              </a:endParaRPr>
            </a:p>
            <a:p>
              <a:pPr algn="r"/>
              <a:r>
                <a:rPr lang="es-CL" dirty="0">
                  <a:solidFill>
                    <a:srgbClr val="FF0000"/>
                  </a:solidFill>
                </a:rPr>
                <a:t>LQG</a:t>
              </a:r>
              <a:endParaRPr lang="es-CL" dirty="0">
                <a:solidFill>
                  <a:srgbClr val="FFC000"/>
                </a:solidFill>
              </a:endParaRPr>
            </a:p>
          </p:txBody>
        </p:sp>
        <p:cxnSp>
          <p:nvCxnSpPr>
            <p:cNvPr id="23" name="Conector: angular 22">
              <a:extLst>
                <a:ext uri="{FF2B5EF4-FFF2-40B4-BE49-F238E27FC236}">
                  <a16:creationId xmlns:a16="http://schemas.microsoft.com/office/drawing/2014/main" id="{57870BFE-4BA8-1E74-2BEF-736B240511D4}"/>
                </a:ext>
              </a:extLst>
            </p:cNvPr>
            <p:cNvCxnSpPr>
              <a:cxnSpLocks/>
              <a:stCxn id="26" idx="1"/>
              <a:endCxn id="8" idx="1"/>
            </p:cNvCxnSpPr>
            <p:nvPr/>
          </p:nvCxnSpPr>
          <p:spPr>
            <a:xfrm rot="10800000" flipH="1">
              <a:off x="1056070" y="1365833"/>
              <a:ext cx="1079441" cy="1329622"/>
            </a:xfrm>
            <a:prstGeom prst="bentConnector3">
              <a:avLst>
                <a:gd name="adj1" fmla="val -21178"/>
              </a:avLst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516F5DF0-027B-C55A-6BF0-80D6460DBF9A}"/>
                    </a:ext>
                  </a:extLst>
                </p:cNvPr>
                <p:cNvSpPr txBox="1"/>
                <p:nvPr/>
              </p:nvSpPr>
              <p:spPr>
                <a:xfrm>
                  <a:off x="4145520" y="1049899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516F5DF0-027B-C55A-6BF0-80D6460DBF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5520" y="1049899"/>
                  <a:ext cx="1648408" cy="307777"/>
                </a:xfrm>
                <a:prstGeom prst="rect">
                  <a:avLst/>
                </a:prstGeom>
                <a:blipFill>
                  <a:blip r:embed="rId2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D3FB71AB-29A7-F538-A54A-A4F9DC774EA2}"/>
                </a:ext>
              </a:extLst>
            </p:cNvPr>
            <p:cNvSpPr/>
            <p:nvPr/>
          </p:nvSpPr>
          <p:spPr>
            <a:xfrm>
              <a:off x="2135512" y="1022978"/>
              <a:ext cx="1005004" cy="68571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Planta</a:t>
              </a: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E182E9DD-B540-72A3-A676-6D4502F25AF9}"/>
                </a:ext>
              </a:extLst>
            </p:cNvPr>
            <p:cNvCxnSpPr>
              <a:cxnSpLocks/>
            </p:cNvCxnSpPr>
            <p:nvPr/>
          </p:nvCxnSpPr>
          <p:spPr>
            <a:xfrm>
              <a:off x="2899252" y="517378"/>
              <a:ext cx="0" cy="50560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7A38678B-1203-0555-A3A7-456B1FAB562D}"/>
                    </a:ext>
                  </a:extLst>
                </p:cNvPr>
                <p:cNvSpPr txBox="1"/>
                <p:nvPr/>
              </p:nvSpPr>
              <p:spPr>
                <a:xfrm>
                  <a:off x="528173" y="1046712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i="1" dirty="0"/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7A38678B-1203-0555-A3A7-456B1FAB5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173" y="1046712"/>
                  <a:ext cx="1648408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443186CA-B90A-EFFD-4069-DA754F4C2635}"/>
                </a:ext>
              </a:extLst>
            </p:cNvPr>
            <p:cNvCxnSpPr>
              <a:cxnSpLocks/>
            </p:cNvCxnSpPr>
            <p:nvPr/>
          </p:nvCxnSpPr>
          <p:spPr>
            <a:xfrm>
              <a:off x="3140516" y="1365833"/>
              <a:ext cx="217443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FDA70DE6-388C-E2A2-5009-145B70D9DB19}"/>
                </a:ext>
              </a:extLst>
            </p:cNvPr>
            <p:cNvSpPr/>
            <p:nvPr/>
          </p:nvSpPr>
          <p:spPr>
            <a:xfrm>
              <a:off x="2956813" y="2414004"/>
              <a:ext cx="1120510" cy="558728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Kalman</a:t>
              </a:r>
            </a:p>
          </p:txBody>
        </p:sp>
        <p:cxnSp>
          <p:nvCxnSpPr>
            <p:cNvPr id="20" name="Conector: angular 19">
              <a:extLst>
                <a:ext uri="{FF2B5EF4-FFF2-40B4-BE49-F238E27FC236}">
                  <a16:creationId xmlns:a16="http://schemas.microsoft.com/office/drawing/2014/main" id="{32B0BF03-765F-4646-7ABA-B0EC835CE3ED}"/>
                </a:ext>
              </a:extLst>
            </p:cNvPr>
            <p:cNvCxnSpPr>
              <a:cxnSpLocks/>
              <a:stCxn id="8" idx="3"/>
              <a:endCxn id="19" idx="3"/>
            </p:cNvCxnSpPr>
            <p:nvPr/>
          </p:nvCxnSpPr>
          <p:spPr>
            <a:xfrm>
              <a:off x="3140516" y="1365833"/>
              <a:ext cx="936807" cy="1327535"/>
            </a:xfrm>
            <a:prstGeom prst="bentConnector3">
              <a:avLst>
                <a:gd name="adj1" fmla="val 124402"/>
              </a:avLst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254FB5EA-DFAD-C39B-05CB-9F306A40162C}"/>
                </a:ext>
              </a:extLst>
            </p:cNvPr>
            <p:cNvCxnSpPr>
              <a:cxnSpLocks/>
              <a:stCxn id="19" idx="1"/>
              <a:endCxn id="26" idx="3"/>
            </p:cNvCxnSpPr>
            <p:nvPr/>
          </p:nvCxnSpPr>
          <p:spPr>
            <a:xfrm flipH="1">
              <a:off x="2176581" y="2693368"/>
              <a:ext cx="780232" cy="208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7FCBBF83-9951-2D34-B683-B0C7F5C5D122}"/>
                    </a:ext>
                  </a:extLst>
                </p:cNvPr>
                <p:cNvSpPr txBox="1"/>
                <p:nvPr/>
              </p:nvSpPr>
              <p:spPr>
                <a:xfrm>
                  <a:off x="1719186" y="2401413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22" name="CuadroTexto 21">
                  <a:extLst>
                    <a:ext uri="{FF2B5EF4-FFF2-40B4-BE49-F238E27FC236}">
                      <a16:creationId xmlns:a16="http://schemas.microsoft.com/office/drawing/2014/main" id="{7FCBBF83-9951-2D34-B683-B0C7F5C5D1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9186" y="2401413"/>
                  <a:ext cx="1648408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ángulo: esquinas redondeadas 25">
              <a:extLst>
                <a:ext uri="{FF2B5EF4-FFF2-40B4-BE49-F238E27FC236}">
                  <a16:creationId xmlns:a16="http://schemas.microsoft.com/office/drawing/2014/main" id="{95057732-422F-75F9-96A5-DF8D4A671A5D}"/>
                </a:ext>
              </a:extLst>
            </p:cNvPr>
            <p:cNvSpPr/>
            <p:nvPr/>
          </p:nvSpPr>
          <p:spPr>
            <a:xfrm>
              <a:off x="1056071" y="2416091"/>
              <a:ext cx="1120510" cy="558728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LQR</a:t>
              </a:r>
            </a:p>
          </p:txBody>
        </p:sp>
        <p:cxnSp>
          <p:nvCxnSpPr>
            <p:cNvPr id="37" name="Conector: angular 36">
              <a:extLst>
                <a:ext uri="{FF2B5EF4-FFF2-40B4-BE49-F238E27FC236}">
                  <a16:creationId xmlns:a16="http://schemas.microsoft.com/office/drawing/2014/main" id="{2DE0430D-DEF8-5F53-AEFA-0BA56C460C37}"/>
                </a:ext>
              </a:extLst>
            </p:cNvPr>
            <p:cNvCxnSpPr>
              <a:cxnSpLocks/>
              <a:stCxn id="26" idx="1"/>
              <a:endCxn id="19" idx="2"/>
            </p:cNvCxnSpPr>
            <p:nvPr/>
          </p:nvCxnSpPr>
          <p:spPr>
            <a:xfrm rot="10800000" flipH="1" flipV="1">
              <a:off x="1056070" y="2695454"/>
              <a:ext cx="2460997" cy="277277"/>
            </a:xfrm>
            <a:prstGeom prst="bentConnector4">
              <a:avLst>
                <a:gd name="adj1" fmla="val -9289"/>
                <a:gd name="adj2" fmla="val 306864"/>
              </a:avLst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ector recto de flecha 42">
              <a:extLst>
                <a:ext uri="{FF2B5EF4-FFF2-40B4-BE49-F238E27FC236}">
                  <a16:creationId xmlns:a16="http://schemas.microsoft.com/office/drawing/2014/main" id="{FDA3ED18-7E4F-53CE-D06B-581E2507ADBA}"/>
                </a:ext>
              </a:extLst>
            </p:cNvPr>
            <p:cNvCxnSpPr>
              <a:cxnSpLocks/>
            </p:cNvCxnSpPr>
            <p:nvPr/>
          </p:nvCxnSpPr>
          <p:spPr>
            <a:xfrm>
              <a:off x="2380839" y="517378"/>
              <a:ext cx="0" cy="50560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8082FE22-5EEE-77B1-0C7A-0C7659D48F63}"/>
                    </a:ext>
                  </a:extLst>
                </p:cNvPr>
                <p:cNvSpPr txBox="1"/>
                <p:nvPr/>
              </p:nvSpPr>
              <p:spPr>
                <a:xfrm>
                  <a:off x="1504777" y="217512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8082FE22-5EEE-77B1-0C7A-0C7659D48F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4777" y="217512"/>
                  <a:ext cx="1648408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D9952FA9-82D9-9073-DBA9-70DFCF904D60}"/>
                    </a:ext>
                  </a:extLst>
                </p:cNvPr>
                <p:cNvSpPr txBox="1"/>
                <p:nvPr/>
              </p:nvSpPr>
              <p:spPr>
                <a:xfrm>
                  <a:off x="2176581" y="232849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D9952FA9-82D9-9073-DBA9-70DFCF904D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6581" y="232849"/>
                  <a:ext cx="1648408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65BEDAA9-01E3-79F4-E0C4-9CBA27B2B9D6}"/>
                </a:ext>
              </a:extLst>
            </p:cNvPr>
            <p:cNvSpPr/>
            <p:nvPr/>
          </p:nvSpPr>
          <p:spPr>
            <a:xfrm>
              <a:off x="6772275" y="1266826"/>
              <a:ext cx="1504950" cy="1147176"/>
            </a:xfrm>
            <a:prstGeom prst="rect">
              <a:avLst/>
            </a:prstGeom>
            <a:noFill/>
            <a:ln w="381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FFC000"/>
                  </a:solidFill>
                </a:rPr>
                <a:t>Planta </a:t>
              </a:r>
              <a:r>
                <a:rPr lang="en-US" dirty="0" err="1">
                  <a:solidFill>
                    <a:srgbClr val="FFC000"/>
                  </a:solidFill>
                </a:rPr>
                <a:t>controlada</a:t>
              </a:r>
              <a:endParaRPr lang="es-CL" dirty="0">
                <a:solidFill>
                  <a:srgbClr val="FFC000"/>
                </a:solidFill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D92671BA-2ED3-9624-9305-E884ABF2EB87}"/>
                </a:ext>
              </a:extLst>
            </p:cNvPr>
            <p:cNvCxnSpPr>
              <a:cxnSpLocks/>
            </p:cNvCxnSpPr>
            <p:nvPr/>
          </p:nvCxnSpPr>
          <p:spPr>
            <a:xfrm>
              <a:off x="6139154" y="1584088"/>
              <a:ext cx="641468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8E3E8859-AE73-F3A2-0D06-5C08B6345529}"/>
                    </a:ext>
                  </a:extLst>
                </p:cNvPr>
                <p:cNvSpPr txBox="1"/>
                <p:nvPr/>
              </p:nvSpPr>
              <p:spPr>
                <a:xfrm>
                  <a:off x="5096323" y="1416588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8E3E8859-AE73-F3A2-0D06-5C08B63455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6323" y="1416588"/>
                  <a:ext cx="1648408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D5A2C141-CAB1-D317-CCCA-D14999BCF26A}"/>
                    </a:ext>
                  </a:extLst>
                </p:cNvPr>
                <p:cNvSpPr txBox="1"/>
                <p:nvPr/>
              </p:nvSpPr>
              <p:spPr>
                <a:xfrm>
                  <a:off x="5082327" y="1910413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D5A2C141-CAB1-D317-CCCA-D14999BCF2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82327" y="1910413"/>
                  <a:ext cx="1648408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Conector recto de flecha 57">
              <a:extLst>
                <a:ext uri="{FF2B5EF4-FFF2-40B4-BE49-F238E27FC236}">
                  <a16:creationId xmlns:a16="http://schemas.microsoft.com/office/drawing/2014/main" id="{B9A51789-42B5-26E8-82D2-9196CBE15F5E}"/>
                </a:ext>
              </a:extLst>
            </p:cNvPr>
            <p:cNvCxnSpPr>
              <a:cxnSpLocks/>
            </p:cNvCxnSpPr>
            <p:nvPr/>
          </p:nvCxnSpPr>
          <p:spPr>
            <a:xfrm>
              <a:off x="6150617" y="2074065"/>
              <a:ext cx="641468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EB85FFE5-6F17-0194-90E9-935FF1A335A1}"/>
                    </a:ext>
                  </a:extLst>
                </p:cNvPr>
                <p:cNvSpPr txBox="1"/>
                <p:nvPr/>
              </p:nvSpPr>
              <p:spPr>
                <a:xfrm>
                  <a:off x="7787562" y="1532637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i="1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EB85FFE5-6F17-0194-90E9-935FF1A33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7562" y="1532637"/>
                  <a:ext cx="1648408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Conector recto de flecha 59">
              <a:extLst>
                <a:ext uri="{FF2B5EF4-FFF2-40B4-BE49-F238E27FC236}">
                  <a16:creationId xmlns:a16="http://schemas.microsoft.com/office/drawing/2014/main" id="{9E2ED920-7DA3-7F61-1481-1015DD892207}"/>
                </a:ext>
              </a:extLst>
            </p:cNvPr>
            <p:cNvCxnSpPr>
              <a:cxnSpLocks/>
            </p:cNvCxnSpPr>
            <p:nvPr/>
          </p:nvCxnSpPr>
          <p:spPr>
            <a:xfrm>
              <a:off x="8291032" y="1818979"/>
              <a:ext cx="691043" cy="0"/>
            </a:xfrm>
            <a:prstGeom prst="straightConnector1">
              <a:avLst/>
            </a:prstGeom>
            <a:ln w="28575">
              <a:solidFill>
                <a:schemeClr val="accent6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80746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68CBBFEE-6803-601E-8BA6-D3EF055C95BC}"/>
              </a:ext>
            </a:extLst>
          </p:cNvPr>
          <p:cNvGrpSpPr/>
          <p:nvPr/>
        </p:nvGrpSpPr>
        <p:grpSpPr>
          <a:xfrm>
            <a:off x="667527" y="1284457"/>
            <a:ext cx="8679413" cy="3930568"/>
            <a:chOff x="667527" y="1284457"/>
            <a:chExt cx="8679413" cy="3930568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76697777-D7CD-F03A-3CA6-C4AFE2D131B4}"/>
                </a:ext>
              </a:extLst>
            </p:cNvPr>
            <p:cNvSpPr/>
            <p:nvPr/>
          </p:nvSpPr>
          <p:spPr>
            <a:xfrm>
              <a:off x="5208814" y="1436720"/>
              <a:ext cx="1774371" cy="961053"/>
            </a:xfrm>
            <a:prstGeom prst="roundRect">
              <a:avLst/>
            </a:prstGeom>
            <a:noFill/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Diseño</a:t>
              </a:r>
              <a:endParaRPr lang="es-CL" dirty="0"/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B9467662-024A-F5DE-B6DA-B16231E51A5B}"/>
                </a:ext>
              </a:extLst>
            </p:cNvPr>
            <p:cNvSpPr/>
            <p:nvPr/>
          </p:nvSpPr>
          <p:spPr>
            <a:xfrm>
              <a:off x="7572569" y="2505075"/>
              <a:ext cx="1774371" cy="961053"/>
            </a:xfrm>
            <a:prstGeom prst="roundRect">
              <a:avLst/>
            </a:prstGeom>
            <a:noFill/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Construcción</a:t>
              </a:r>
              <a:endParaRPr lang="es-CL" dirty="0"/>
            </a:p>
          </p:txBody>
        </p:sp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AE74E378-40F5-37DD-A0A9-F006F5F9645C}"/>
                </a:ext>
              </a:extLst>
            </p:cNvPr>
            <p:cNvSpPr/>
            <p:nvPr/>
          </p:nvSpPr>
          <p:spPr>
            <a:xfrm>
              <a:off x="5208814" y="3613863"/>
              <a:ext cx="1877008" cy="961053"/>
            </a:xfrm>
            <a:prstGeom prst="roundRect">
              <a:avLst/>
            </a:prstGeom>
            <a:noFill/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Instrumentación</a:t>
              </a:r>
              <a:endParaRPr lang="es-CL" dirty="0"/>
            </a:p>
          </p:txBody>
        </p:sp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E39BD7B7-DECE-0074-2EDC-0D683CCF4D04}"/>
                </a:ext>
              </a:extLst>
            </p:cNvPr>
            <p:cNvSpPr/>
            <p:nvPr/>
          </p:nvSpPr>
          <p:spPr>
            <a:xfrm>
              <a:off x="2972577" y="2505075"/>
              <a:ext cx="1774371" cy="961053"/>
            </a:xfrm>
            <a:prstGeom prst="roundRect">
              <a:avLst/>
            </a:prstGeom>
            <a:noFill/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Verificación</a:t>
              </a:r>
              <a:endParaRPr lang="es-CL" dirty="0"/>
            </a:p>
          </p:txBody>
        </p:sp>
        <p:cxnSp>
          <p:nvCxnSpPr>
            <p:cNvPr id="8" name="Conector: angular 7">
              <a:extLst>
                <a:ext uri="{FF2B5EF4-FFF2-40B4-BE49-F238E27FC236}">
                  <a16:creationId xmlns:a16="http://schemas.microsoft.com/office/drawing/2014/main" id="{0DFE2E11-35A1-EA91-F9F9-EE34125B9CE2}"/>
                </a:ext>
              </a:extLst>
            </p:cNvPr>
            <p:cNvCxnSpPr>
              <a:endCxn id="5" idx="0"/>
            </p:cNvCxnSpPr>
            <p:nvPr/>
          </p:nvCxnSpPr>
          <p:spPr>
            <a:xfrm>
              <a:off x="6983185" y="1884589"/>
              <a:ext cx="1476570" cy="620486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: angular 8">
              <a:extLst>
                <a:ext uri="{FF2B5EF4-FFF2-40B4-BE49-F238E27FC236}">
                  <a16:creationId xmlns:a16="http://schemas.microsoft.com/office/drawing/2014/main" id="{249BDA1D-BE72-B084-772F-F342D3D6C6F3}"/>
                </a:ext>
              </a:extLst>
            </p:cNvPr>
            <p:cNvCxnSpPr>
              <a:cxnSpLocks/>
              <a:stCxn id="5" idx="2"/>
              <a:endCxn id="6" idx="3"/>
            </p:cNvCxnSpPr>
            <p:nvPr/>
          </p:nvCxnSpPr>
          <p:spPr>
            <a:xfrm rot="5400000">
              <a:off x="7458658" y="3093293"/>
              <a:ext cx="628262" cy="1373933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: angular 9">
              <a:extLst>
                <a:ext uri="{FF2B5EF4-FFF2-40B4-BE49-F238E27FC236}">
                  <a16:creationId xmlns:a16="http://schemas.microsoft.com/office/drawing/2014/main" id="{27407861-4F2F-7F3E-256A-B88F1A79962E}"/>
                </a:ext>
              </a:extLst>
            </p:cNvPr>
            <p:cNvCxnSpPr>
              <a:cxnSpLocks/>
              <a:stCxn id="6" idx="1"/>
              <a:endCxn id="7" idx="2"/>
            </p:cNvCxnSpPr>
            <p:nvPr/>
          </p:nvCxnSpPr>
          <p:spPr>
            <a:xfrm rot="10800000">
              <a:off x="3859764" y="3466128"/>
              <a:ext cx="1349051" cy="628262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: angular 10">
              <a:extLst>
                <a:ext uri="{FF2B5EF4-FFF2-40B4-BE49-F238E27FC236}">
                  <a16:creationId xmlns:a16="http://schemas.microsoft.com/office/drawing/2014/main" id="{F730DC8B-BA12-E82E-F65E-1992903AB5FC}"/>
                </a:ext>
              </a:extLst>
            </p:cNvPr>
            <p:cNvCxnSpPr>
              <a:cxnSpLocks/>
              <a:stCxn id="7" idx="0"/>
              <a:endCxn id="4" idx="1"/>
            </p:cNvCxnSpPr>
            <p:nvPr/>
          </p:nvCxnSpPr>
          <p:spPr>
            <a:xfrm rot="5400000" flipH="1" flipV="1">
              <a:off x="4240374" y="1536636"/>
              <a:ext cx="587828" cy="1349051"/>
            </a:xfrm>
            <a:prstGeom prst="bentConnector2">
              <a:avLst/>
            </a:prstGeom>
            <a:ln w="28575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792AFDAE-6EAD-CE08-7DC0-983A93877E02}"/>
                </a:ext>
              </a:extLst>
            </p:cNvPr>
            <p:cNvSpPr txBox="1"/>
            <p:nvPr/>
          </p:nvSpPr>
          <p:spPr>
            <a:xfrm>
              <a:off x="4847642" y="4568694"/>
              <a:ext cx="28738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accent1"/>
                  </a:solidFill>
                </a:rPr>
                <a:t>Recolectar</a:t>
              </a:r>
              <a:r>
                <a:rPr lang="en-US" dirty="0">
                  <a:solidFill>
                    <a:schemeClr val="accent1"/>
                  </a:solidFill>
                </a:rPr>
                <a:t> </a:t>
              </a:r>
              <a:r>
                <a:rPr lang="en-US" dirty="0" err="1">
                  <a:solidFill>
                    <a:schemeClr val="accent1"/>
                  </a:solidFill>
                </a:rPr>
                <a:t>datos</a:t>
              </a:r>
              <a:r>
                <a:rPr lang="en-US" dirty="0">
                  <a:solidFill>
                    <a:schemeClr val="accent1"/>
                  </a:solidFill>
                </a:rPr>
                <a:t> </a:t>
              </a:r>
              <a:r>
                <a:rPr lang="en-US" dirty="0" err="1">
                  <a:solidFill>
                    <a:schemeClr val="accent1"/>
                  </a:solidFill>
                </a:rPr>
                <a:t>relevantes</a:t>
              </a:r>
              <a:r>
                <a:rPr lang="en-US" dirty="0">
                  <a:solidFill>
                    <a:schemeClr val="accent1"/>
                  </a:solidFill>
                </a:rPr>
                <a:t> del </a:t>
              </a:r>
              <a:r>
                <a:rPr lang="en-US" dirty="0" err="1">
                  <a:solidFill>
                    <a:schemeClr val="accent1"/>
                  </a:solidFill>
                </a:rPr>
                <a:t>desempeño</a:t>
              </a:r>
              <a:r>
                <a:rPr lang="en-US" dirty="0">
                  <a:solidFill>
                    <a:schemeClr val="accent1"/>
                  </a:solidFill>
                </a:rPr>
                <a:t> </a:t>
              </a:r>
              <a:r>
                <a:rPr lang="en-US" dirty="0" err="1">
                  <a:solidFill>
                    <a:schemeClr val="accent1"/>
                  </a:solidFill>
                </a:rPr>
                <a:t>estructural</a:t>
              </a:r>
              <a:endParaRPr lang="es-CL" dirty="0">
                <a:solidFill>
                  <a:schemeClr val="accent1"/>
                </a:solidFill>
              </a:endParaRP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C932443B-BAE4-E046-DC65-110221ACE7A6}"/>
                </a:ext>
              </a:extLst>
            </p:cNvPr>
            <p:cNvSpPr txBox="1"/>
            <p:nvPr/>
          </p:nvSpPr>
          <p:spPr>
            <a:xfrm>
              <a:off x="667527" y="2397773"/>
              <a:ext cx="296830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chemeClr val="accent2"/>
                  </a:solidFill>
                </a:rPr>
                <a:t>Síntesis</a:t>
              </a:r>
              <a:r>
                <a:rPr lang="en-US" dirty="0">
                  <a:solidFill>
                    <a:schemeClr val="accent2"/>
                  </a:solidFill>
                </a:rPr>
                <a:t> de </a:t>
              </a:r>
              <a:r>
                <a:rPr lang="en-US" dirty="0" err="1">
                  <a:solidFill>
                    <a:schemeClr val="accent2"/>
                  </a:solidFill>
                </a:rPr>
                <a:t>datos</a:t>
              </a:r>
              <a:r>
                <a:rPr lang="en-US" dirty="0">
                  <a:solidFill>
                    <a:schemeClr val="accent2"/>
                  </a:solidFill>
                </a:rPr>
                <a:t> </a:t>
              </a:r>
              <a:r>
                <a:rPr lang="en-US" dirty="0" err="1">
                  <a:solidFill>
                    <a:schemeClr val="accent2"/>
                  </a:solidFill>
                </a:rPr>
                <a:t>empíricos</a:t>
              </a:r>
              <a:endParaRPr lang="en-US" dirty="0">
                <a:solidFill>
                  <a:schemeClr val="accent2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chemeClr val="accent2"/>
                  </a:solidFill>
                </a:rPr>
                <a:t>Indicadores</a:t>
              </a:r>
              <a:r>
                <a:rPr lang="en-US" dirty="0">
                  <a:solidFill>
                    <a:schemeClr val="accent2"/>
                  </a:solidFill>
                </a:rPr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chemeClr val="accent2"/>
                  </a:solidFill>
                </a:rPr>
                <a:t>Comparación</a:t>
              </a:r>
              <a:r>
                <a:rPr lang="en-US" dirty="0">
                  <a:solidFill>
                    <a:schemeClr val="accent2"/>
                  </a:solidFill>
                </a:rPr>
                <a:t> con </a:t>
              </a:r>
              <a:r>
                <a:rPr lang="en-US" dirty="0" err="1">
                  <a:solidFill>
                    <a:schemeClr val="accent2"/>
                  </a:solidFill>
                </a:rPr>
                <a:t>procedimientos</a:t>
              </a:r>
              <a:r>
                <a:rPr lang="en-US" dirty="0">
                  <a:solidFill>
                    <a:schemeClr val="accent2"/>
                  </a:solidFill>
                </a:rPr>
                <a:t> de </a:t>
              </a:r>
              <a:r>
                <a:rPr lang="en-US" dirty="0" err="1">
                  <a:solidFill>
                    <a:schemeClr val="accent2"/>
                  </a:solidFill>
                </a:rPr>
                <a:t>diseño</a:t>
              </a:r>
              <a:endParaRPr lang="es-CL" dirty="0">
                <a:solidFill>
                  <a:schemeClr val="accent2"/>
                </a:solidFill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ADDAD43D-0428-1610-3DF9-80BDD4812F3C}"/>
                </a:ext>
              </a:extLst>
            </p:cNvPr>
            <p:cNvSpPr txBox="1"/>
            <p:nvPr/>
          </p:nvSpPr>
          <p:spPr>
            <a:xfrm>
              <a:off x="3116036" y="1284457"/>
              <a:ext cx="28738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</a:rPr>
                <a:t>Rehabilitación</a:t>
              </a:r>
              <a:r>
                <a:rPr lang="en-US" dirty="0">
                  <a:solidFill>
                    <a:srgbClr val="7030A0"/>
                  </a:solidFill>
                </a:rPr>
                <a:t>,</a:t>
              </a:r>
            </a:p>
            <a:p>
              <a:r>
                <a:rPr lang="en-US" dirty="0" err="1">
                  <a:solidFill>
                    <a:srgbClr val="7030A0"/>
                  </a:solidFill>
                </a:rPr>
                <a:t>Reparación</a:t>
              </a:r>
              <a:endParaRPr lang="es-CL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1525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E40B2628-5C1B-04E7-D301-3625AC6D4980}"/>
              </a:ext>
            </a:extLst>
          </p:cNvPr>
          <p:cNvGrpSpPr/>
          <p:nvPr/>
        </p:nvGrpSpPr>
        <p:grpSpPr>
          <a:xfrm>
            <a:off x="2389413" y="806110"/>
            <a:ext cx="4857328" cy="1026368"/>
            <a:chOff x="3450774" y="2171312"/>
            <a:chExt cx="4857328" cy="1026368"/>
          </a:xfrm>
        </p:grpSpPr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D2B16E10-CCFC-1EB1-B981-A018A84565E7}"/>
                </a:ext>
              </a:extLst>
            </p:cNvPr>
            <p:cNvSpPr/>
            <p:nvPr/>
          </p:nvSpPr>
          <p:spPr>
            <a:xfrm>
              <a:off x="5099179" y="2171312"/>
              <a:ext cx="1408923" cy="1026368"/>
            </a:xfrm>
            <a:prstGeom prst="roundRect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Sistema</a:t>
              </a:r>
              <a:endParaRPr lang="es-CL" dirty="0"/>
            </a:p>
          </p:txBody>
        </p:sp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28D54DA3-68F1-2CAF-D8F8-94B0BEE80907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6508102" y="2684496"/>
              <a:ext cx="90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cto de flecha 6">
              <a:extLst>
                <a:ext uri="{FF2B5EF4-FFF2-40B4-BE49-F238E27FC236}">
                  <a16:creationId xmlns:a16="http://schemas.microsoft.com/office/drawing/2014/main" id="{FE3F0055-27F3-C249-0517-03BA94F686AC}"/>
                </a:ext>
              </a:extLst>
            </p:cNvPr>
            <p:cNvCxnSpPr>
              <a:cxnSpLocks/>
            </p:cNvCxnSpPr>
            <p:nvPr/>
          </p:nvCxnSpPr>
          <p:spPr>
            <a:xfrm>
              <a:off x="4199179" y="2684496"/>
              <a:ext cx="90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3DDB76B-821C-426C-662E-81DFA07527D7}"/>
                </a:ext>
              </a:extLst>
            </p:cNvPr>
            <p:cNvSpPr txBox="1"/>
            <p:nvPr/>
          </p:nvSpPr>
          <p:spPr>
            <a:xfrm>
              <a:off x="3450774" y="2499830"/>
              <a:ext cx="821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</a:t>
              </a:r>
              <a:endParaRPr lang="es-CL" dirty="0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2F69D61E-968B-F99A-D616-527B063D2031}"/>
                </a:ext>
              </a:extLst>
            </p:cNvPr>
            <p:cNvSpPr txBox="1"/>
            <p:nvPr/>
          </p:nvSpPr>
          <p:spPr>
            <a:xfrm>
              <a:off x="7408102" y="2499830"/>
              <a:ext cx="90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Output</a:t>
              </a:r>
              <a:endParaRPr lang="es-CL" dirty="0"/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484AE642-7A85-AA52-5CD2-AF539D6D8E35}"/>
              </a:ext>
            </a:extLst>
          </p:cNvPr>
          <p:cNvSpPr txBox="1"/>
          <p:nvPr/>
        </p:nvSpPr>
        <p:spPr>
          <a:xfrm>
            <a:off x="2307167" y="1559233"/>
            <a:ext cx="1236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</a:rPr>
              <a:t>Conocido</a:t>
            </a:r>
            <a:endParaRPr lang="es-CL" dirty="0">
              <a:solidFill>
                <a:srgbClr val="7030A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2248E37-0B48-7DF5-8A79-6926D83A95A2}"/>
              </a:ext>
            </a:extLst>
          </p:cNvPr>
          <p:cNvSpPr txBox="1"/>
          <p:nvPr/>
        </p:nvSpPr>
        <p:spPr>
          <a:xfrm>
            <a:off x="4275521" y="1832478"/>
            <a:ext cx="1236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</a:rPr>
              <a:t>Conocido</a:t>
            </a:r>
            <a:endParaRPr lang="es-CL" dirty="0">
              <a:solidFill>
                <a:srgbClr val="7030A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66E8EE7-28D6-73E1-673C-9CDAE29A8A90}"/>
              </a:ext>
            </a:extLst>
          </p:cNvPr>
          <p:cNvSpPr txBox="1"/>
          <p:nvPr/>
        </p:nvSpPr>
        <p:spPr>
          <a:xfrm>
            <a:off x="6180749" y="1552516"/>
            <a:ext cx="2285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Predecir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respuesta</a:t>
            </a:r>
            <a:endParaRPr lang="es-CL" dirty="0">
              <a:solidFill>
                <a:srgbClr val="FF0000"/>
              </a:solidFill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63474D70-58FE-235F-3419-007BD9E8A184}"/>
              </a:ext>
            </a:extLst>
          </p:cNvPr>
          <p:cNvGrpSpPr/>
          <p:nvPr/>
        </p:nvGrpSpPr>
        <p:grpSpPr>
          <a:xfrm>
            <a:off x="2466019" y="2435031"/>
            <a:ext cx="4857328" cy="1026368"/>
            <a:chOff x="3450774" y="2171312"/>
            <a:chExt cx="4857328" cy="1026368"/>
          </a:xfrm>
        </p:grpSpPr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3935C4AC-4391-01E0-393A-1453EDE48D5F}"/>
                </a:ext>
              </a:extLst>
            </p:cNvPr>
            <p:cNvSpPr/>
            <p:nvPr/>
          </p:nvSpPr>
          <p:spPr>
            <a:xfrm>
              <a:off x="5099179" y="2171312"/>
              <a:ext cx="1408923" cy="1026368"/>
            </a:xfrm>
            <a:prstGeom prst="roundRect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Sistema</a:t>
              </a:r>
              <a:endParaRPr lang="es-CL" dirty="0"/>
            </a:p>
          </p:txBody>
        </p: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EFF06F5F-368A-C120-24AF-78F7FF85D91E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6508102" y="2684496"/>
              <a:ext cx="90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C10EC4A2-0F96-F315-561C-DC6E43FCCDCF}"/>
                </a:ext>
              </a:extLst>
            </p:cNvPr>
            <p:cNvCxnSpPr>
              <a:cxnSpLocks/>
            </p:cNvCxnSpPr>
            <p:nvPr/>
          </p:nvCxnSpPr>
          <p:spPr>
            <a:xfrm>
              <a:off x="4199179" y="2684496"/>
              <a:ext cx="90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5C044EE0-D08C-32B8-3B0E-800DDC7A6395}"/>
                </a:ext>
              </a:extLst>
            </p:cNvPr>
            <p:cNvSpPr txBox="1"/>
            <p:nvPr/>
          </p:nvSpPr>
          <p:spPr>
            <a:xfrm>
              <a:off x="3450774" y="2499830"/>
              <a:ext cx="821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</a:t>
              </a:r>
              <a:endParaRPr lang="es-CL" dirty="0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4CE459C4-47F8-0CF0-B791-ECF05012885E}"/>
                </a:ext>
              </a:extLst>
            </p:cNvPr>
            <p:cNvSpPr txBox="1"/>
            <p:nvPr/>
          </p:nvSpPr>
          <p:spPr>
            <a:xfrm>
              <a:off x="7408102" y="2499830"/>
              <a:ext cx="90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Output</a:t>
              </a:r>
              <a:endParaRPr lang="es-CL" dirty="0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17E6361-1F25-33B7-688E-5B5ACC7127CF}"/>
              </a:ext>
            </a:extLst>
          </p:cNvPr>
          <p:cNvSpPr txBox="1"/>
          <p:nvPr/>
        </p:nvSpPr>
        <p:spPr>
          <a:xfrm>
            <a:off x="4286639" y="3466630"/>
            <a:ext cx="1236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</a:rPr>
              <a:t>Conocido</a:t>
            </a:r>
            <a:endParaRPr lang="es-CL" dirty="0">
              <a:solidFill>
                <a:srgbClr val="7030A0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82020FE-47B7-ABDA-4DE1-199D98E926FF}"/>
              </a:ext>
            </a:extLst>
          </p:cNvPr>
          <p:cNvSpPr txBox="1"/>
          <p:nvPr/>
        </p:nvSpPr>
        <p:spPr>
          <a:xfrm>
            <a:off x="6476217" y="3074100"/>
            <a:ext cx="1236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</a:rPr>
              <a:t>Conocido</a:t>
            </a:r>
            <a:endParaRPr lang="es-CL" dirty="0">
              <a:solidFill>
                <a:srgbClr val="7030A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C62BB68-1A49-B5E5-6EC2-3C59FD4B8E7B}"/>
              </a:ext>
            </a:extLst>
          </p:cNvPr>
          <p:cNvSpPr txBox="1"/>
          <p:nvPr/>
        </p:nvSpPr>
        <p:spPr>
          <a:xfrm>
            <a:off x="1896011" y="3094683"/>
            <a:ext cx="2285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Predecir</a:t>
            </a:r>
            <a:r>
              <a:rPr lang="en-US" dirty="0">
                <a:solidFill>
                  <a:srgbClr val="FF0000"/>
                </a:solidFill>
              </a:rPr>
              <a:t> “</a:t>
            </a:r>
            <a:r>
              <a:rPr lang="en-US" dirty="0" err="1">
                <a:solidFill>
                  <a:srgbClr val="FF0000"/>
                </a:solidFill>
              </a:rPr>
              <a:t>fuerza</a:t>
            </a:r>
            <a:r>
              <a:rPr lang="en-US" dirty="0">
                <a:solidFill>
                  <a:srgbClr val="FF0000"/>
                </a:solidFill>
              </a:rPr>
              <a:t>”</a:t>
            </a:r>
            <a:endParaRPr lang="es-CL" dirty="0">
              <a:solidFill>
                <a:srgbClr val="FF0000"/>
              </a:solidFill>
            </a:endParaRP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4264C422-7A87-F80F-3C2F-9BA3E05EBC49}"/>
              </a:ext>
            </a:extLst>
          </p:cNvPr>
          <p:cNvGrpSpPr/>
          <p:nvPr/>
        </p:nvGrpSpPr>
        <p:grpSpPr>
          <a:xfrm>
            <a:off x="2476500" y="4109585"/>
            <a:ext cx="4857328" cy="1026368"/>
            <a:chOff x="3450774" y="2171312"/>
            <a:chExt cx="4857328" cy="1026368"/>
          </a:xfrm>
        </p:grpSpPr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083684FD-E0D3-3A76-CF3F-50C01515424A}"/>
                </a:ext>
              </a:extLst>
            </p:cNvPr>
            <p:cNvSpPr/>
            <p:nvPr/>
          </p:nvSpPr>
          <p:spPr>
            <a:xfrm>
              <a:off x="5099179" y="2171312"/>
              <a:ext cx="1408923" cy="1026368"/>
            </a:xfrm>
            <a:prstGeom prst="roundRect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Sistema</a:t>
              </a:r>
              <a:endParaRPr lang="es-CL" dirty="0"/>
            </a:p>
          </p:txBody>
        </p: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AF5A1301-7EF3-7D9B-C413-C9DD226AF6FE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>
              <a:off x="6508102" y="2684496"/>
              <a:ext cx="90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AB149C38-DF9A-9243-51B4-044E108CB2E9}"/>
                </a:ext>
              </a:extLst>
            </p:cNvPr>
            <p:cNvCxnSpPr>
              <a:cxnSpLocks/>
            </p:cNvCxnSpPr>
            <p:nvPr/>
          </p:nvCxnSpPr>
          <p:spPr>
            <a:xfrm>
              <a:off x="4199179" y="2684496"/>
              <a:ext cx="90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9B8C0420-1A3D-F66A-9CE4-6B825CCA74B4}"/>
                </a:ext>
              </a:extLst>
            </p:cNvPr>
            <p:cNvSpPr txBox="1"/>
            <p:nvPr/>
          </p:nvSpPr>
          <p:spPr>
            <a:xfrm>
              <a:off x="3450774" y="2499830"/>
              <a:ext cx="821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</a:t>
              </a:r>
              <a:endParaRPr lang="es-CL" dirty="0"/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0B3975A7-9419-88E2-8D33-C9515427B745}"/>
                </a:ext>
              </a:extLst>
            </p:cNvPr>
            <p:cNvSpPr txBox="1"/>
            <p:nvPr/>
          </p:nvSpPr>
          <p:spPr>
            <a:xfrm>
              <a:off x="7408102" y="2499830"/>
              <a:ext cx="90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Output</a:t>
              </a:r>
              <a:endParaRPr lang="es-CL" dirty="0"/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2610B92-BE07-547B-E14E-48003D0C72FB}"/>
              </a:ext>
            </a:extLst>
          </p:cNvPr>
          <p:cNvSpPr txBox="1"/>
          <p:nvPr/>
        </p:nvSpPr>
        <p:spPr>
          <a:xfrm>
            <a:off x="2307167" y="4681411"/>
            <a:ext cx="1236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</a:rPr>
              <a:t>Conocido</a:t>
            </a:r>
            <a:endParaRPr lang="es-CL" dirty="0">
              <a:solidFill>
                <a:srgbClr val="7030A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64B738F-CB27-C1C2-F0B0-36C8CD9CCD54}"/>
              </a:ext>
            </a:extLst>
          </p:cNvPr>
          <p:cNvSpPr txBox="1"/>
          <p:nvPr/>
        </p:nvSpPr>
        <p:spPr>
          <a:xfrm>
            <a:off x="6360392" y="4692039"/>
            <a:ext cx="1236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</a:rPr>
              <a:t>Conocido</a:t>
            </a:r>
            <a:endParaRPr lang="es-CL" dirty="0">
              <a:solidFill>
                <a:srgbClr val="7030A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2FFD285-722D-9E45-09F3-F19355C58EDF}"/>
              </a:ext>
            </a:extLst>
          </p:cNvPr>
          <p:cNvSpPr txBox="1"/>
          <p:nvPr/>
        </p:nvSpPr>
        <p:spPr>
          <a:xfrm>
            <a:off x="3762394" y="5137808"/>
            <a:ext cx="2285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Determinar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modelo</a:t>
            </a:r>
            <a:r>
              <a:rPr lang="en-US" dirty="0">
                <a:solidFill>
                  <a:srgbClr val="FF0000"/>
                </a:solidFill>
              </a:rPr>
              <a:t> del </a:t>
            </a:r>
            <a:r>
              <a:rPr lang="en-US" dirty="0" err="1">
                <a:solidFill>
                  <a:srgbClr val="FF0000"/>
                </a:solidFill>
              </a:rPr>
              <a:t>sistema</a:t>
            </a:r>
            <a:endParaRPr lang="es-C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561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9" grpId="0"/>
      <p:bldP spid="20" grpId="0"/>
      <p:bldP spid="21" grpId="0"/>
      <p:bldP spid="28" grpId="0"/>
      <p:bldP spid="29" grpId="0"/>
      <p:bldP spid="3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66961284-5803-DACF-2E72-FC65598C26A7}"/>
              </a:ext>
            </a:extLst>
          </p:cNvPr>
          <p:cNvGrpSpPr/>
          <p:nvPr/>
        </p:nvGrpSpPr>
        <p:grpSpPr>
          <a:xfrm>
            <a:off x="733425" y="584135"/>
            <a:ext cx="4562266" cy="1026368"/>
            <a:chOff x="3433665" y="2171312"/>
            <a:chExt cx="4562266" cy="10263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ángulo: esquinas redondeadas 4">
                  <a:extLst>
                    <a:ext uri="{FF2B5EF4-FFF2-40B4-BE49-F238E27FC236}">
                      <a16:creationId xmlns:a16="http://schemas.microsoft.com/office/drawing/2014/main" id="{EBEF0701-387A-0F99-297A-FF5E9E428D40}"/>
                    </a:ext>
                  </a:extLst>
                </p:cNvPr>
                <p:cNvSpPr/>
                <p:nvPr/>
              </p:nvSpPr>
              <p:spPr>
                <a:xfrm>
                  <a:off x="5099179" y="2171312"/>
                  <a:ext cx="1408923" cy="1026368"/>
                </a:xfrm>
                <a:prstGeom prst="roundRect">
                  <a:avLst/>
                </a:prstGeom>
                <a:ln w="28575"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𝑦𝑢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6" name="Rectángulo: esquinas redondeadas 5">
                  <a:extLst>
                    <a:ext uri="{FF2B5EF4-FFF2-40B4-BE49-F238E27FC236}">
                      <a16:creationId xmlns:a16="http://schemas.microsoft.com/office/drawing/2014/main" id="{EC38CE75-FDE2-1758-30E0-6730DC95169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9179" y="2171312"/>
                  <a:ext cx="1408923" cy="1026368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1DAE32BB-92B4-C4AC-ED4E-390198F54B05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6508102" y="2684496"/>
              <a:ext cx="90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cto de flecha 6">
              <a:extLst>
                <a:ext uri="{FF2B5EF4-FFF2-40B4-BE49-F238E27FC236}">
                  <a16:creationId xmlns:a16="http://schemas.microsoft.com/office/drawing/2014/main" id="{DADA2DC5-B587-1947-34BC-DFBA7F1B9156}"/>
                </a:ext>
              </a:extLst>
            </p:cNvPr>
            <p:cNvCxnSpPr>
              <a:cxnSpLocks/>
            </p:cNvCxnSpPr>
            <p:nvPr/>
          </p:nvCxnSpPr>
          <p:spPr>
            <a:xfrm>
              <a:off x="4199179" y="2684496"/>
              <a:ext cx="90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7EFFC16E-4E3E-7738-16CE-158BA8B7BB4A}"/>
                    </a:ext>
                  </a:extLst>
                </p:cNvPr>
                <p:cNvSpPr txBox="1"/>
                <p:nvPr/>
              </p:nvSpPr>
              <p:spPr>
                <a:xfrm>
                  <a:off x="3433665" y="2416629"/>
                  <a:ext cx="5878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18A37378-B717-A4F8-1B55-C6C261BD9A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3665" y="2416629"/>
                  <a:ext cx="587829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23958" b="-1147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80826F28-E9E6-ADD6-109C-36B284B758F3}"/>
                    </a:ext>
                  </a:extLst>
                </p:cNvPr>
                <p:cNvSpPr txBox="1"/>
                <p:nvPr/>
              </p:nvSpPr>
              <p:spPr>
                <a:xfrm>
                  <a:off x="7408102" y="2416629"/>
                  <a:ext cx="5878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1CAA2D1D-96D0-1FC3-29C2-3ED0A8CD09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8102" y="2416629"/>
                  <a:ext cx="587829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20833" b="-1147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6A131708-60E9-314C-C573-91011B3381ED}"/>
              </a:ext>
            </a:extLst>
          </p:cNvPr>
          <p:cNvGrpSpPr/>
          <p:nvPr/>
        </p:nvGrpSpPr>
        <p:grpSpPr>
          <a:xfrm>
            <a:off x="0" y="2801675"/>
            <a:ext cx="8201567" cy="2579658"/>
            <a:chOff x="0" y="2801675"/>
            <a:chExt cx="8201567" cy="25796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Elipse 10">
                  <a:extLst>
                    <a:ext uri="{FF2B5EF4-FFF2-40B4-BE49-F238E27FC236}">
                      <a16:creationId xmlns:a16="http://schemas.microsoft.com/office/drawing/2014/main" id="{3DD141A9-7739-5074-27B5-E082683BE517}"/>
                    </a:ext>
                  </a:extLst>
                </p:cNvPr>
                <p:cNvSpPr/>
                <p:nvPr/>
              </p:nvSpPr>
              <p:spPr>
                <a:xfrm>
                  <a:off x="3793920" y="3651919"/>
                  <a:ext cx="475200" cy="474133"/>
                </a:xfrm>
                <a:prstGeom prst="ellips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</m:t>
                        </m:r>
                      </m:oMath>
                    </m:oMathPara>
                  </a14:m>
                  <a:endParaRPr lang="en-US" sz="11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Elipse 10">
                  <a:extLst>
                    <a:ext uri="{FF2B5EF4-FFF2-40B4-BE49-F238E27FC236}">
                      <a16:creationId xmlns:a16="http://schemas.microsoft.com/office/drawing/2014/main" id="{3DD141A9-7739-5074-27B5-E082683BE5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3920" y="3651919"/>
                  <a:ext cx="475200" cy="474133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30AD8666-5F26-10CE-74FE-2FD5E6372353}"/>
                    </a:ext>
                  </a:extLst>
                </p:cNvPr>
                <p:cNvSpPr txBox="1"/>
                <p:nvPr/>
              </p:nvSpPr>
              <p:spPr>
                <a:xfrm>
                  <a:off x="2891036" y="3344142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30AD8666-5F26-10CE-74FE-2FD5E63723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036" y="3344142"/>
                  <a:ext cx="1648408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00EED232-0291-5B40-C428-46570BFF7DB0}"/>
                </a:ext>
              </a:extLst>
            </p:cNvPr>
            <p:cNvSpPr/>
            <p:nvPr/>
          </p:nvSpPr>
          <p:spPr>
            <a:xfrm>
              <a:off x="1436381" y="2801675"/>
              <a:ext cx="1005004" cy="68571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Sistema</a:t>
              </a:r>
            </a:p>
          </p:txBody>
        </p:sp>
        <p:cxnSp>
          <p:nvCxnSpPr>
            <p:cNvPr id="22" name="Conector: angular 21">
              <a:extLst>
                <a:ext uri="{FF2B5EF4-FFF2-40B4-BE49-F238E27FC236}">
                  <a16:creationId xmlns:a16="http://schemas.microsoft.com/office/drawing/2014/main" id="{899CDE01-E3DF-B0D3-3A99-CD64323DEC83}"/>
                </a:ext>
              </a:extLst>
            </p:cNvPr>
            <p:cNvCxnSpPr>
              <a:cxnSpLocks/>
              <a:stCxn id="13" idx="3"/>
              <a:endCxn id="11" idx="0"/>
            </p:cNvCxnSpPr>
            <p:nvPr/>
          </p:nvCxnSpPr>
          <p:spPr>
            <a:xfrm>
              <a:off x="2441385" y="3144530"/>
              <a:ext cx="1590135" cy="507389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9B8F321B-C30A-2078-10F1-0F5EC80C409A}"/>
                </a:ext>
              </a:extLst>
            </p:cNvPr>
            <p:cNvSpPr txBox="1"/>
            <p:nvPr/>
          </p:nvSpPr>
          <p:spPr>
            <a:xfrm>
              <a:off x="3869307" y="3615076"/>
              <a:ext cx="2246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  <a:endParaRPr lang="es-CL" dirty="0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C2329668-8C39-58FC-2525-F97066FC1388}"/>
                </a:ext>
              </a:extLst>
            </p:cNvPr>
            <p:cNvSpPr txBox="1"/>
            <p:nvPr/>
          </p:nvSpPr>
          <p:spPr>
            <a:xfrm>
              <a:off x="3886230" y="3851902"/>
              <a:ext cx="2246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-</a:t>
              </a:r>
              <a:endParaRPr lang="es-CL" dirty="0"/>
            </a:p>
          </p:txBody>
        </p:sp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97D2FF85-50AD-93E2-04C3-1CFC3746CC85}"/>
                </a:ext>
              </a:extLst>
            </p:cNvPr>
            <p:cNvCxnSpPr>
              <a:cxnSpLocks/>
              <a:stCxn id="11" idx="6"/>
              <a:endCxn id="40" idx="1"/>
            </p:cNvCxnSpPr>
            <p:nvPr/>
          </p:nvCxnSpPr>
          <p:spPr>
            <a:xfrm flipV="1">
              <a:off x="4269120" y="3886918"/>
              <a:ext cx="675989" cy="206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uadroTexto 25">
                  <a:extLst>
                    <a:ext uri="{FF2B5EF4-FFF2-40B4-BE49-F238E27FC236}">
                      <a16:creationId xmlns:a16="http://schemas.microsoft.com/office/drawing/2014/main" id="{F2D1C5C5-934F-C074-50F3-6FD1EEC3DEEC}"/>
                    </a:ext>
                  </a:extLst>
                </p:cNvPr>
                <p:cNvSpPr txBox="1"/>
                <p:nvPr/>
              </p:nvSpPr>
              <p:spPr>
                <a:xfrm>
                  <a:off x="3782910" y="3569362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26" name="CuadroTexto 25">
                  <a:extLst>
                    <a:ext uri="{FF2B5EF4-FFF2-40B4-BE49-F238E27FC236}">
                      <a16:creationId xmlns:a16="http://schemas.microsoft.com/office/drawing/2014/main" id="{F2D1C5C5-934F-C074-50F3-6FD1EEC3DE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2910" y="3569362"/>
                  <a:ext cx="1648408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ángulo: esquinas redondeadas 26">
                  <a:extLst>
                    <a:ext uri="{FF2B5EF4-FFF2-40B4-BE49-F238E27FC236}">
                      <a16:creationId xmlns:a16="http://schemas.microsoft.com/office/drawing/2014/main" id="{EB53C341-6121-B0E7-3856-98A6C4AE1C29}"/>
                    </a:ext>
                  </a:extLst>
                </p:cNvPr>
                <p:cNvSpPr/>
                <p:nvPr/>
              </p:nvSpPr>
              <p:spPr>
                <a:xfrm>
                  <a:off x="1144134" y="4401136"/>
                  <a:ext cx="1452390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Modelo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ángulo: esquinas redondeadas 26">
                  <a:extLst>
                    <a:ext uri="{FF2B5EF4-FFF2-40B4-BE49-F238E27FC236}">
                      <a16:creationId xmlns:a16="http://schemas.microsoft.com/office/drawing/2014/main" id="{EB53C341-6121-B0E7-3856-98A6C4AE1C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134" y="4401136"/>
                  <a:ext cx="1452390" cy="685710"/>
                </a:xfrm>
                <a:prstGeom prst="roundRect">
                  <a:avLst/>
                </a:prstGeom>
                <a:blipFill>
                  <a:blip r:embed="rId9"/>
                  <a:stretch>
                    <a:fillRect b="-1709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Conector: angular 27">
              <a:extLst>
                <a:ext uri="{FF2B5EF4-FFF2-40B4-BE49-F238E27FC236}">
                  <a16:creationId xmlns:a16="http://schemas.microsoft.com/office/drawing/2014/main" id="{72E7A9F0-72C2-2DE2-B626-E71465BA2219}"/>
                </a:ext>
              </a:extLst>
            </p:cNvPr>
            <p:cNvCxnSpPr>
              <a:cxnSpLocks/>
              <a:stCxn id="27" idx="3"/>
              <a:endCxn id="11" idx="4"/>
            </p:cNvCxnSpPr>
            <p:nvPr/>
          </p:nvCxnSpPr>
          <p:spPr>
            <a:xfrm flipV="1">
              <a:off x="2596524" y="4126052"/>
              <a:ext cx="1434996" cy="617939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AB495D00-888A-48AB-0C19-BEFF33E3865A}"/>
                    </a:ext>
                  </a:extLst>
                </p:cNvPr>
                <p:cNvSpPr txBox="1"/>
                <p:nvPr/>
              </p:nvSpPr>
              <p:spPr>
                <a:xfrm>
                  <a:off x="2879761" y="4067345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AB495D00-888A-48AB-0C19-BEFF33E386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9761" y="4067345"/>
                  <a:ext cx="1648408" cy="307777"/>
                </a:xfrm>
                <a:prstGeom prst="rect">
                  <a:avLst/>
                </a:prstGeom>
                <a:blipFill>
                  <a:blip r:embed="rId10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Conector recto de flecha 29">
              <a:extLst>
                <a:ext uri="{FF2B5EF4-FFF2-40B4-BE49-F238E27FC236}">
                  <a16:creationId xmlns:a16="http://schemas.microsoft.com/office/drawing/2014/main" id="{5EE49D15-F729-1C55-0CCF-78BED11525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959" y="3136800"/>
              <a:ext cx="956731" cy="773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8EFD0B8F-7D38-C48B-5757-55039FFBB8D9}"/>
                    </a:ext>
                  </a:extLst>
                </p:cNvPr>
                <p:cNvSpPr txBox="1"/>
                <p:nvPr/>
              </p:nvSpPr>
              <p:spPr>
                <a:xfrm>
                  <a:off x="0" y="2838078"/>
                  <a:ext cx="164840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 xmlns="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8EFD0B8F-7D38-C48B-5757-55039FFBB8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2838078"/>
                  <a:ext cx="1648408" cy="307777"/>
                </a:xfrm>
                <a:prstGeom prst="rect">
                  <a:avLst/>
                </a:prstGeom>
                <a:blipFill>
                  <a:blip r:embed="rId11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Conector: angular 33">
              <a:extLst>
                <a:ext uri="{FF2B5EF4-FFF2-40B4-BE49-F238E27FC236}">
                  <a16:creationId xmlns:a16="http://schemas.microsoft.com/office/drawing/2014/main" id="{BE760413-FE67-AEC5-30F8-C39AA1EE87AE}"/>
                </a:ext>
              </a:extLst>
            </p:cNvPr>
            <p:cNvCxnSpPr>
              <a:cxnSpLocks/>
              <a:stCxn id="31" idx="2"/>
              <a:endCxn id="27" idx="1"/>
            </p:cNvCxnSpPr>
            <p:nvPr/>
          </p:nvCxnSpPr>
          <p:spPr>
            <a:xfrm rot="16200000" flipH="1">
              <a:off x="185101" y="3784958"/>
              <a:ext cx="1598136" cy="319930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ombo 39">
                  <a:extLst>
                    <a:ext uri="{FF2B5EF4-FFF2-40B4-BE49-F238E27FC236}">
                      <a16:creationId xmlns:a16="http://schemas.microsoft.com/office/drawing/2014/main" id="{A52B2A04-BD96-164D-75A6-5960892D2555}"/>
                    </a:ext>
                  </a:extLst>
                </p:cNvPr>
                <p:cNvSpPr/>
                <p:nvPr/>
              </p:nvSpPr>
              <p:spPr>
                <a:xfrm>
                  <a:off x="4945109" y="3424576"/>
                  <a:ext cx="1725187" cy="924683"/>
                </a:xfrm>
                <a:prstGeom prst="diamond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a14:m>
                  <a:r>
                    <a:rPr lang="es-CL" sz="1600" dirty="0">
                      <a:solidFill>
                        <a:schemeClr val="tx1"/>
                      </a:solidFill>
                    </a:rPr>
                    <a:t>tol</a:t>
                  </a:r>
                </a:p>
              </p:txBody>
            </p:sp>
          </mc:Choice>
          <mc:Fallback xmlns="">
            <p:sp>
              <p:nvSpPr>
                <p:cNvPr id="40" name="Rombo 39">
                  <a:extLst>
                    <a:ext uri="{FF2B5EF4-FFF2-40B4-BE49-F238E27FC236}">
                      <a16:creationId xmlns:a16="http://schemas.microsoft.com/office/drawing/2014/main" id="{A52B2A04-BD96-164D-75A6-5960892D25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5109" y="3424576"/>
                  <a:ext cx="1725187" cy="924683"/>
                </a:xfrm>
                <a:prstGeom prst="diamond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Conector: angular 45">
              <a:extLst>
                <a:ext uri="{FF2B5EF4-FFF2-40B4-BE49-F238E27FC236}">
                  <a16:creationId xmlns:a16="http://schemas.microsoft.com/office/drawing/2014/main" id="{7FD56EC0-270E-7E28-1F79-A2091A43E33F}"/>
                </a:ext>
              </a:extLst>
            </p:cNvPr>
            <p:cNvCxnSpPr>
              <a:cxnSpLocks/>
              <a:stCxn id="40" idx="3"/>
              <a:endCxn id="48" idx="0"/>
            </p:cNvCxnSpPr>
            <p:nvPr/>
          </p:nvCxnSpPr>
          <p:spPr>
            <a:xfrm>
              <a:off x="6670296" y="3886918"/>
              <a:ext cx="1028769" cy="488204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Rectángulo: esquinas redondeadas 47">
                  <a:extLst>
                    <a:ext uri="{FF2B5EF4-FFF2-40B4-BE49-F238E27FC236}">
                      <a16:creationId xmlns:a16="http://schemas.microsoft.com/office/drawing/2014/main" id="{61C8B4FA-D092-15A8-55C5-53CD354F6770}"/>
                    </a:ext>
                  </a:extLst>
                </p:cNvPr>
                <p:cNvSpPr/>
                <p:nvPr/>
              </p:nvSpPr>
              <p:spPr>
                <a:xfrm>
                  <a:off x="7196563" y="4375122"/>
                  <a:ext cx="1005004" cy="685710"/>
                </a:xfrm>
                <a:prstGeom prst="roundRect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 err="1">
                      <a:solidFill>
                        <a:schemeClr val="tx1"/>
                      </a:solidFill>
                    </a:rPr>
                    <a:t>Calcular</a:t>
                  </a:r>
                  <a:r>
                    <a:rPr lang="en-US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Rectángulo: esquinas redondeadas 47">
                  <a:extLst>
                    <a:ext uri="{FF2B5EF4-FFF2-40B4-BE49-F238E27FC236}">
                      <a16:creationId xmlns:a16="http://schemas.microsoft.com/office/drawing/2014/main" id="{61C8B4FA-D092-15A8-55C5-53CD354F67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6563" y="4375122"/>
                  <a:ext cx="1005004" cy="685710"/>
                </a:xfrm>
                <a:prstGeom prst="roundRect">
                  <a:avLst/>
                </a:prstGeom>
                <a:blipFill>
                  <a:blip r:embed="rId13"/>
                  <a:stretch>
                    <a:fillRect l="-592"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Conector: angular 50">
              <a:extLst>
                <a:ext uri="{FF2B5EF4-FFF2-40B4-BE49-F238E27FC236}">
                  <a16:creationId xmlns:a16="http://schemas.microsoft.com/office/drawing/2014/main" id="{6FF5459A-26B1-F709-659E-F22E456E9356}"/>
                </a:ext>
              </a:extLst>
            </p:cNvPr>
            <p:cNvCxnSpPr>
              <a:cxnSpLocks/>
              <a:stCxn id="48" idx="2"/>
            </p:cNvCxnSpPr>
            <p:nvPr/>
          </p:nvCxnSpPr>
          <p:spPr>
            <a:xfrm rot="5400000">
              <a:off x="4524483" y="2206750"/>
              <a:ext cx="320501" cy="6028664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Conector recto de flecha 58">
              <a:extLst>
                <a:ext uri="{FF2B5EF4-FFF2-40B4-BE49-F238E27FC236}">
                  <a16:creationId xmlns:a16="http://schemas.microsoft.com/office/drawing/2014/main" id="{D1A69059-C7FA-40DA-514B-DA0616E50C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0401" y="4126052"/>
              <a:ext cx="728538" cy="125528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8A0233B3-871F-F18F-4C9F-5F3B0D742438}"/>
              </a:ext>
            </a:extLst>
          </p:cNvPr>
          <p:cNvGrpSpPr/>
          <p:nvPr/>
        </p:nvGrpSpPr>
        <p:grpSpPr>
          <a:xfrm>
            <a:off x="6429375" y="685600"/>
            <a:ext cx="4562266" cy="1026368"/>
            <a:chOff x="3433665" y="2171312"/>
            <a:chExt cx="4562266" cy="1026368"/>
          </a:xfrm>
        </p:grpSpPr>
        <p:sp>
          <p:nvSpPr>
            <p:cNvPr id="64" name="Rectángulo: esquinas redondeadas 63">
              <a:extLst>
                <a:ext uri="{FF2B5EF4-FFF2-40B4-BE49-F238E27FC236}">
                  <a16:creationId xmlns:a16="http://schemas.microsoft.com/office/drawing/2014/main" id="{70415017-F06C-BA87-DBF9-60244DE10D87}"/>
                </a:ext>
              </a:extLst>
            </p:cNvPr>
            <p:cNvSpPr/>
            <p:nvPr/>
          </p:nvSpPr>
          <p:spPr>
            <a:xfrm>
              <a:off x="5099179" y="2171312"/>
              <a:ext cx="1408923" cy="1026368"/>
            </a:xfrm>
            <a:prstGeom prst="roundRect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Caja</a:t>
              </a:r>
              <a:r>
                <a:rPr lang="en-US" dirty="0"/>
                <a:t> </a:t>
              </a:r>
              <a:r>
                <a:rPr lang="en-US" dirty="0" err="1"/>
                <a:t>negra</a:t>
              </a:r>
              <a:endParaRPr lang="es-CL" dirty="0"/>
            </a:p>
          </p:txBody>
        </p:sp>
        <p:cxnSp>
          <p:nvCxnSpPr>
            <p:cNvPr id="65" name="Conector recto de flecha 64">
              <a:extLst>
                <a:ext uri="{FF2B5EF4-FFF2-40B4-BE49-F238E27FC236}">
                  <a16:creationId xmlns:a16="http://schemas.microsoft.com/office/drawing/2014/main" id="{DC9CE517-DCBE-6DF2-8072-54E2846A3842}"/>
                </a:ext>
              </a:extLst>
            </p:cNvPr>
            <p:cNvCxnSpPr>
              <a:cxnSpLocks/>
              <a:stCxn id="64" idx="3"/>
            </p:cNvCxnSpPr>
            <p:nvPr/>
          </p:nvCxnSpPr>
          <p:spPr>
            <a:xfrm>
              <a:off x="6508102" y="2684496"/>
              <a:ext cx="90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de flecha 65">
              <a:extLst>
                <a:ext uri="{FF2B5EF4-FFF2-40B4-BE49-F238E27FC236}">
                  <a16:creationId xmlns:a16="http://schemas.microsoft.com/office/drawing/2014/main" id="{4BC6FC99-87DA-5742-B161-735B1996CBC8}"/>
                </a:ext>
              </a:extLst>
            </p:cNvPr>
            <p:cNvCxnSpPr>
              <a:cxnSpLocks/>
            </p:cNvCxnSpPr>
            <p:nvPr/>
          </p:nvCxnSpPr>
          <p:spPr>
            <a:xfrm>
              <a:off x="4199179" y="2684496"/>
              <a:ext cx="90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5C18FEC4-FDF1-BB12-CFE9-B1796DCD20DD}"/>
                    </a:ext>
                  </a:extLst>
                </p:cNvPr>
                <p:cNvSpPr txBox="1"/>
                <p:nvPr/>
              </p:nvSpPr>
              <p:spPr>
                <a:xfrm>
                  <a:off x="3433665" y="2416629"/>
                  <a:ext cx="5878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5C18FEC4-FDF1-BB12-CFE9-B1796DCD2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3665" y="2416629"/>
                  <a:ext cx="587829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6250"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F0F8FFFF-F927-2250-5CC3-D539B47C9542}"/>
                    </a:ext>
                  </a:extLst>
                </p:cNvPr>
                <p:cNvSpPr txBox="1"/>
                <p:nvPr/>
              </p:nvSpPr>
              <p:spPr>
                <a:xfrm>
                  <a:off x="7408102" y="2416629"/>
                  <a:ext cx="5878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F0F8FFFF-F927-2250-5CC3-D539B47C95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8102" y="2416629"/>
                  <a:ext cx="587829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4167"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1524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upo 74">
            <a:extLst>
              <a:ext uri="{FF2B5EF4-FFF2-40B4-BE49-F238E27FC236}">
                <a16:creationId xmlns:a16="http://schemas.microsoft.com/office/drawing/2014/main" id="{7CB270B2-7338-A9D5-354F-789FB7724EF3}"/>
              </a:ext>
            </a:extLst>
          </p:cNvPr>
          <p:cNvGrpSpPr/>
          <p:nvPr/>
        </p:nvGrpSpPr>
        <p:grpSpPr>
          <a:xfrm>
            <a:off x="1466692" y="466725"/>
            <a:ext cx="5567814" cy="3707983"/>
            <a:chOff x="1466692" y="466725"/>
            <a:chExt cx="5567814" cy="37079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ángulo 73">
                  <a:extLst>
                    <a:ext uri="{FF2B5EF4-FFF2-40B4-BE49-F238E27FC236}">
                      <a16:creationId xmlns:a16="http://schemas.microsoft.com/office/drawing/2014/main" id="{77EF06C1-B6A0-8EA6-C179-24664D60464D}"/>
                    </a:ext>
                  </a:extLst>
                </p:cNvPr>
                <p:cNvSpPr/>
                <p:nvPr/>
              </p:nvSpPr>
              <p:spPr>
                <a:xfrm>
                  <a:off x="1559249" y="466725"/>
                  <a:ext cx="5193974" cy="2409825"/>
                </a:xfrm>
                <a:prstGeom prst="rect">
                  <a:avLst/>
                </a:prstGeom>
                <a:solidFill>
                  <a:srgbClr val="CC00FF">
                    <a:alpha val="30196"/>
                  </a:srgbClr>
                </a:solidFill>
                <a:ln w="38100" cap="flat" cmpd="sng" algn="ctr">
                  <a:solidFill>
                    <a:srgbClr val="CC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2"/>
                </a:fontRef>
              </p:style>
              <p:txBody>
                <a:bodyPr rtlCol="0" anchor="ctr"/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𝑧𝑥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L" i="1" dirty="0" smtClean="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oMath>
                    </m:oMathPara>
                  </a14:m>
                  <a:endParaRPr lang="en-US" b="0" dirty="0">
                    <a:solidFill>
                      <a:srgbClr val="CC00FF"/>
                    </a:solidFill>
                  </a:endParaRPr>
                </a:p>
                <a:p>
                  <a:pPr algn="r"/>
                  <a:endParaRPr lang="es-CL" dirty="0">
                    <a:solidFill>
                      <a:srgbClr val="FF0000"/>
                    </a:solidFill>
                  </a:endParaRPr>
                </a:p>
                <a:p>
                  <a:pPr algn="r"/>
                  <a:endParaRPr lang="es-CL" dirty="0">
                    <a:solidFill>
                      <a:srgbClr val="FF0000"/>
                    </a:solidFill>
                  </a:endParaRPr>
                </a:p>
                <a:p>
                  <a:pPr algn="r"/>
                  <a:endParaRPr lang="es-CL" dirty="0">
                    <a:solidFill>
                      <a:srgbClr val="FF0000"/>
                    </a:solidFill>
                  </a:endParaRPr>
                </a:p>
                <a:p>
                  <a:pPr algn="r"/>
                  <a:endParaRPr lang="es-CL" dirty="0">
                    <a:solidFill>
                      <a:srgbClr val="FF0000"/>
                    </a:solidFill>
                  </a:endParaRPr>
                </a:p>
                <a:p>
                  <a:pPr algn="r"/>
                  <a:endParaRPr lang="es-CL" dirty="0">
                    <a:solidFill>
                      <a:srgbClr val="FF0000"/>
                    </a:solidFill>
                  </a:endParaRPr>
                </a:p>
                <a:p>
                  <a:pPr algn="r"/>
                  <a:endParaRPr lang="es-CL" dirty="0">
                    <a:solidFill>
                      <a:srgbClr val="FF0000"/>
                    </a:solidFill>
                  </a:endParaRPr>
                </a:p>
                <a:p>
                  <a:pPr algn="r"/>
                  <a:endParaRPr lang="es-CL" dirty="0">
                    <a:solidFill>
                      <a:srgbClr val="FF0000"/>
                    </a:solidFill>
                  </a:endParaRPr>
                </a:p>
                <a:p>
                  <a:pPr algn="r"/>
                  <a:endParaRPr lang="es-CL" dirty="0">
                    <a:solidFill>
                      <a:srgbClr val="FF0000"/>
                    </a:solidFill>
                  </a:endParaRPr>
                </a:p>
                <a:p>
                  <a:pPr algn="r"/>
                  <a:endParaRPr lang="es-CL" dirty="0">
                    <a:solidFill>
                      <a:srgbClr val="FF0000"/>
                    </a:solidFill>
                  </a:endParaRPr>
                </a:p>
                <a:p>
                  <a:pPr algn="r"/>
                  <a:endParaRPr lang="es-CL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Rectángulo 73">
                  <a:extLst>
                    <a:ext uri="{FF2B5EF4-FFF2-40B4-BE49-F238E27FC236}">
                      <a16:creationId xmlns:a16="http://schemas.microsoft.com/office/drawing/2014/main" id="{77EF06C1-B6A0-8EA6-C179-24664D6046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249" y="466725"/>
                  <a:ext cx="5193974" cy="2409825"/>
                </a:xfrm>
                <a:prstGeom prst="rect">
                  <a:avLst/>
                </a:prstGeom>
                <a:blipFill>
                  <a:blip r:embed="rId2"/>
                  <a:stretch>
                    <a:fillRect t="-11222"/>
                  </a:stretch>
                </a:blipFill>
                <a:ln w="38100" cap="flat" cmpd="sng" algn="ctr">
                  <a:solidFill>
                    <a:srgbClr val="CC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3" name="Grupo 72">
              <a:extLst>
                <a:ext uri="{FF2B5EF4-FFF2-40B4-BE49-F238E27FC236}">
                  <a16:creationId xmlns:a16="http://schemas.microsoft.com/office/drawing/2014/main" id="{88EBFE82-E791-19C2-6B9B-F3CD674D5768}"/>
                </a:ext>
              </a:extLst>
            </p:cNvPr>
            <p:cNvGrpSpPr/>
            <p:nvPr/>
          </p:nvGrpSpPr>
          <p:grpSpPr>
            <a:xfrm>
              <a:off x="1466692" y="714712"/>
              <a:ext cx="5567814" cy="3459996"/>
              <a:chOff x="1466692" y="714712"/>
              <a:chExt cx="5567814" cy="34599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ángulo: esquinas redondeadas 23">
                    <a:extLst>
                      <a:ext uri="{FF2B5EF4-FFF2-40B4-BE49-F238E27FC236}">
                        <a16:creationId xmlns:a16="http://schemas.microsoft.com/office/drawing/2014/main" id="{1256A7E8-E107-34AC-3C81-3A1AE7A2EAF7}"/>
                      </a:ext>
                    </a:extLst>
                  </p:cNvPr>
                  <p:cNvSpPr/>
                  <p:nvPr/>
                </p:nvSpPr>
                <p:spPr>
                  <a:xfrm>
                    <a:off x="3659953" y="714712"/>
                    <a:ext cx="1005004" cy="685710"/>
                  </a:xfrm>
                  <a:prstGeom prst="roundRect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𝑦𝑢</m:t>
                              </m:r>
                            </m:sub>
                          </m:s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Rectángulo: esquinas redondeadas 23">
                    <a:extLst>
                      <a:ext uri="{FF2B5EF4-FFF2-40B4-BE49-F238E27FC236}">
                        <a16:creationId xmlns:a16="http://schemas.microsoft.com/office/drawing/2014/main" id="{1256A7E8-E107-34AC-3C81-3A1AE7A2EAF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59953" y="714712"/>
                    <a:ext cx="1005004" cy="685710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Conector recto de flecha 24">
                <a:extLst>
                  <a:ext uri="{FF2B5EF4-FFF2-40B4-BE49-F238E27FC236}">
                    <a16:creationId xmlns:a16="http://schemas.microsoft.com/office/drawing/2014/main" id="{93E979F8-2526-49DD-974B-72757D3C51DF}"/>
                  </a:ext>
                </a:extLst>
              </p:cNvPr>
              <p:cNvCxnSpPr>
                <a:cxnSpLocks/>
                <a:endCxn id="24" idx="1"/>
              </p:cNvCxnSpPr>
              <p:nvPr/>
            </p:nvCxnSpPr>
            <p:spPr>
              <a:xfrm>
                <a:off x="2466975" y="1057567"/>
                <a:ext cx="1192978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CuadroTexto 27">
                    <a:extLst>
                      <a:ext uri="{FF2B5EF4-FFF2-40B4-BE49-F238E27FC236}">
                        <a16:creationId xmlns:a16="http://schemas.microsoft.com/office/drawing/2014/main" id="{92ED72D1-8B75-D975-310E-A6F9EA4FEB5C}"/>
                      </a:ext>
                    </a:extLst>
                  </p:cNvPr>
                  <p:cNvSpPr txBox="1"/>
                  <p:nvPr/>
                </p:nvSpPr>
                <p:spPr>
                  <a:xfrm>
                    <a:off x="1559249" y="851520"/>
                    <a:ext cx="132229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L" sz="140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sz="1400" dirty="0"/>
                  </a:p>
                </p:txBody>
              </p:sp>
            </mc:Choice>
            <mc:Fallback xmlns="">
              <p:sp>
                <p:nvSpPr>
                  <p:cNvPr id="28" name="CuadroTexto 27">
                    <a:extLst>
                      <a:ext uri="{FF2B5EF4-FFF2-40B4-BE49-F238E27FC236}">
                        <a16:creationId xmlns:a16="http://schemas.microsoft.com/office/drawing/2014/main" id="{92ED72D1-8B75-D975-310E-A6F9EA4FEB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59249" y="851520"/>
                    <a:ext cx="1322299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9" name="Conector recto de flecha 28">
                <a:extLst>
                  <a:ext uri="{FF2B5EF4-FFF2-40B4-BE49-F238E27FC236}">
                    <a16:creationId xmlns:a16="http://schemas.microsoft.com/office/drawing/2014/main" id="{3D1939FA-8D19-EBD3-DAF4-4C7A6C58FF01}"/>
                  </a:ext>
                </a:extLst>
              </p:cNvPr>
              <p:cNvCxnSpPr>
                <a:cxnSpLocks/>
                <a:stCxn id="24" idx="3"/>
              </p:cNvCxnSpPr>
              <p:nvPr/>
            </p:nvCxnSpPr>
            <p:spPr>
              <a:xfrm>
                <a:off x="4664957" y="1057567"/>
                <a:ext cx="1316743" cy="1031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CuadroTexto 29">
                    <a:extLst>
                      <a:ext uri="{FF2B5EF4-FFF2-40B4-BE49-F238E27FC236}">
                        <a16:creationId xmlns:a16="http://schemas.microsoft.com/office/drawing/2014/main" id="{DD84202B-875F-B9CA-4001-4F68953E566A}"/>
                      </a:ext>
                    </a:extLst>
                  </p:cNvPr>
                  <p:cNvSpPr txBox="1"/>
                  <p:nvPr/>
                </p:nvSpPr>
                <p:spPr>
                  <a:xfrm>
                    <a:off x="5386098" y="851520"/>
                    <a:ext cx="1648408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L" sz="140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sz="1400" dirty="0"/>
                  </a:p>
                </p:txBody>
              </p:sp>
            </mc:Choice>
            <mc:Fallback xmlns="">
              <p:sp>
                <p:nvSpPr>
                  <p:cNvPr id="30" name="CuadroTexto 29">
                    <a:extLst>
                      <a:ext uri="{FF2B5EF4-FFF2-40B4-BE49-F238E27FC236}">
                        <a16:creationId xmlns:a16="http://schemas.microsoft.com/office/drawing/2014/main" id="{DD84202B-875F-B9CA-4001-4F68953E56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86098" y="851520"/>
                    <a:ext cx="1648408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0B1012DE-0C51-DDA8-BBCD-4DACBD19069D}"/>
                  </a:ext>
                </a:extLst>
              </p:cNvPr>
              <p:cNvSpPr txBox="1"/>
              <p:nvPr/>
            </p:nvSpPr>
            <p:spPr>
              <a:xfrm>
                <a:off x="2791482" y="2222565"/>
                <a:ext cx="2246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+</a:t>
                </a:r>
                <a:endParaRPr lang="es-CL" dirty="0"/>
              </a:p>
            </p:txBody>
          </p:sp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105C7A56-C1CB-52B8-3454-F1690E5A481E}"/>
                  </a:ext>
                </a:extLst>
              </p:cNvPr>
              <p:cNvSpPr txBox="1"/>
              <p:nvPr/>
            </p:nvSpPr>
            <p:spPr>
              <a:xfrm>
                <a:off x="2926390" y="2096818"/>
                <a:ext cx="2246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+</a:t>
                </a:r>
                <a:endParaRPr lang="es-CL" dirty="0"/>
              </a:p>
            </p:txBody>
          </p:sp>
          <p:cxnSp>
            <p:nvCxnSpPr>
              <p:cNvPr id="41" name="Conector recto de flecha 40">
                <a:extLst>
                  <a:ext uri="{FF2B5EF4-FFF2-40B4-BE49-F238E27FC236}">
                    <a16:creationId xmlns:a16="http://schemas.microsoft.com/office/drawing/2014/main" id="{B2FB4D88-5950-CB37-D754-C599B234DF24}"/>
                  </a:ext>
                </a:extLst>
              </p:cNvPr>
              <p:cNvCxnSpPr>
                <a:cxnSpLocks/>
                <a:endCxn id="37" idx="0"/>
              </p:cNvCxnSpPr>
              <p:nvPr/>
            </p:nvCxnSpPr>
            <p:spPr>
              <a:xfrm>
                <a:off x="3061783" y="1067879"/>
                <a:ext cx="0" cy="110228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Elipse 36">
                    <a:extLst>
                      <a:ext uri="{FF2B5EF4-FFF2-40B4-BE49-F238E27FC236}">
                        <a16:creationId xmlns:a16="http://schemas.microsoft.com/office/drawing/2014/main" id="{0D298398-7E8F-07FF-9969-D5715677A975}"/>
                      </a:ext>
                    </a:extLst>
                  </p:cNvPr>
                  <p:cNvSpPr/>
                  <p:nvPr/>
                </p:nvSpPr>
                <p:spPr>
                  <a:xfrm>
                    <a:off x="2824183" y="2170165"/>
                    <a:ext cx="475200" cy="474133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100" b="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oMath>
                      </m:oMathPara>
                    </a14:m>
                    <a:endParaRPr lang="en-US" sz="1100" b="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7" name="Elipse 36">
                    <a:extLst>
                      <a:ext uri="{FF2B5EF4-FFF2-40B4-BE49-F238E27FC236}">
                        <a16:creationId xmlns:a16="http://schemas.microsoft.com/office/drawing/2014/main" id="{0D298398-7E8F-07FF-9969-D5715677A97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4183" y="2170165"/>
                    <a:ext cx="475200" cy="474133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8597A87B-2F06-0E29-36B7-3B8C5D283EF8}"/>
                  </a:ext>
                </a:extLst>
              </p:cNvPr>
              <p:cNvSpPr txBox="1"/>
              <p:nvPr/>
            </p:nvSpPr>
            <p:spPr>
              <a:xfrm>
                <a:off x="5309081" y="2206515"/>
                <a:ext cx="2246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+</a:t>
                </a:r>
                <a:endParaRPr lang="es-CL" dirty="0"/>
              </a:p>
            </p:txBody>
          </p:sp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8CB5242A-B06A-AE02-3F2B-EEAF112B9055}"/>
                  </a:ext>
                </a:extLst>
              </p:cNvPr>
              <p:cNvSpPr txBox="1"/>
              <p:nvPr/>
            </p:nvSpPr>
            <p:spPr>
              <a:xfrm>
                <a:off x="5183815" y="2080768"/>
                <a:ext cx="2246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+</a:t>
                </a:r>
                <a:endParaRPr lang="es-CL" dirty="0"/>
              </a:p>
            </p:txBody>
          </p:sp>
          <p:cxnSp>
            <p:nvCxnSpPr>
              <p:cNvPr id="54" name="Conector recto de flecha 53">
                <a:extLst>
                  <a:ext uri="{FF2B5EF4-FFF2-40B4-BE49-F238E27FC236}">
                    <a16:creationId xmlns:a16="http://schemas.microsoft.com/office/drawing/2014/main" id="{FCD03C1B-58A2-4811-2E49-707BB30F973D}"/>
                  </a:ext>
                </a:extLst>
              </p:cNvPr>
              <p:cNvCxnSpPr>
                <a:cxnSpLocks/>
                <a:endCxn id="55" idx="0"/>
              </p:cNvCxnSpPr>
              <p:nvPr/>
            </p:nvCxnSpPr>
            <p:spPr>
              <a:xfrm>
                <a:off x="5319208" y="1051829"/>
                <a:ext cx="0" cy="1102286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Elipse 54">
                    <a:extLst>
                      <a:ext uri="{FF2B5EF4-FFF2-40B4-BE49-F238E27FC236}">
                        <a16:creationId xmlns:a16="http://schemas.microsoft.com/office/drawing/2014/main" id="{2B4ADD41-701B-0770-C5A8-E6DB3883B089}"/>
                      </a:ext>
                    </a:extLst>
                  </p:cNvPr>
                  <p:cNvSpPr/>
                  <p:nvPr/>
                </p:nvSpPr>
                <p:spPr>
                  <a:xfrm>
                    <a:off x="5081608" y="2154115"/>
                    <a:ext cx="475200" cy="474133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100" b="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</m:t>
                          </m:r>
                        </m:oMath>
                      </m:oMathPara>
                    </a14:m>
                    <a:endParaRPr lang="en-US" sz="1100" b="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5" name="Elipse 54">
                    <a:extLst>
                      <a:ext uri="{FF2B5EF4-FFF2-40B4-BE49-F238E27FC236}">
                        <a16:creationId xmlns:a16="http://schemas.microsoft.com/office/drawing/2014/main" id="{2B4ADD41-701B-0770-C5A8-E6DB3883B08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81608" y="2154115"/>
                    <a:ext cx="475200" cy="474133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6" name="Conector recto de flecha 55">
                <a:extLst>
                  <a:ext uri="{FF2B5EF4-FFF2-40B4-BE49-F238E27FC236}">
                    <a16:creationId xmlns:a16="http://schemas.microsoft.com/office/drawing/2014/main" id="{8F3965B8-5F28-A91E-C6D1-212D453C7B05}"/>
                  </a:ext>
                </a:extLst>
              </p:cNvPr>
              <p:cNvCxnSpPr>
                <a:cxnSpLocks/>
                <a:endCxn id="37" idx="2"/>
              </p:cNvCxnSpPr>
              <p:nvPr/>
            </p:nvCxnSpPr>
            <p:spPr>
              <a:xfrm>
                <a:off x="2220398" y="2407232"/>
                <a:ext cx="603785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CuadroTexto 59">
                    <a:extLst>
                      <a:ext uri="{FF2B5EF4-FFF2-40B4-BE49-F238E27FC236}">
                        <a16:creationId xmlns:a16="http://schemas.microsoft.com/office/drawing/2014/main" id="{E9C483C5-CAE1-D778-275B-CDB3CF23F03B}"/>
                      </a:ext>
                    </a:extLst>
                  </p:cNvPr>
                  <p:cNvSpPr txBox="1"/>
                  <p:nvPr/>
                </p:nvSpPr>
                <p:spPr>
                  <a:xfrm>
                    <a:off x="1466692" y="2083404"/>
                    <a:ext cx="132229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L" sz="140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sz="1400" dirty="0"/>
                  </a:p>
                </p:txBody>
              </p:sp>
            </mc:Choice>
            <mc:Fallback xmlns="">
              <p:sp>
                <p:nvSpPr>
                  <p:cNvPr id="60" name="CuadroTexto 59">
                    <a:extLst>
                      <a:ext uri="{FF2B5EF4-FFF2-40B4-BE49-F238E27FC236}">
                        <a16:creationId xmlns:a16="http://schemas.microsoft.com/office/drawing/2014/main" id="{E9C483C5-CAE1-D778-275B-CDB3CF23F0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6692" y="2083404"/>
                    <a:ext cx="1322299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1" name="Conector recto de flecha 60">
                <a:extLst>
                  <a:ext uri="{FF2B5EF4-FFF2-40B4-BE49-F238E27FC236}">
                    <a16:creationId xmlns:a16="http://schemas.microsoft.com/office/drawing/2014/main" id="{2783D0FC-0E52-9368-EAE6-B4E430DF5CB0}"/>
                  </a:ext>
                </a:extLst>
              </p:cNvPr>
              <p:cNvCxnSpPr>
                <a:cxnSpLocks/>
                <a:endCxn id="55" idx="6"/>
              </p:cNvCxnSpPr>
              <p:nvPr/>
            </p:nvCxnSpPr>
            <p:spPr>
              <a:xfrm flipH="1" flipV="1">
                <a:off x="5556808" y="2391182"/>
                <a:ext cx="653494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CuadroTexto 63">
                    <a:extLst>
                      <a:ext uri="{FF2B5EF4-FFF2-40B4-BE49-F238E27FC236}">
                        <a16:creationId xmlns:a16="http://schemas.microsoft.com/office/drawing/2014/main" id="{25CD8F42-DDB1-2606-3A3B-EB8A2FECEBDD}"/>
                      </a:ext>
                    </a:extLst>
                  </p:cNvPr>
                  <p:cNvSpPr txBox="1"/>
                  <p:nvPr/>
                </p:nvSpPr>
                <p:spPr>
                  <a:xfrm>
                    <a:off x="5635954" y="2068676"/>
                    <a:ext cx="132229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CL" sz="140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sz="1400" dirty="0"/>
                  </a:p>
                </p:txBody>
              </p:sp>
            </mc:Choice>
            <mc:Fallback xmlns="">
              <p:sp>
                <p:nvSpPr>
                  <p:cNvPr id="64" name="CuadroTexto 63">
                    <a:extLst>
                      <a:ext uri="{FF2B5EF4-FFF2-40B4-BE49-F238E27FC236}">
                        <a16:creationId xmlns:a16="http://schemas.microsoft.com/office/drawing/2014/main" id="{25CD8F42-DDB1-2606-3A3B-EB8A2FECEB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35954" y="2068676"/>
                    <a:ext cx="1322299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5882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5" name="Conector recto de flecha 64">
                <a:extLst>
                  <a:ext uri="{FF2B5EF4-FFF2-40B4-BE49-F238E27FC236}">
                    <a16:creationId xmlns:a16="http://schemas.microsoft.com/office/drawing/2014/main" id="{13765191-4C4E-BEAA-AC4A-D8CDFCEBC671}"/>
                  </a:ext>
                </a:extLst>
              </p:cNvPr>
              <p:cNvCxnSpPr>
                <a:cxnSpLocks/>
                <a:stCxn id="37" idx="4"/>
              </p:cNvCxnSpPr>
              <p:nvPr/>
            </p:nvCxnSpPr>
            <p:spPr>
              <a:xfrm>
                <a:off x="3061783" y="2644298"/>
                <a:ext cx="0" cy="101086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Conector recto de flecha 67">
                <a:extLst>
                  <a:ext uri="{FF2B5EF4-FFF2-40B4-BE49-F238E27FC236}">
                    <a16:creationId xmlns:a16="http://schemas.microsoft.com/office/drawing/2014/main" id="{AE6C9BA9-6A75-80DB-1181-EDDA8A94B02F}"/>
                  </a:ext>
                </a:extLst>
              </p:cNvPr>
              <p:cNvCxnSpPr>
                <a:cxnSpLocks/>
                <a:stCxn id="55" idx="4"/>
              </p:cNvCxnSpPr>
              <p:nvPr/>
            </p:nvCxnSpPr>
            <p:spPr>
              <a:xfrm>
                <a:off x="5319208" y="2628248"/>
                <a:ext cx="0" cy="994818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CuadroTexto 70">
                    <a:extLst>
                      <a:ext uri="{FF2B5EF4-FFF2-40B4-BE49-F238E27FC236}">
                        <a16:creationId xmlns:a16="http://schemas.microsoft.com/office/drawing/2014/main" id="{DDF3E9DB-55F6-C77F-0B29-AE2CC98F431C}"/>
                      </a:ext>
                    </a:extLst>
                  </p:cNvPr>
                  <p:cNvSpPr txBox="1"/>
                  <p:nvPr/>
                </p:nvSpPr>
                <p:spPr>
                  <a:xfrm>
                    <a:off x="2143125" y="3636688"/>
                    <a:ext cx="1790695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140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oMath>
                      </m:oMathPara>
                    </a14:m>
                    <a:endParaRPr lang="en-US" sz="1400" b="0" dirty="0"/>
                  </a:p>
                  <a:p>
                    <a:pPr algn="ctr"/>
                    <a:r>
                      <a:rPr lang="es-CL" sz="1400" dirty="0"/>
                      <a:t>Señal entrada medida</a:t>
                    </a:r>
                  </a:p>
                </p:txBody>
              </p:sp>
            </mc:Choice>
            <mc:Fallback xmlns="">
              <p:sp>
                <p:nvSpPr>
                  <p:cNvPr id="71" name="CuadroTexto 70">
                    <a:extLst>
                      <a:ext uri="{FF2B5EF4-FFF2-40B4-BE49-F238E27FC236}">
                        <a16:creationId xmlns:a16="http://schemas.microsoft.com/office/drawing/2014/main" id="{DDF3E9DB-55F6-C77F-0B29-AE2CC98F43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3125" y="3636688"/>
                    <a:ext cx="1790695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341" b="-1176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CuadroTexto 71">
                    <a:extLst>
                      <a:ext uri="{FF2B5EF4-FFF2-40B4-BE49-F238E27FC236}">
                        <a16:creationId xmlns:a16="http://schemas.microsoft.com/office/drawing/2014/main" id="{18D4DFB2-4703-3C01-140C-0992CCE35387}"/>
                      </a:ext>
                    </a:extLst>
                  </p:cNvPr>
                  <p:cNvSpPr txBox="1"/>
                  <p:nvPr/>
                </p:nvSpPr>
                <p:spPr>
                  <a:xfrm>
                    <a:off x="4343402" y="3651488"/>
                    <a:ext cx="205739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L" sz="140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oMath>
                      </m:oMathPara>
                    </a14:m>
                    <a:endParaRPr lang="en-US" sz="1400" b="0" dirty="0"/>
                  </a:p>
                  <a:p>
                    <a:pPr algn="ctr"/>
                    <a:r>
                      <a:rPr lang="es-CL" sz="1400" dirty="0"/>
                      <a:t>Señal salida medida</a:t>
                    </a:r>
                  </a:p>
                </p:txBody>
              </p:sp>
            </mc:Choice>
            <mc:Fallback xmlns="">
              <p:sp>
                <p:nvSpPr>
                  <p:cNvPr id="72" name="CuadroTexto 71">
                    <a:extLst>
                      <a:ext uri="{FF2B5EF4-FFF2-40B4-BE49-F238E27FC236}">
                        <a16:creationId xmlns:a16="http://schemas.microsoft.com/office/drawing/2014/main" id="{18D4DFB2-4703-3C01-140C-0992CCE353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43402" y="3651488"/>
                    <a:ext cx="2057398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0465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1903086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upo 52">
            <a:extLst>
              <a:ext uri="{FF2B5EF4-FFF2-40B4-BE49-F238E27FC236}">
                <a16:creationId xmlns:a16="http://schemas.microsoft.com/office/drawing/2014/main" id="{E55DF72F-3988-8F0A-3259-4872B6529224}"/>
              </a:ext>
            </a:extLst>
          </p:cNvPr>
          <p:cNvGrpSpPr/>
          <p:nvPr/>
        </p:nvGrpSpPr>
        <p:grpSpPr>
          <a:xfrm>
            <a:off x="294508" y="539610"/>
            <a:ext cx="5928055" cy="3664569"/>
            <a:chOff x="294508" y="539610"/>
            <a:chExt cx="5928055" cy="3664569"/>
          </a:xfrm>
        </p:grpSpPr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4599A25D-C5D9-2FE1-1980-B073F14DC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5364" y="899098"/>
              <a:ext cx="0" cy="3137344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E9645681-8718-4B57-FD96-50845E709A66}"/>
                </a:ext>
              </a:extLst>
            </p:cNvPr>
            <p:cNvCxnSpPr>
              <a:cxnSpLocks/>
            </p:cNvCxnSpPr>
            <p:nvPr/>
          </p:nvCxnSpPr>
          <p:spPr>
            <a:xfrm>
              <a:off x="1653951" y="2215814"/>
              <a:ext cx="423912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9CE183E-E98C-BD1F-A254-D732CF6EAC68}"/>
                </a:ext>
              </a:extLst>
            </p:cNvPr>
            <p:cNvSpPr txBox="1"/>
            <p:nvPr/>
          </p:nvSpPr>
          <p:spPr>
            <a:xfrm>
              <a:off x="979289" y="539610"/>
              <a:ext cx="1352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s-CL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8A2CA56A-8E29-7C58-EE84-930C995E2CEC}"/>
                    </a:ext>
                  </a:extLst>
                </p:cNvPr>
                <p:cNvSpPr txBox="1"/>
                <p:nvPr/>
              </p:nvSpPr>
              <p:spPr>
                <a:xfrm>
                  <a:off x="5830374" y="1964848"/>
                  <a:ext cx="392189" cy="368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8A2CA56A-8E29-7C58-EE84-930C995E2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0374" y="1964848"/>
                  <a:ext cx="392189" cy="36858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3F96787E-BF08-B94A-B72C-1193F80F539F}"/>
                </a:ext>
              </a:extLst>
            </p:cNvPr>
            <p:cNvSpPr txBox="1"/>
            <p:nvPr/>
          </p:nvSpPr>
          <p:spPr>
            <a:xfrm>
              <a:off x="694079" y="681121"/>
              <a:ext cx="1352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Mag</a:t>
              </a:r>
              <a:endParaRPr lang="es-CL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0FE4220D-B738-B0F1-6B39-C721293DF9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53951" y="2733675"/>
              <a:ext cx="1413" cy="1302767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08E60E30-2361-A806-432C-2DD59443CE20}"/>
                </a:ext>
              </a:extLst>
            </p:cNvPr>
            <p:cNvCxnSpPr>
              <a:cxnSpLocks/>
            </p:cNvCxnSpPr>
            <p:nvPr/>
          </p:nvCxnSpPr>
          <p:spPr>
            <a:xfrm>
              <a:off x="1653951" y="4019889"/>
              <a:ext cx="423912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3B92AE37-C0F2-DFAC-CE04-87A114A0C979}"/>
                    </a:ext>
                  </a:extLst>
                </p:cNvPr>
                <p:cNvSpPr txBox="1"/>
                <p:nvPr/>
              </p:nvSpPr>
              <p:spPr>
                <a:xfrm>
                  <a:off x="5830374" y="3835598"/>
                  <a:ext cx="392189" cy="368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3B92AE37-C0F2-DFAC-CE04-87A114A0C9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0374" y="3835598"/>
                  <a:ext cx="392189" cy="36858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A5215754-7BC6-CF05-3A2C-9AFE4EFA4FE9}"/>
                </a:ext>
              </a:extLst>
            </p:cNvPr>
            <p:cNvSpPr txBox="1"/>
            <p:nvPr/>
          </p:nvSpPr>
          <p:spPr>
            <a:xfrm>
              <a:off x="294508" y="2595019"/>
              <a:ext cx="1352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Coherencia</a:t>
              </a:r>
              <a:endParaRPr lang="es-CL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F1C4E591-D0EC-7347-7100-29AE544C9D08}"/>
                </a:ext>
              </a:extLst>
            </p:cNvPr>
            <p:cNvCxnSpPr/>
            <p:nvPr/>
          </p:nvCxnSpPr>
          <p:spPr>
            <a:xfrm>
              <a:off x="1653951" y="3114675"/>
              <a:ext cx="4013424" cy="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5EFBE74F-CE01-CA98-2BE6-13DF0BB303F4}"/>
                    </a:ext>
                  </a:extLst>
                </p:cNvPr>
                <p:cNvSpPr txBox="1"/>
                <p:nvPr/>
              </p:nvSpPr>
              <p:spPr>
                <a:xfrm>
                  <a:off x="1261055" y="2918716"/>
                  <a:ext cx="392189" cy="3685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5EFBE74F-CE01-CA98-2BE6-13DF0BB303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1055" y="2918716"/>
                  <a:ext cx="392189" cy="36858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74397FAE-1ABE-C8C9-487C-FC46D42C2863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 flipH="1" flipV="1">
              <a:off x="2486025" y="742950"/>
              <a:ext cx="33048" cy="3293492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EB56FD3B-638A-F73D-3B4C-2C78359670D5}"/>
                </a:ext>
              </a:extLst>
            </p:cNvPr>
            <p:cNvCxnSpPr>
              <a:cxnSpLocks/>
              <a:endCxn id="51" idx="6"/>
            </p:cNvCxnSpPr>
            <p:nvPr/>
          </p:nvCxnSpPr>
          <p:spPr>
            <a:xfrm flipH="1" flipV="1">
              <a:off x="3386794" y="1287816"/>
              <a:ext cx="14129" cy="2748626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E2C26B37-E5B4-725F-3045-01296963B7FD}"/>
                </a:ext>
              </a:extLst>
            </p:cNvPr>
            <p:cNvCxnSpPr>
              <a:cxnSpLocks/>
              <a:endCxn id="50" idx="11"/>
            </p:cNvCxnSpPr>
            <p:nvPr/>
          </p:nvCxnSpPr>
          <p:spPr>
            <a:xfrm flipV="1">
              <a:off x="4309792" y="1444226"/>
              <a:ext cx="24083" cy="2592216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DDB95D36-5335-49F2-B6E1-EE4987B95536}"/>
                    </a:ext>
                  </a:extLst>
                </p:cNvPr>
                <p:cNvSpPr txBox="1"/>
                <p:nvPr/>
              </p:nvSpPr>
              <p:spPr>
                <a:xfrm>
                  <a:off x="2444641" y="2195508"/>
                  <a:ext cx="392189" cy="3931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DDB95D36-5335-49F2-B6E1-EE4987B955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4641" y="2195508"/>
                  <a:ext cx="392189" cy="393121"/>
                </a:xfrm>
                <a:prstGeom prst="rect">
                  <a:avLst/>
                </a:prstGeom>
                <a:blipFill>
                  <a:blip r:embed="rId5"/>
                  <a:stretch>
                    <a:fillRect r="-2812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CAFBEC49-11F7-39C6-4DBF-A8C38EF8CB43}"/>
                    </a:ext>
                  </a:extLst>
                </p:cNvPr>
                <p:cNvSpPr txBox="1"/>
                <p:nvPr/>
              </p:nvSpPr>
              <p:spPr>
                <a:xfrm>
                  <a:off x="3381323" y="2216332"/>
                  <a:ext cx="392189" cy="4042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CAFBEC49-11F7-39C6-4DBF-A8C38EF8CB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1323" y="2216332"/>
                  <a:ext cx="392189" cy="404213"/>
                </a:xfrm>
                <a:prstGeom prst="rect">
                  <a:avLst/>
                </a:prstGeom>
                <a:blipFill>
                  <a:blip r:embed="rId6"/>
                  <a:stretch>
                    <a:fillRect r="-2812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EF448984-F08C-6BB3-0A0E-676C53568BDD}"/>
                    </a:ext>
                  </a:extLst>
                </p:cNvPr>
                <p:cNvSpPr txBox="1"/>
                <p:nvPr/>
              </p:nvSpPr>
              <p:spPr>
                <a:xfrm>
                  <a:off x="4309792" y="2225257"/>
                  <a:ext cx="392189" cy="4042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s-CL" dirty="0"/>
                </a:p>
              </p:txBody>
            </p:sp>
          </mc:Choice>
          <mc:Fallback xmlns="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EF448984-F08C-6BB3-0A0E-676C53568B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9792" y="2225257"/>
                  <a:ext cx="392189" cy="404213"/>
                </a:xfrm>
                <a:prstGeom prst="rect">
                  <a:avLst/>
                </a:prstGeom>
                <a:blipFill>
                  <a:blip r:embed="rId7"/>
                  <a:stretch>
                    <a:fillRect r="-2812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75EE84D7-A995-6F32-7C2C-773486AED4A0}"/>
                </a:ext>
              </a:extLst>
            </p:cNvPr>
            <p:cNvSpPr/>
            <p:nvPr/>
          </p:nvSpPr>
          <p:spPr>
            <a:xfrm>
              <a:off x="1651966" y="3112879"/>
              <a:ext cx="3916841" cy="489280"/>
            </a:xfrm>
            <a:custGeom>
              <a:avLst/>
              <a:gdLst>
                <a:gd name="connsiteX0" fmla="*/ 0 w 3733800"/>
                <a:gd name="connsiteY0" fmla="*/ 36495 h 493716"/>
                <a:gd name="connsiteX1" fmla="*/ 676275 w 3733800"/>
                <a:gd name="connsiteY1" fmla="*/ 46020 h 493716"/>
                <a:gd name="connsiteX2" fmla="*/ 876300 w 3733800"/>
                <a:gd name="connsiteY2" fmla="*/ 436545 h 493716"/>
                <a:gd name="connsiteX3" fmla="*/ 962025 w 3733800"/>
                <a:gd name="connsiteY3" fmla="*/ 74595 h 493716"/>
                <a:gd name="connsiteX4" fmla="*/ 1666875 w 3733800"/>
                <a:gd name="connsiteY4" fmla="*/ 46020 h 493716"/>
                <a:gd name="connsiteX5" fmla="*/ 1752600 w 3733800"/>
                <a:gd name="connsiteY5" fmla="*/ 493695 h 493716"/>
                <a:gd name="connsiteX6" fmla="*/ 1819275 w 3733800"/>
                <a:gd name="connsiteY6" fmla="*/ 65070 h 493716"/>
                <a:gd name="connsiteX7" fmla="*/ 2600325 w 3733800"/>
                <a:gd name="connsiteY7" fmla="*/ 46020 h 493716"/>
                <a:gd name="connsiteX8" fmla="*/ 2647950 w 3733800"/>
                <a:gd name="connsiteY8" fmla="*/ 493695 h 493716"/>
                <a:gd name="connsiteX9" fmla="*/ 2733675 w 3733800"/>
                <a:gd name="connsiteY9" fmla="*/ 65070 h 493716"/>
                <a:gd name="connsiteX10" fmla="*/ 3733800 w 3733800"/>
                <a:gd name="connsiteY10" fmla="*/ 46020 h 493716"/>
                <a:gd name="connsiteX0" fmla="*/ 0 w 3733800"/>
                <a:gd name="connsiteY0" fmla="*/ 36495 h 493716"/>
                <a:gd name="connsiteX1" fmla="*/ 742950 w 3733800"/>
                <a:gd name="connsiteY1" fmla="*/ 74595 h 493716"/>
                <a:gd name="connsiteX2" fmla="*/ 876300 w 3733800"/>
                <a:gd name="connsiteY2" fmla="*/ 436545 h 493716"/>
                <a:gd name="connsiteX3" fmla="*/ 962025 w 3733800"/>
                <a:gd name="connsiteY3" fmla="*/ 74595 h 493716"/>
                <a:gd name="connsiteX4" fmla="*/ 1666875 w 3733800"/>
                <a:gd name="connsiteY4" fmla="*/ 46020 h 493716"/>
                <a:gd name="connsiteX5" fmla="*/ 1752600 w 3733800"/>
                <a:gd name="connsiteY5" fmla="*/ 493695 h 493716"/>
                <a:gd name="connsiteX6" fmla="*/ 1819275 w 3733800"/>
                <a:gd name="connsiteY6" fmla="*/ 65070 h 493716"/>
                <a:gd name="connsiteX7" fmla="*/ 2600325 w 3733800"/>
                <a:gd name="connsiteY7" fmla="*/ 46020 h 493716"/>
                <a:gd name="connsiteX8" fmla="*/ 2647950 w 3733800"/>
                <a:gd name="connsiteY8" fmla="*/ 493695 h 493716"/>
                <a:gd name="connsiteX9" fmla="*/ 2733675 w 3733800"/>
                <a:gd name="connsiteY9" fmla="*/ 65070 h 493716"/>
                <a:gd name="connsiteX10" fmla="*/ 3733800 w 3733800"/>
                <a:gd name="connsiteY10" fmla="*/ 46020 h 493716"/>
                <a:gd name="connsiteX0" fmla="*/ 0 w 3733800"/>
                <a:gd name="connsiteY0" fmla="*/ 42922 h 500143"/>
                <a:gd name="connsiteX1" fmla="*/ 742950 w 3733800"/>
                <a:gd name="connsiteY1" fmla="*/ 81022 h 500143"/>
                <a:gd name="connsiteX2" fmla="*/ 876300 w 3733800"/>
                <a:gd name="connsiteY2" fmla="*/ 442972 h 500143"/>
                <a:gd name="connsiteX3" fmla="*/ 962025 w 3733800"/>
                <a:gd name="connsiteY3" fmla="*/ 52447 h 500143"/>
                <a:gd name="connsiteX4" fmla="*/ 1666875 w 3733800"/>
                <a:gd name="connsiteY4" fmla="*/ 52447 h 500143"/>
                <a:gd name="connsiteX5" fmla="*/ 1752600 w 3733800"/>
                <a:gd name="connsiteY5" fmla="*/ 500122 h 500143"/>
                <a:gd name="connsiteX6" fmla="*/ 1819275 w 3733800"/>
                <a:gd name="connsiteY6" fmla="*/ 71497 h 500143"/>
                <a:gd name="connsiteX7" fmla="*/ 2600325 w 3733800"/>
                <a:gd name="connsiteY7" fmla="*/ 52447 h 500143"/>
                <a:gd name="connsiteX8" fmla="*/ 2647950 w 3733800"/>
                <a:gd name="connsiteY8" fmla="*/ 500122 h 500143"/>
                <a:gd name="connsiteX9" fmla="*/ 2733675 w 3733800"/>
                <a:gd name="connsiteY9" fmla="*/ 71497 h 500143"/>
                <a:gd name="connsiteX10" fmla="*/ 3733800 w 3733800"/>
                <a:gd name="connsiteY10" fmla="*/ 52447 h 500143"/>
                <a:gd name="connsiteX0" fmla="*/ 0 w 3733800"/>
                <a:gd name="connsiteY0" fmla="*/ 36496 h 493747"/>
                <a:gd name="connsiteX1" fmla="*/ 742950 w 3733800"/>
                <a:gd name="connsiteY1" fmla="*/ 74596 h 493747"/>
                <a:gd name="connsiteX2" fmla="*/ 876300 w 3733800"/>
                <a:gd name="connsiteY2" fmla="*/ 436546 h 493747"/>
                <a:gd name="connsiteX3" fmla="*/ 962025 w 3733800"/>
                <a:gd name="connsiteY3" fmla="*/ 46021 h 493747"/>
                <a:gd name="connsiteX4" fmla="*/ 1638300 w 3733800"/>
                <a:gd name="connsiteY4" fmla="*/ 93646 h 493747"/>
                <a:gd name="connsiteX5" fmla="*/ 1752600 w 3733800"/>
                <a:gd name="connsiteY5" fmla="*/ 493696 h 493747"/>
                <a:gd name="connsiteX6" fmla="*/ 1819275 w 3733800"/>
                <a:gd name="connsiteY6" fmla="*/ 65071 h 493747"/>
                <a:gd name="connsiteX7" fmla="*/ 2600325 w 3733800"/>
                <a:gd name="connsiteY7" fmla="*/ 46021 h 493747"/>
                <a:gd name="connsiteX8" fmla="*/ 2647950 w 3733800"/>
                <a:gd name="connsiteY8" fmla="*/ 493696 h 493747"/>
                <a:gd name="connsiteX9" fmla="*/ 2733675 w 3733800"/>
                <a:gd name="connsiteY9" fmla="*/ 65071 h 493747"/>
                <a:gd name="connsiteX10" fmla="*/ 3733800 w 3733800"/>
                <a:gd name="connsiteY10" fmla="*/ 46021 h 493747"/>
                <a:gd name="connsiteX0" fmla="*/ 0 w 3733800"/>
                <a:gd name="connsiteY0" fmla="*/ 28108 h 485329"/>
                <a:gd name="connsiteX1" fmla="*/ 742950 w 3733800"/>
                <a:gd name="connsiteY1" fmla="*/ 66208 h 485329"/>
                <a:gd name="connsiteX2" fmla="*/ 876300 w 3733800"/>
                <a:gd name="connsiteY2" fmla="*/ 428158 h 485329"/>
                <a:gd name="connsiteX3" fmla="*/ 962025 w 3733800"/>
                <a:gd name="connsiteY3" fmla="*/ 37633 h 485329"/>
                <a:gd name="connsiteX4" fmla="*/ 1638300 w 3733800"/>
                <a:gd name="connsiteY4" fmla="*/ 85258 h 485329"/>
                <a:gd name="connsiteX5" fmla="*/ 1752600 w 3733800"/>
                <a:gd name="connsiteY5" fmla="*/ 485308 h 485329"/>
                <a:gd name="connsiteX6" fmla="*/ 1838325 w 3733800"/>
                <a:gd name="connsiteY6" fmla="*/ 75733 h 485329"/>
                <a:gd name="connsiteX7" fmla="*/ 2600325 w 3733800"/>
                <a:gd name="connsiteY7" fmla="*/ 37633 h 485329"/>
                <a:gd name="connsiteX8" fmla="*/ 2647950 w 3733800"/>
                <a:gd name="connsiteY8" fmla="*/ 485308 h 485329"/>
                <a:gd name="connsiteX9" fmla="*/ 2733675 w 3733800"/>
                <a:gd name="connsiteY9" fmla="*/ 56683 h 485329"/>
                <a:gd name="connsiteX10" fmla="*/ 3733800 w 3733800"/>
                <a:gd name="connsiteY10" fmla="*/ 37633 h 485329"/>
                <a:gd name="connsiteX0" fmla="*/ 0 w 3733800"/>
                <a:gd name="connsiteY0" fmla="*/ 28108 h 485329"/>
                <a:gd name="connsiteX1" fmla="*/ 742950 w 3733800"/>
                <a:gd name="connsiteY1" fmla="*/ 66208 h 485329"/>
                <a:gd name="connsiteX2" fmla="*/ 876300 w 3733800"/>
                <a:gd name="connsiteY2" fmla="*/ 428158 h 485329"/>
                <a:gd name="connsiteX3" fmla="*/ 962025 w 3733800"/>
                <a:gd name="connsiteY3" fmla="*/ 37633 h 485329"/>
                <a:gd name="connsiteX4" fmla="*/ 1638300 w 3733800"/>
                <a:gd name="connsiteY4" fmla="*/ 85258 h 485329"/>
                <a:gd name="connsiteX5" fmla="*/ 1752600 w 3733800"/>
                <a:gd name="connsiteY5" fmla="*/ 485308 h 485329"/>
                <a:gd name="connsiteX6" fmla="*/ 1838325 w 3733800"/>
                <a:gd name="connsiteY6" fmla="*/ 75733 h 485329"/>
                <a:gd name="connsiteX7" fmla="*/ 2600325 w 3733800"/>
                <a:gd name="connsiteY7" fmla="*/ 37633 h 485329"/>
                <a:gd name="connsiteX8" fmla="*/ 2647950 w 3733800"/>
                <a:gd name="connsiteY8" fmla="*/ 485308 h 485329"/>
                <a:gd name="connsiteX9" fmla="*/ 2733675 w 3733800"/>
                <a:gd name="connsiteY9" fmla="*/ 56683 h 485329"/>
                <a:gd name="connsiteX10" fmla="*/ 3733800 w 3733800"/>
                <a:gd name="connsiteY10" fmla="*/ 37633 h 485329"/>
                <a:gd name="connsiteX0" fmla="*/ 0 w 3733800"/>
                <a:gd name="connsiteY0" fmla="*/ 32589 h 489811"/>
                <a:gd name="connsiteX1" fmla="*/ 742950 w 3733800"/>
                <a:gd name="connsiteY1" fmla="*/ 70689 h 489811"/>
                <a:gd name="connsiteX2" fmla="*/ 876300 w 3733800"/>
                <a:gd name="connsiteY2" fmla="*/ 432639 h 489811"/>
                <a:gd name="connsiteX3" fmla="*/ 962025 w 3733800"/>
                <a:gd name="connsiteY3" fmla="*/ 42114 h 489811"/>
                <a:gd name="connsiteX4" fmla="*/ 1638300 w 3733800"/>
                <a:gd name="connsiteY4" fmla="*/ 61164 h 489811"/>
                <a:gd name="connsiteX5" fmla="*/ 1752600 w 3733800"/>
                <a:gd name="connsiteY5" fmla="*/ 489789 h 489811"/>
                <a:gd name="connsiteX6" fmla="*/ 1838325 w 3733800"/>
                <a:gd name="connsiteY6" fmla="*/ 80214 h 489811"/>
                <a:gd name="connsiteX7" fmla="*/ 2600325 w 3733800"/>
                <a:gd name="connsiteY7" fmla="*/ 42114 h 489811"/>
                <a:gd name="connsiteX8" fmla="*/ 2647950 w 3733800"/>
                <a:gd name="connsiteY8" fmla="*/ 489789 h 489811"/>
                <a:gd name="connsiteX9" fmla="*/ 2733675 w 3733800"/>
                <a:gd name="connsiteY9" fmla="*/ 61164 h 489811"/>
                <a:gd name="connsiteX10" fmla="*/ 3733800 w 3733800"/>
                <a:gd name="connsiteY10" fmla="*/ 42114 h 489811"/>
                <a:gd name="connsiteX0" fmla="*/ 0 w 3733800"/>
                <a:gd name="connsiteY0" fmla="*/ 64153 h 521481"/>
                <a:gd name="connsiteX1" fmla="*/ 742950 w 3733800"/>
                <a:gd name="connsiteY1" fmla="*/ 102253 h 521481"/>
                <a:gd name="connsiteX2" fmla="*/ 876300 w 3733800"/>
                <a:gd name="connsiteY2" fmla="*/ 464203 h 521481"/>
                <a:gd name="connsiteX3" fmla="*/ 962025 w 3733800"/>
                <a:gd name="connsiteY3" fmla="*/ 73678 h 521481"/>
                <a:gd name="connsiteX4" fmla="*/ 1638300 w 3733800"/>
                <a:gd name="connsiteY4" fmla="*/ 92728 h 521481"/>
                <a:gd name="connsiteX5" fmla="*/ 1752600 w 3733800"/>
                <a:gd name="connsiteY5" fmla="*/ 521353 h 521481"/>
                <a:gd name="connsiteX6" fmla="*/ 1866900 w 3733800"/>
                <a:gd name="connsiteY6" fmla="*/ 45103 h 521481"/>
                <a:gd name="connsiteX7" fmla="*/ 2600325 w 3733800"/>
                <a:gd name="connsiteY7" fmla="*/ 73678 h 521481"/>
                <a:gd name="connsiteX8" fmla="*/ 2647950 w 3733800"/>
                <a:gd name="connsiteY8" fmla="*/ 521353 h 521481"/>
                <a:gd name="connsiteX9" fmla="*/ 2733675 w 3733800"/>
                <a:gd name="connsiteY9" fmla="*/ 92728 h 521481"/>
                <a:gd name="connsiteX10" fmla="*/ 3733800 w 3733800"/>
                <a:gd name="connsiteY10" fmla="*/ 73678 h 521481"/>
                <a:gd name="connsiteX0" fmla="*/ 0 w 3733800"/>
                <a:gd name="connsiteY0" fmla="*/ 41099 h 498427"/>
                <a:gd name="connsiteX1" fmla="*/ 742950 w 3733800"/>
                <a:gd name="connsiteY1" fmla="*/ 79199 h 498427"/>
                <a:gd name="connsiteX2" fmla="*/ 876300 w 3733800"/>
                <a:gd name="connsiteY2" fmla="*/ 441149 h 498427"/>
                <a:gd name="connsiteX3" fmla="*/ 962025 w 3733800"/>
                <a:gd name="connsiteY3" fmla="*/ 50624 h 498427"/>
                <a:gd name="connsiteX4" fmla="*/ 1638300 w 3733800"/>
                <a:gd name="connsiteY4" fmla="*/ 69674 h 498427"/>
                <a:gd name="connsiteX5" fmla="*/ 1752600 w 3733800"/>
                <a:gd name="connsiteY5" fmla="*/ 498299 h 498427"/>
                <a:gd name="connsiteX6" fmla="*/ 1866900 w 3733800"/>
                <a:gd name="connsiteY6" fmla="*/ 22049 h 498427"/>
                <a:gd name="connsiteX7" fmla="*/ 2600325 w 3733800"/>
                <a:gd name="connsiteY7" fmla="*/ 50624 h 498427"/>
                <a:gd name="connsiteX8" fmla="*/ 2647950 w 3733800"/>
                <a:gd name="connsiteY8" fmla="*/ 498299 h 498427"/>
                <a:gd name="connsiteX9" fmla="*/ 2733675 w 3733800"/>
                <a:gd name="connsiteY9" fmla="*/ 69674 h 498427"/>
                <a:gd name="connsiteX10" fmla="*/ 3733800 w 3733800"/>
                <a:gd name="connsiteY10" fmla="*/ 50624 h 498427"/>
                <a:gd name="connsiteX0" fmla="*/ 0 w 3733800"/>
                <a:gd name="connsiteY0" fmla="*/ 64152 h 521480"/>
                <a:gd name="connsiteX1" fmla="*/ 742950 w 3733800"/>
                <a:gd name="connsiteY1" fmla="*/ 102252 h 521480"/>
                <a:gd name="connsiteX2" fmla="*/ 876300 w 3733800"/>
                <a:gd name="connsiteY2" fmla="*/ 464202 h 521480"/>
                <a:gd name="connsiteX3" fmla="*/ 962025 w 3733800"/>
                <a:gd name="connsiteY3" fmla="*/ 73677 h 521480"/>
                <a:gd name="connsiteX4" fmla="*/ 1638300 w 3733800"/>
                <a:gd name="connsiteY4" fmla="*/ 92727 h 521480"/>
                <a:gd name="connsiteX5" fmla="*/ 1752600 w 3733800"/>
                <a:gd name="connsiteY5" fmla="*/ 521352 h 521480"/>
                <a:gd name="connsiteX6" fmla="*/ 1866900 w 3733800"/>
                <a:gd name="connsiteY6" fmla="*/ 45102 h 521480"/>
                <a:gd name="connsiteX7" fmla="*/ 2543175 w 3733800"/>
                <a:gd name="connsiteY7" fmla="*/ 73677 h 521480"/>
                <a:gd name="connsiteX8" fmla="*/ 2647950 w 3733800"/>
                <a:gd name="connsiteY8" fmla="*/ 521352 h 521480"/>
                <a:gd name="connsiteX9" fmla="*/ 2733675 w 3733800"/>
                <a:gd name="connsiteY9" fmla="*/ 92727 h 521480"/>
                <a:gd name="connsiteX10" fmla="*/ 3733800 w 3733800"/>
                <a:gd name="connsiteY10" fmla="*/ 73677 h 521480"/>
                <a:gd name="connsiteX0" fmla="*/ 0 w 3733800"/>
                <a:gd name="connsiteY0" fmla="*/ 64152 h 521480"/>
                <a:gd name="connsiteX1" fmla="*/ 742950 w 3733800"/>
                <a:gd name="connsiteY1" fmla="*/ 102252 h 521480"/>
                <a:gd name="connsiteX2" fmla="*/ 876300 w 3733800"/>
                <a:gd name="connsiteY2" fmla="*/ 464202 h 521480"/>
                <a:gd name="connsiteX3" fmla="*/ 962025 w 3733800"/>
                <a:gd name="connsiteY3" fmla="*/ 73677 h 521480"/>
                <a:gd name="connsiteX4" fmla="*/ 1638300 w 3733800"/>
                <a:gd name="connsiteY4" fmla="*/ 92727 h 521480"/>
                <a:gd name="connsiteX5" fmla="*/ 1752600 w 3733800"/>
                <a:gd name="connsiteY5" fmla="*/ 521352 h 521480"/>
                <a:gd name="connsiteX6" fmla="*/ 1866900 w 3733800"/>
                <a:gd name="connsiteY6" fmla="*/ 45102 h 521480"/>
                <a:gd name="connsiteX7" fmla="*/ 2543175 w 3733800"/>
                <a:gd name="connsiteY7" fmla="*/ 73677 h 521480"/>
                <a:gd name="connsiteX8" fmla="*/ 2647950 w 3733800"/>
                <a:gd name="connsiteY8" fmla="*/ 521352 h 521480"/>
                <a:gd name="connsiteX9" fmla="*/ 2790825 w 3733800"/>
                <a:gd name="connsiteY9" fmla="*/ 92727 h 521480"/>
                <a:gd name="connsiteX10" fmla="*/ 3733800 w 3733800"/>
                <a:gd name="connsiteY10" fmla="*/ 73677 h 521480"/>
                <a:gd name="connsiteX0" fmla="*/ 0 w 3905250"/>
                <a:gd name="connsiteY0" fmla="*/ 64152 h 521480"/>
                <a:gd name="connsiteX1" fmla="*/ 742950 w 3905250"/>
                <a:gd name="connsiteY1" fmla="*/ 102252 h 521480"/>
                <a:gd name="connsiteX2" fmla="*/ 876300 w 3905250"/>
                <a:gd name="connsiteY2" fmla="*/ 464202 h 521480"/>
                <a:gd name="connsiteX3" fmla="*/ 962025 w 3905250"/>
                <a:gd name="connsiteY3" fmla="*/ 73677 h 521480"/>
                <a:gd name="connsiteX4" fmla="*/ 1638300 w 3905250"/>
                <a:gd name="connsiteY4" fmla="*/ 92727 h 521480"/>
                <a:gd name="connsiteX5" fmla="*/ 1752600 w 3905250"/>
                <a:gd name="connsiteY5" fmla="*/ 521352 h 521480"/>
                <a:gd name="connsiteX6" fmla="*/ 1866900 w 3905250"/>
                <a:gd name="connsiteY6" fmla="*/ 45102 h 521480"/>
                <a:gd name="connsiteX7" fmla="*/ 2543175 w 3905250"/>
                <a:gd name="connsiteY7" fmla="*/ 73677 h 521480"/>
                <a:gd name="connsiteX8" fmla="*/ 2647950 w 3905250"/>
                <a:gd name="connsiteY8" fmla="*/ 521352 h 521480"/>
                <a:gd name="connsiteX9" fmla="*/ 2790825 w 3905250"/>
                <a:gd name="connsiteY9" fmla="*/ 92727 h 521480"/>
                <a:gd name="connsiteX10" fmla="*/ 3905250 w 3905250"/>
                <a:gd name="connsiteY10" fmla="*/ 111777 h 521480"/>
                <a:gd name="connsiteX0" fmla="*/ 0 w 3905250"/>
                <a:gd name="connsiteY0" fmla="*/ 64152 h 521480"/>
                <a:gd name="connsiteX1" fmla="*/ 742950 w 3905250"/>
                <a:gd name="connsiteY1" fmla="*/ 102252 h 521480"/>
                <a:gd name="connsiteX2" fmla="*/ 876300 w 3905250"/>
                <a:gd name="connsiteY2" fmla="*/ 464202 h 521480"/>
                <a:gd name="connsiteX3" fmla="*/ 962025 w 3905250"/>
                <a:gd name="connsiteY3" fmla="*/ 73677 h 521480"/>
                <a:gd name="connsiteX4" fmla="*/ 1638300 w 3905250"/>
                <a:gd name="connsiteY4" fmla="*/ 92727 h 521480"/>
                <a:gd name="connsiteX5" fmla="*/ 1752600 w 3905250"/>
                <a:gd name="connsiteY5" fmla="*/ 521352 h 521480"/>
                <a:gd name="connsiteX6" fmla="*/ 1866900 w 3905250"/>
                <a:gd name="connsiteY6" fmla="*/ 45102 h 521480"/>
                <a:gd name="connsiteX7" fmla="*/ 2543175 w 3905250"/>
                <a:gd name="connsiteY7" fmla="*/ 73677 h 521480"/>
                <a:gd name="connsiteX8" fmla="*/ 2647950 w 3905250"/>
                <a:gd name="connsiteY8" fmla="*/ 521352 h 521480"/>
                <a:gd name="connsiteX9" fmla="*/ 2790825 w 3905250"/>
                <a:gd name="connsiteY9" fmla="*/ 92727 h 521480"/>
                <a:gd name="connsiteX10" fmla="*/ 3905250 w 3905250"/>
                <a:gd name="connsiteY10" fmla="*/ 111777 h 521480"/>
                <a:gd name="connsiteX0" fmla="*/ 0 w 3876675"/>
                <a:gd name="connsiteY0" fmla="*/ 68088 h 525416"/>
                <a:gd name="connsiteX1" fmla="*/ 742950 w 3876675"/>
                <a:gd name="connsiteY1" fmla="*/ 106188 h 525416"/>
                <a:gd name="connsiteX2" fmla="*/ 876300 w 3876675"/>
                <a:gd name="connsiteY2" fmla="*/ 468138 h 525416"/>
                <a:gd name="connsiteX3" fmla="*/ 962025 w 3876675"/>
                <a:gd name="connsiteY3" fmla="*/ 77613 h 525416"/>
                <a:gd name="connsiteX4" fmla="*/ 1638300 w 3876675"/>
                <a:gd name="connsiteY4" fmla="*/ 96663 h 525416"/>
                <a:gd name="connsiteX5" fmla="*/ 1752600 w 3876675"/>
                <a:gd name="connsiteY5" fmla="*/ 525288 h 525416"/>
                <a:gd name="connsiteX6" fmla="*/ 1866900 w 3876675"/>
                <a:gd name="connsiteY6" fmla="*/ 49038 h 525416"/>
                <a:gd name="connsiteX7" fmla="*/ 2543175 w 3876675"/>
                <a:gd name="connsiteY7" fmla="*/ 77613 h 525416"/>
                <a:gd name="connsiteX8" fmla="*/ 2647950 w 3876675"/>
                <a:gd name="connsiteY8" fmla="*/ 525288 h 525416"/>
                <a:gd name="connsiteX9" fmla="*/ 2790825 w 3876675"/>
                <a:gd name="connsiteY9" fmla="*/ 96663 h 525416"/>
                <a:gd name="connsiteX10" fmla="*/ 3876675 w 3876675"/>
                <a:gd name="connsiteY10" fmla="*/ 39513 h 525416"/>
                <a:gd name="connsiteX0" fmla="*/ 0 w 3876675"/>
                <a:gd name="connsiteY0" fmla="*/ 64153 h 521481"/>
                <a:gd name="connsiteX1" fmla="*/ 742950 w 3876675"/>
                <a:gd name="connsiteY1" fmla="*/ 102253 h 521481"/>
                <a:gd name="connsiteX2" fmla="*/ 876300 w 3876675"/>
                <a:gd name="connsiteY2" fmla="*/ 464203 h 521481"/>
                <a:gd name="connsiteX3" fmla="*/ 962025 w 3876675"/>
                <a:gd name="connsiteY3" fmla="*/ 73678 h 521481"/>
                <a:gd name="connsiteX4" fmla="*/ 1638300 w 3876675"/>
                <a:gd name="connsiteY4" fmla="*/ 92728 h 521481"/>
                <a:gd name="connsiteX5" fmla="*/ 1752600 w 3876675"/>
                <a:gd name="connsiteY5" fmla="*/ 521353 h 521481"/>
                <a:gd name="connsiteX6" fmla="*/ 1866900 w 3876675"/>
                <a:gd name="connsiteY6" fmla="*/ 45103 h 521481"/>
                <a:gd name="connsiteX7" fmla="*/ 2543175 w 3876675"/>
                <a:gd name="connsiteY7" fmla="*/ 73678 h 521481"/>
                <a:gd name="connsiteX8" fmla="*/ 2647950 w 3876675"/>
                <a:gd name="connsiteY8" fmla="*/ 521353 h 521481"/>
                <a:gd name="connsiteX9" fmla="*/ 2790825 w 3876675"/>
                <a:gd name="connsiteY9" fmla="*/ 92728 h 521481"/>
                <a:gd name="connsiteX10" fmla="*/ 3876675 w 3876675"/>
                <a:gd name="connsiteY10" fmla="*/ 35578 h 521481"/>
                <a:gd name="connsiteX0" fmla="*/ 0 w 3876675"/>
                <a:gd name="connsiteY0" fmla="*/ 32590 h 489812"/>
                <a:gd name="connsiteX1" fmla="*/ 742950 w 3876675"/>
                <a:gd name="connsiteY1" fmla="*/ 70690 h 489812"/>
                <a:gd name="connsiteX2" fmla="*/ 876300 w 3876675"/>
                <a:gd name="connsiteY2" fmla="*/ 432640 h 489812"/>
                <a:gd name="connsiteX3" fmla="*/ 962025 w 3876675"/>
                <a:gd name="connsiteY3" fmla="*/ 42115 h 489812"/>
                <a:gd name="connsiteX4" fmla="*/ 1638300 w 3876675"/>
                <a:gd name="connsiteY4" fmla="*/ 61165 h 489812"/>
                <a:gd name="connsiteX5" fmla="*/ 1752600 w 3876675"/>
                <a:gd name="connsiteY5" fmla="*/ 489790 h 489812"/>
                <a:gd name="connsiteX6" fmla="*/ 1876425 w 3876675"/>
                <a:gd name="connsiteY6" fmla="*/ 80215 h 489812"/>
                <a:gd name="connsiteX7" fmla="*/ 2543175 w 3876675"/>
                <a:gd name="connsiteY7" fmla="*/ 42115 h 489812"/>
                <a:gd name="connsiteX8" fmla="*/ 2647950 w 3876675"/>
                <a:gd name="connsiteY8" fmla="*/ 489790 h 489812"/>
                <a:gd name="connsiteX9" fmla="*/ 2790825 w 3876675"/>
                <a:gd name="connsiteY9" fmla="*/ 61165 h 489812"/>
                <a:gd name="connsiteX10" fmla="*/ 3876675 w 3876675"/>
                <a:gd name="connsiteY10" fmla="*/ 4015 h 489812"/>
                <a:gd name="connsiteX0" fmla="*/ 0 w 3876675"/>
                <a:gd name="connsiteY0" fmla="*/ 41269 h 498490"/>
                <a:gd name="connsiteX1" fmla="*/ 742950 w 3876675"/>
                <a:gd name="connsiteY1" fmla="*/ 79369 h 498490"/>
                <a:gd name="connsiteX2" fmla="*/ 876300 w 3876675"/>
                <a:gd name="connsiteY2" fmla="*/ 441319 h 498490"/>
                <a:gd name="connsiteX3" fmla="*/ 962025 w 3876675"/>
                <a:gd name="connsiteY3" fmla="*/ 50794 h 498490"/>
                <a:gd name="connsiteX4" fmla="*/ 1638300 w 3876675"/>
                <a:gd name="connsiteY4" fmla="*/ 69844 h 498490"/>
                <a:gd name="connsiteX5" fmla="*/ 1752600 w 3876675"/>
                <a:gd name="connsiteY5" fmla="*/ 498469 h 498490"/>
                <a:gd name="connsiteX6" fmla="*/ 1857375 w 3876675"/>
                <a:gd name="connsiteY6" fmla="*/ 60319 h 498490"/>
                <a:gd name="connsiteX7" fmla="*/ 2543175 w 3876675"/>
                <a:gd name="connsiteY7" fmla="*/ 50794 h 498490"/>
                <a:gd name="connsiteX8" fmla="*/ 2647950 w 3876675"/>
                <a:gd name="connsiteY8" fmla="*/ 498469 h 498490"/>
                <a:gd name="connsiteX9" fmla="*/ 2790825 w 3876675"/>
                <a:gd name="connsiteY9" fmla="*/ 69844 h 498490"/>
                <a:gd name="connsiteX10" fmla="*/ 3876675 w 3876675"/>
                <a:gd name="connsiteY10" fmla="*/ 12694 h 498490"/>
                <a:gd name="connsiteX0" fmla="*/ 0 w 3876675"/>
                <a:gd name="connsiteY0" fmla="*/ 32590 h 489795"/>
                <a:gd name="connsiteX1" fmla="*/ 742950 w 3876675"/>
                <a:gd name="connsiteY1" fmla="*/ 70690 h 489795"/>
                <a:gd name="connsiteX2" fmla="*/ 876300 w 3876675"/>
                <a:gd name="connsiteY2" fmla="*/ 432640 h 489795"/>
                <a:gd name="connsiteX3" fmla="*/ 962025 w 3876675"/>
                <a:gd name="connsiteY3" fmla="*/ 42115 h 489795"/>
                <a:gd name="connsiteX4" fmla="*/ 1638300 w 3876675"/>
                <a:gd name="connsiteY4" fmla="*/ 61165 h 489795"/>
                <a:gd name="connsiteX5" fmla="*/ 1752600 w 3876675"/>
                <a:gd name="connsiteY5" fmla="*/ 489790 h 489795"/>
                <a:gd name="connsiteX6" fmla="*/ 1857375 w 3876675"/>
                <a:gd name="connsiteY6" fmla="*/ 51640 h 489795"/>
                <a:gd name="connsiteX7" fmla="*/ 2543175 w 3876675"/>
                <a:gd name="connsiteY7" fmla="*/ 70690 h 489795"/>
                <a:gd name="connsiteX8" fmla="*/ 2647950 w 3876675"/>
                <a:gd name="connsiteY8" fmla="*/ 489790 h 489795"/>
                <a:gd name="connsiteX9" fmla="*/ 2790825 w 3876675"/>
                <a:gd name="connsiteY9" fmla="*/ 61165 h 489795"/>
                <a:gd name="connsiteX10" fmla="*/ 3876675 w 3876675"/>
                <a:gd name="connsiteY10" fmla="*/ 4015 h 489795"/>
                <a:gd name="connsiteX0" fmla="*/ 0 w 3876675"/>
                <a:gd name="connsiteY0" fmla="*/ 32075 h 489280"/>
                <a:gd name="connsiteX1" fmla="*/ 742950 w 3876675"/>
                <a:gd name="connsiteY1" fmla="*/ 70175 h 489280"/>
                <a:gd name="connsiteX2" fmla="*/ 853440 w 3876675"/>
                <a:gd name="connsiteY2" fmla="*/ 424505 h 489280"/>
                <a:gd name="connsiteX3" fmla="*/ 962025 w 3876675"/>
                <a:gd name="connsiteY3" fmla="*/ 41600 h 489280"/>
                <a:gd name="connsiteX4" fmla="*/ 1638300 w 3876675"/>
                <a:gd name="connsiteY4" fmla="*/ 60650 h 489280"/>
                <a:gd name="connsiteX5" fmla="*/ 1752600 w 3876675"/>
                <a:gd name="connsiteY5" fmla="*/ 489275 h 489280"/>
                <a:gd name="connsiteX6" fmla="*/ 1857375 w 3876675"/>
                <a:gd name="connsiteY6" fmla="*/ 51125 h 489280"/>
                <a:gd name="connsiteX7" fmla="*/ 2543175 w 3876675"/>
                <a:gd name="connsiteY7" fmla="*/ 70175 h 489280"/>
                <a:gd name="connsiteX8" fmla="*/ 2647950 w 3876675"/>
                <a:gd name="connsiteY8" fmla="*/ 489275 h 489280"/>
                <a:gd name="connsiteX9" fmla="*/ 2790825 w 3876675"/>
                <a:gd name="connsiteY9" fmla="*/ 60650 h 489280"/>
                <a:gd name="connsiteX10" fmla="*/ 3876675 w 3876675"/>
                <a:gd name="connsiteY10" fmla="*/ 3500 h 48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6675" h="489280">
                  <a:moveTo>
                    <a:pt x="0" y="32075"/>
                  </a:moveTo>
                  <a:cubicBezTo>
                    <a:pt x="265112" y="3500"/>
                    <a:pt x="600710" y="4770"/>
                    <a:pt x="742950" y="70175"/>
                  </a:cubicBezTo>
                  <a:cubicBezTo>
                    <a:pt x="885190" y="135580"/>
                    <a:pt x="816928" y="429268"/>
                    <a:pt x="853440" y="424505"/>
                  </a:cubicBezTo>
                  <a:cubicBezTo>
                    <a:pt x="889953" y="419743"/>
                    <a:pt x="831215" y="102243"/>
                    <a:pt x="962025" y="41600"/>
                  </a:cubicBezTo>
                  <a:cubicBezTo>
                    <a:pt x="1092835" y="-19043"/>
                    <a:pt x="1506538" y="-13962"/>
                    <a:pt x="1638300" y="60650"/>
                  </a:cubicBezTo>
                  <a:cubicBezTo>
                    <a:pt x="1770062" y="135262"/>
                    <a:pt x="1716088" y="490862"/>
                    <a:pt x="1752600" y="489275"/>
                  </a:cubicBezTo>
                  <a:cubicBezTo>
                    <a:pt x="1789112" y="487688"/>
                    <a:pt x="1725612" y="120975"/>
                    <a:pt x="1857375" y="51125"/>
                  </a:cubicBezTo>
                  <a:cubicBezTo>
                    <a:pt x="1989138" y="-18725"/>
                    <a:pt x="2411413" y="-2850"/>
                    <a:pt x="2543175" y="70175"/>
                  </a:cubicBezTo>
                  <a:cubicBezTo>
                    <a:pt x="2674937" y="143200"/>
                    <a:pt x="2606675" y="490862"/>
                    <a:pt x="2647950" y="489275"/>
                  </a:cubicBezTo>
                  <a:cubicBezTo>
                    <a:pt x="2689225" y="487688"/>
                    <a:pt x="2609850" y="135263"/>
                    <a:pt x="2790825" y="60650"/>
                  </a:cubicBezTo>
                  <a:cubicBezTo>
                    <a:pt x="2971800" y="-13963"/>
                    <a:pt x="3476625" y="4293"/>
                    <a:pt x="3876675" y="3500"/>
                  </a:cubicBezTo>
                </a:path>
              </a:pathLst>
            </a:custGeom>
            <a:noFill/>
            <a:ln w="19050">
              <a:solidFill>
                <a:srgbClr val="CC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7A8BCBB3-2439-26C2-8AE9-30ED5DF9E02D}"/>
                    </a:ext>
                  </a:extLst>
                </p:cNvPr>
                <p:cNvSpPr txBox="1"/>
                <p:nvPr/>
              </p:nvSpPr>
              <p:spPr>
                <a:xfrm>
                  <a:off x="2519073" y="3381862"/>
                  <a:ext cx="26672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  <m:t>0.5</m:t>
                        </m:r>
                      </m:oMath>
                    </m:oMathPara>
                  </a14:m>
                  <a:endParaRPr lang="es-CL" sz="1400" dirty="0">
                    <a:solidFill>
                      <a:srgbClr val="CC00FF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7A8BCBB3-2439-26C2-8AE9-30ED5DF9E0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9073" y="3381862"/>
                  <a:ext cx="266726" cy="307777"/>
                </a:xfrm>
                <a:prstGeom prst="rect">
                  <a:avLst/>
                </a:prstGeom>
                <a:blipFill>
                  <a:blip r:embed="rId8"/>
                  <a:stretch>
                    <a:fillRect r="-4545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Forma libre: forma 48">
              <a:extLst>
                <a:ext uri="{FF2B5EF4-FFF2-40B4-BE49-F238E27FC236}">
                  <a16:creationId xmlns:a16="http://schemas.microsoft.com/office/drawing/2014/main" id="{B7F0C2EA-57B9-4DFD-2AB4-7EC97F67A93B}"/>
                </a:ext>
              </a:extLst>
            </p:cNvPr>
            <p:cNvSpPr/>
            <p:nvPr/>
          </p:nvSpPr>
          <p:spPr>
            <a:xfrm>
              <a:off x="1657350" y="742448"/>
              <a:ext cx="3962400" cy="1240531"/>
            </a:xfrm>
            <a:custGeom>
              <a:avLst/>
              <a:gdLst>
                <a:gd name="connsiteX0" fmla="*/ 0 w 3952875"/>
                <a:gd name="connsiteY0" fmla="*/ 690393 h 854097"/>
                <a:gd name="connsiteX1" fmla="*/ 685800 w 3952875"/>
                <a:gd name="connsiteY1" fmla="*/ 661818 h 854097"/>
                <a:gd name="connsiteX2" fmla="*/ 838200 w 3952875"/>
                <a:gd name="connsiteY2" fmla="*/ 4593 h 854097"/>
                <a:gd name="connsiteX3" fmla="*/ 990600 w 3952875"/>
                <a:gd name="connsiteY3" fmla="*/ 376068 h 854097"/>
                <a:gd name="connsiteX4" fmla="*/ 1419225 w 3952875"/>
                <a:gd name="connsiteY4" fmla="*/ 499893 h 854097"/>
                <a:gd name="connsiteX5" fmla="*/ 1638300 w 3952875"/>
                <a:gd name="connsiteY5" fmla="*/ 423693 h 854097"/>
                <a:gd name="connsiteX6" fmla="*/ 1733550 w 3952875"/>
                <a:gd name="connsiteY6" fmla="*/ 214143 h 854097"/>
                <a:gd name="connsiteX7" fmla="*/ 1809750 w 3952875"/>
                <a:gd name="connsiteY7" fmla="*/ 442743 h 854097"/>
                <a:gd name="connsiteX8" fmla="*/ 2200275 w 3952875"/>
                <a:gd name="connsiteY8" fmla="*/ 537993 h 854097"/>
                <a:gd name="connsiteX9" fmla="*/ 2390775 w 3952875"/>
                <a:gd name="connsiteY9" fmla="*/ 490368 h 854097"/>
                <a:gd name="connsiteX10" fmla="*/ 2552700 w 3952875"/>
                <a:gd name="connsiteY10" fmla="*/ 461793 h 854097"/>
                <a:gd name="connsiteX11" fmla="*/ 2628900 w 3952875"/>
                <a:gd name="connsiteY11" fmla="*/ 290343 h 854097"/>
                <a:gd name="connsiteX12" fmla="*/ 2781300 w 3952875"/>
                <a:gd name="connsiteY12" fmla="*/ 537993 h 854097"/>
                <a:gd name="connsiteX13" fmla="*/ 3581400 w 3952875"/>
                <a:gd name="connsiteY13" fmla="*/ 814218 h 854097"/>
                <a:gd name="connsiteX14" fmla="*/ 3952875 w 3952875"/>
                <a:gd name="connsiteY14" fmla="*/ 852318 h 854097"/>
                <a:gd name="connsiteX0" fmla="*/ 0 w 3952875"/>
                <a:gd name="connsiteY0" fmla="*/ 690393 h 854097"/>
                <a:gd name="connsiteX1" fmla="*/ 685800 w 3952875"/>
                <a:gd name="connsiteY1" fmla="*/ 661818 h 854097"/>
                <a:gd name="connsiteX2" fmla="*/ 838200 w 3952875"/>
                <a:gd name="connsiteY2" fmla="*/ 4593 h 854097"/>
                <a:gd name="connsiteX3" fmla="*/ 990600 w 3952875"/>
                <a:gd name="connsiteY3" fmla="*/ 376068 h 854097"/>
                <a:gd name="connsiteX4" fmla="*/ 1419225 w 3952875"/>
                <a:gd name="connsiteY4" fmla="*/ 499893 h 854097"/>
                <a:gd name="connsiteX5" fmla="*/ 1638300 w 3952875"/>
                <a:gd name="connsiteY5" fmla="*/ 423693 h 854097"/>
                <a:gd name="connsiteX6" fmla="*/ 1733550 w 3952875"/>
                <a:gd name="connsiteY6" fmla="*/ 214143 h 854097"/>
                <a:gd name="connsiteX7" fmla="*/ 1809750 w 3952875"/>
                <a:gd name="connsiteY7" fmla="*/ 442743 h 854097"/>
                <a:gd name="connsiteX8" fmla="*/ 2200275 w 3952875"/>
                <a:gd name="connsiteY8" fmla="*/ 537993 h 854097"/>
                <a:gd name="connsiteX9" fmla="*/ 2390775 w 3952875"/>
                <a:gd name="connsiteY9" fmla="*/ 518943 h 854097"/>
                <a:gd name="connsiteX10" fmla="*/ 2552700 w 3952875"/>
                <a:gd name="connsiteY10" fmla="*/ 461793 h 854097"/>
                <a:gd name="connsiteX11" fmla="*/ 2628900 w 3952875"/>
                <a:gd name="connsiteY11" fmla="*/ 290343 h 854097"/>
                <a:gd name="connsiteX12" fmla="*/ 2781300 w 3952875"/>
                <a:gd name="connsiteY12" fmla="*/ 537993 h 854097"/>
                <a:gd name="connsiteX13" fmla="*/ 3581400 w 3952875"/>
                <a:gd name="connsiteY13" fmla="*/ 814218 h 854097"/>
                <a:gd name="connsiteX14" fmla="*/ 3952875 w 3952875"/>
                <a:gd name="connsiteY14" fmla="*/ 852318 h 854097"/>
                <a:gd name="connsiteX0" fmla="*/ 0 w 3952875"/>
                <a:gd name="connsiteY0" fmla="*/ 690393 h 854097"/>
                <a:gd name="connsiteX1" fmla="*/ 685800 w 3952875"/>
                <a:gd name="connsiteY1" fmla="*/ 661818 h 854097"/>
                <a:gd name="connsiteX2" fmla="*/ 838200 w 3952875"/>
                <a:gd name="connsiteY2" fmla="*/ 4593 h 854097"/>
                <a:gd name="connsiteX3" fmla="*/ 990600 w 3952875"/>
                <a:gd name="connsiteY3" fmla="*/ 376068 h 854097"/>
                <a:gd name="connsiteX4" fmla="*/ 1419225 w 3952875"/>
                <a:gd name="connsiteY4" fmla="*/ 499893 h 854097"/>
                <a:gd name="connsiteX5" fmla="*/ 1638300 w 3952875"/>
                <a:gd name="connsiteY5" fmla="*/ 423693 h 854097"/>
                <a:gd name="connsiteX6" fmla="*/ 1733550 w 3952875"/>
                <a:gd name="connsiteY6" fmla="*/ 214143 h 854097"/>
                <a:gd name="connsiteX7" fmla="*/ 1847850 w 3952875"/>
                <a:gd name="connsiteY7" fmla="*/ 433218 h 854097"/>
                <a:gd name="connsiteX8" fmla="*/ 2200275 w 3952875"/>
                <a:gd name="connsiteY8" fmla="*/ 537993 h 854097"/>
                <a:gd name="connsiteX9" fmla="*/ 2390775 w 3952875"/>
                <a:gd name="connsiteY9" fmla="*/ 518943 h 854097"/>
                <a:gd name="connsiteX10" fmla="*/ 2552700 w 3952875"/>
                <a:gd name="connsiteY10" fmla="*/ 461793 h 854097"/>
                <a:gd name="connsiteX11" fmla="*/ 2628900 w 3952875"/>
                <a:gd name="connsiteY11" fmla="*/ 290343 h 854097"/>
                <a:gd name="connsiteX12" fmla="*/ 2781300 w 3952875"/>
                <a:gd name="connsiteY12" fmla="*/ 537993 h 854097"/>
                <a:gd name="connsiteX13" fmla="*/ 3581400 w 3952875"/>
                <a:gd name="connsiteY13" fmla="*/ 814218 h 854097"/>
                <a:gd name="connsiteX14" fmla="*/ 3952875 w 3952875"/>
                <a:gd name="connsiteY14" fmla="*/ 852318 h 854097"/>
                <a:gd name="connsiteX0" fmla="*/ 0 w 3952875"/>
                <a:gd name="connsiteY0" fmla="*/ 898472 h 1062176"/>
                <a:gd name="connsiteX1" fmla="*/ 685800 w 3952875"/>
                <a:gd name="connsiteY1" fmla="*/ 869897 h 1062176"/>
                <a:gd name="connsiteX2" fmla="*/ 819150 w 3952875"/>
                <a:gd name="connsiteY2" fmla="*/ 3122 h 1062176"/>
                <a:gd name="connsiteX3" fmla="*/ 990600 w 3952875"/>
                <a:gd name="connsiteY3" fmla="*/ 584147 h 1062176"/>
                <a:gd name="connsiteX4" fmla="*/ 1419225 w 3952875"/>
                <a:gd name="connsiteY4" fmla="*/ 707972 h 1062176"/>
                <a:gd name="connsiteX5" fmla="*/ 1638300 w 3952875"/>
                <a:gd name="connsiteY5" fmla="*/ 631772 h 1062176"/>
                <a:gd name="connsiteX6" fmla="*/ 1733550 w 3952875"/>
                <a:gd name="connsiteY6" fmla="*/ 422222 h 1062176"/>
                <a:gd name="connsiteX7" fmla="*/ 1847850 w 3952875"/>
                <a:gd name="connsiteY7" fmla="*/ 641297 h 1062176"/>
                <a:gd name="connsiteX8" fmla="*/ 2200275 w 3952875"/>
                <a:gd name="connsiteY8" fmla="*/ 746072 h 1062176"/>
                <a:gd name="connsiteX9" fmla="*/ 2390775 w 3952875"/>
                <a:gd name="connsiteY9" fmla="*/ 727022 h 1062176"/>
                <a:gd name="connsiteX10" fmla="*/ 2552700 w 3952875"/>
                <a:gd name="connsiteY10" fmla="*/ 669872 h 1062176"/>
                <a:gd name="connsiteX11" fmla="*/ 2628900 w 3952875"/>
                <a:gd name="connsiteY11" fmla="*/ 498422 h 1062176"/>
                <a:gd name="connsiteX12" fmla="*/ 2781300 w 3952875"/>
                <a:gd name="connsiteY12" fmla="*/ 746072 h 1062176"/>
                <a:gd name="connsiteX13" fmla="*/ 3581400 w 3952875"/>
                <a:gd name="connsiteY13" fmla="*/ 1022297 h 1062176"/>
                <a:gd name="connsiteX14" fmla="*/ 3952875 w 3952875"/>
                <a:gd name="connsiteY14" fmla="*/ 1060397 h 1062176"/>
                <a:gd name="connsiteX0" fmla="*/ 0 w 3952875"/>
                <a:gd name="connsiteY0" fmla="*/ 900208 h 1063912"/>
                <a:gd name="connsiteX1" fmla="*/ 685800 w 3952875"/>
                <a:gd name="connsiteY1" fmla="*/ 871633 h 1063912"/>
                <a:gd name="connsiteX2" fmla="*/ 819150 w 3952875"/>
                <a:gd name="connsiteY2" fmla="*/ 4858 h 1063912"/>
                <a:gd name="connsiteX3" fmla="*/ 1066800 w 3952875"/>
                <a:gd name="connsiteY3" fmla="*/ 528733 h 1063912"/>
                <a:gd name="connsiteX4" fmla="*/ 1419225 w 3952875"/>
                <a:gd name="connsiteY4" fmla="*/ 709708 h 1063912"/>
                <a:gd name="connsiteX5" fmla="*/ 1638300 w 3952875"/>
                <a:gd name="connsiteY5" fmla="*/ 633508 h 1063912"/>
                <a:gd name="connsiteX6" fmla="*/ 1733550 w 3952875"/>
                <a:gd name="connsiteY6" fmla="*/ 423958 h 1063912"/>
                <a:gd name="connsiteX7" fmla="*/ 1847850 w 3952875"/>
                <a:gd name="connsiteY7" fmla="*/ 643033 h 1063912"/>
                <a:gd name="connsiteX8" fmla="*/ 2200275 w 3952875"/>
                <a:gd name="connsiteY8" fmla="*/ 747808 h 1063912"/>
                <a:gd name="connsiteX9" fmla="*/ 2390775 w 3952875"/>
                <a:gd name="connsiteY9" fmla="*/ 728758 h 1063912"/>
                <a:gd name="connsiteX10" fmla="*/ 2552700 w 3952875"/>
                <a:gd name="connsiteY10" fmla="*/ 671608 h 1063912"/>
                <a:gd name="connsiteX11" fmla="*/ 2628900 w 3952875"/>
                <a:gd name="connsiteY11" fmla="*/ 500158 h 1063912"/>
                <a:gd name="connsiteX12" fmla="*/ 2781300 w 3952875"/>
                <a:gd name="connsiteY12" fmla="*/ 747808 h 1063912"/>
                <a:gd name="connsiteX13" fmla="*/ 3581400 w 3952875"/>
                <a:gd name="connsiteY13" fmla="*/ 1024033 h 1063912"/>
                <a:gd name="connsiteX14" fmla="*/ 3952875 w 3952875"/>
                <a:gd name="connsiteY14" fmla="*/ 1062133 h 1063912"/>
                <a:gd name="connsiteX0" fmla="*/ 0 w 3952875"/>
                <a:gd name="connsiteY0" fmla="*/ 900165 h 1063869"/>
                <a:gd name="connsiteX1" fmla="*/ 685800 w 3952875"/>
                <a:gd name="connsiteY1" fmla="*/ 871590 h 1063869"/>
                <a:gd name="connsiteX2" fmla="*/ 819150 w 3952875"/>
                <a:gd name="connsiteY2" fmla="*/ 4815 h 1063869"/>
                <a:gd name="connsiteX3" fmla="*/ 1066800 w 3952875"/>
                <a:gd name="connsiteY3" fmla="*/ 528690 h 1063869"/>
                <a:gd name="connsiteX4" fmla="*/ 1419225 w 3952875"/>
                <a:gd name="connsiteY4" fmla="*/ 681090 h 1063869"/>
                <a:gd name="connsiteX5" fmla="*/ 1638300 w 3952875"/>
                <a:gd name="connsiteY5" fmla="*/ 633465 h 1063869"/>
                <a:gd name="connsiteX6" fmla="*/ 1733550 w 3952875"/>
                <a:gd name="connsiteY6" fmla="*/ 423915 h 1063869"/>
                <a:gd name="connsiteX7" fmla="*/ 1847850 w 3952875"/>
                <a:gd name="connsiteY7" fmla="*/ 642990 h 1063869"/>
                <a:gd name="connsiteX8" fmla="*/ 2200275 w 3952875"/>
                <a:gd name="connsiteY8" fmla="*/ 747765 h 1063869"/>
                <a:gd name="connsiteX9" fmla="*/ 2390775 w 3952875"/>
                <a:gd name="connsiteY9" fmla="*/ 728715 h 1063869"/>
                <a:gd name="connsiteX10" fmla="*/ 2552700 w 3952875"/>
                <a:gd name="connsiteY10" fmla="*/ 671565 h 1063869"/>
                <a:gd name="connsiteX11" fmla="*/ 2628900 w 3952875"/>
                <a:gd name="connsiteY11" fmla="*/ 500115 h 1063869"/>
                <a:gd name="connsiteX12" fmla="*/ 2781300 w 3952875"/>
                <a:gd name="connsiteY12" fmla="*/ 747765 h 1063869"/>
                <a:gd name="connsiteX13" fmla="*/ 3581400 w 3952875"/>
                <a:gd name="connsiteY13" fmla="*/ 1023990 h 1063869"/>
                <a:gd name="connsiteX14" fmla="*/ 3952875 w 3952875"/>
                <a:gd name="connsiteY14" fmla="*/ 1062090 h 1063869"/>
                <a:gd name="connsiteX0" fmla="*/ 0 w 3952875"/>
                <a:gd name="connsiteY0" fmla="*/ 900165 h 1063869"/>
                <a:gd name="connsiteX1" fmla="*/ 685800 w 3952875"/>
                <a:gd name="connsiteY1" fmla="*/ 871590 h 1063869"/>
                <a:gd name="connsiteX2" fmla="*/ 819150 w 3952875"/>
                <a:gd name="connsiteY2" fmla="*/ 4815 h 1063869"/>
                <a:gd name="connsiteX3" fmla="*/ 1066800 w 3952875"/>
                <a:gd name="connsiteY3" fmla="*/ 528690 h 1063869"/>
                <a:gd name="connsiteX4" fmla="*/ 1419225 w 3952875"/>
                <a:gd name="connsiteY4" fmla="*/ 681090 h 1063869"/>
                <a:gd name="connsiteX5" fmla="*/ 1638300 w 3952875"/>
                <a:gd name="connsiteY5" fmla="*/ 633465 h 1063869"/>
                <a:gd name="connsiteX6" fmla="*/ 1724025 w 3952875"/>
                <a:gd name="connsiteY6" fmla="*/ 328665 h 1063869"/>
                <a:gd name="connsiteX7" fmla="*/ 1847850 w 3952875"/>
                <a:gd name="connsiteY7" fmla="*/ 642990 h 1063869"/>
                <a:gd name="connsiteX8" fmla="*/ 2200275 w 3952875"/>
                <a:gd name="connsiteY8" fmla="*/ 747765 h 1063869"/>
                <a:gd name="connsiteX9" fmla="*/ 2390775 w 3952875"/>
                <a:gd name="connsiteY9" fmla="*/ 728715 h 1063869"/>
                <a:gd name="connsiteX10" fmla="*/ 2552700 w 3952875"/>
                <a:gd name="connsiteY10" fmla="*/ 671565 h 1063869"/>
                <a:gd name="connsiteX11" fmla="*/ 2628900 w 3952875"/>
                <a:gd name="connsiteY11" fmla="*/ 500115 h 1063869"/>
                <a:gd name="connsiteX12" fmla="*/ 2781300 w 3952875"/>
                <a:gd name="connsiteY12" fmla="*/ 747765 h 1063869"/>
                <a:gd name="connsiteX13" fmla="*/ 3581400 w 3952875"/>
                <a:gd name="connsiteY13" fmla="*/ 1023990 h 1063869"/>
                <a:gd name="connsiteX14" fmla="*/ 3952875 w 3952875"/>
                <a:gd name="connsiteY14" fmla="*/ 1062090 h 1063869"/>
                <a:gd name="connsiteX0" fmla="*/ 0 w 3952875"/>
                <a:gd name="connsiteY0" fmla="*/ 900150 h 1063854"/>
                <a:gd name="connsiteX1" fmla="*/ 685800 w 3952875"/>
                <a:gd name="connsiteY1" fmla="*/ 871575 h 1063854"/>
                <a:gd name="connsiteX2" fmla="*/ 819150 w 3952875"/>
                <a:gd name="connsiteY2" fmla="*/ 4800 h 1063854"/>
                <a:gd name="connsiteX3" fmla="*/ 1066800 w 3952875"/>
                <a:gd name="connsiteY3" fmla="*/ 528675 h 1063854"/>
                <a:gd name="connsiteX4" fmla="*/ 1362075 w 3952875"/>
                <a:gd name="connsiteY4" fmla="*/ 671550 h 1063854"/>
                <a:gd name="connsiteX5" fmla="*/ 1638300 w 3952875"/>
                <a:gd name="connsiteY5" fmla="*/ 633450 h 1063854"/>
                <a:gd name="connsiteX6" fmla="*/ 1724025 w 3952875"/>
                <a:gd name="connsiteY6" fmla="*/ 328650 h 1063854"/>
                <a:gd name="connsiteX7" fmla="*/ 1847850 w 3952875"/>
                <a:gd name="connsiteY7" fmla="*/ 642975 h 1063854"/>
                <a:gd name="connsiteX8" fmla="*/ 2200275 w 3952875"/>
                <a:gd name="connsiteY8" fmla="*/ 747750 h 1063854"/>
                <a:gd name="connsiteX9" fmla="*/ 2390775 w 3952875"/>
                <a:gd name="connsiteY9" fmla="*/ 728700 h 1063854"/>
                <a:gd name="connsiteX10" fmla="*/ 2552700 w 3952875"/>
                <a:gd name="connsiteY10" fmla="*/ 671550 h 1063854"/>
                <a:gd name="connsiteX11" fmla="*/ 2628900 w 3952875"/>
                <a:gd name="connsiteY11" fmla="*/ 500100 h 1063854"/>
                <a:gd name="connsiteX12" fmla="*/ 2781300 w 3952875"/>
                <a:gd name="connsiteY12" fmla="*/ 747750 h 1063854"/>
                <a:gd name="connsiteX13" fmla="*/ 3581400 w 3952875"/>
                <a:gd name="connsiteY13" fmla="*/ 1023975 h 1063854"/>
                <a:gd name="connsiteX14" fmla="*/ 3952875 w 3952875"/>
                <a:gd name="connsiteY14" fmla="*/ 1062075 h 1063854"/>
                <a:gd name="connsiteX0" fmla="*/ 0 w 3952875"/>
                <a:gd name="connsiteY0" fmla="*/ 900150 h 1063854"/>
                <a:gd name="connsiteX1" fmla="*/ 685800 w 3952875"/>
                <a:gd name="connsiteY1" fmla="*/ 871575 h 1063854"/>
                <a:gd name="connsiteX2" fmla="*/ 819150 w 3952875"/>
                <a:gd name="connsiteY2" fmla="*/ 4800 h 1063854"/>
                <a:gd name="connsiteX3" fmla="*/ 1066800 w 3952875"/>
                <a:gd name="connsiteY3" fmla="*/ 528675 h 1063854"/>
                <a:gd name="connsiteX4" fmla="*/ 1362075 w 3952875"/>
                <a:gd name="connsiteY4" fmla="*/ 671550 h 1063854"/>
                <a:gd name="connsiteX5" fmla="*/ 1590675 w 3952875"/>
                <a:gd name="connsiteY5" fmla="*/ 614400 h 1063854"/>
                <a:gd name="connsiteX6" fmla="*/ 1724025 w 3952875"/>
                <a:gd name="connsiteY6" fmla="*/ 328650 h 1063854"/>
                <a:gd name="connsiteX7" fmla="*/ 1847850 w 3952875"/>
                <a:gd name="connsiteY7" fmla="*/ 642975 h 1063854"/>
                <a:gd name="connsiteX8" fmla="*/ 2200275 w 3952875"/>
                <a:gd name="connsiteY8" fmla="*/ 747750 h 1063854"/>
                <a:gd name="connsiteX9" fmla="*/ 2390775 w 3952875"/>
                <a:gd name="connsiteY9" fmla="*/ 728700 h 1063854"/>
                <a:gd name="connsiteX10" fmla="*/ 2552700 w 3952875"/>
                <a:gd name="connsiteY10" fmla="*/ 671550 h 1063854"/>
                <a:gd name="connsiteX11" fmla="*/ 2628900 w 3952875"/>
                <a:gd name="connsiteY11" fmla="*/ 500100 h 1063854"/>
                <a:gd name="connsiteX12" fmla="*/ 2781300 w 3952875"/>
                <a:gd name="connsiteY12" fmla="*/ 747750 h 1063854"/>
                <a:gd name="connsiteX13" fmla="*/ 3581400 w 3952875"/>
                <a:gd name="connsiteY13" fmla="*/ 1023975 h 1063854"/>
                <a:gd name="connsiteX14" fmla="*/ 3952875 w 3952875"/>
                <a:gd name="connsiteY14" fmla="*/ 1062075 h 1063854"/>
                <a:gd name="connsiteX0" fmla="*/ 0 w 3952875"/>
                <a:gd name="connsiteY0" fmla="*/ 937968 h 1101672"/>
                <a:gd name="connsiteX1" fmla="*/ 685800 w 3952875"/>
                <a:gd name="connsiteY1" fmla="*/ 909393 h 1101672"/>
                <a:gd name="connsiteX2" fmla="*/ 847725 w 3952875"/>
                <a:gd name="connsiteY2" fmla="*/ 4518 h 1101672"/>
                <a:gd name="connsiteX3" fmla="*/ 1066800 w 3952875"/>
                <a:gd name="connsiteY3" fmla="*/ 566493 h 1101672"/>
                <a:gd name="connsiteX4" fmla="*/ 1362075 w 3952875"/>
                <a:gd name="connsiteY4" fmla="*/ 709368 h 1101672"/>
                <a:gd name="connsiteX5" fmla="*/ 1590675 w 3952875"/>
                <a:gd name="connsiteY5" fmla="*/ 652218 h 1101672"/>
                <a:gd name="connsiteX6" fmla="*/ 1724025 w 3952875"/>
                <a:gd name="connsiteY6" fmla="*/ 366468 h 1101672"/>
                <a:gd name="connsiteX7" fmla="*/ 1847850 w 3952875"/>
                <a:gd name="connsiteY7" fmla="*/ 680793 h 1101672"/>
                <a:gd name="connsiteX8" fmla="*/ 2200275 w 3952875"/>
                <a:gd name="connsiteY8" fmla="*/ 785568 h 1101672"/>
                <a:gd name="connsiteX9" fmla="*/ 2390775 w 3952875"/>
                <a:gd name="connsiteY9" fmla="*/ 766518 h 1101672"/>
                <a:gd name="connsiteX10" fmla="*/ 2552700 w 3952875"/>
                <a:gd name="connsiteY10" fmla="*/ 709368 h 1101672"/>
                <a:gd name="connsiteX11" fmla="*/ 2628900 w 3952875"/>
                <a:gd name="connsiteY11" fmla="*/ 537918 h 1101672"/>
                <a:gd name="connsiteX12" fmla="*/ 2781300 w 3952875"/>
                <a:gd name="connsiteY12" fmla="*/ 785568 h 1101672"/>
                <a:gd name="connsiteX13" fmla="*/ 3581400 w 3952875"/>
                <a:gd name="connsiteY13" fmla="*/ 1061793 h 1101672"/>
                <a:gd name="connsiteX14" fmla="*/ 3952875 w 3952875"/>
                <a:gd name="connsiteY14" fmla="*/ 1099893 h 1101672"/>
                <a:gd name="connsiteX0" fmla="*/ 0 w 3952875"/>
                <a:gd name="connsiteY0" fmla="*/ 937968 h 1101672"/>
                <a:gd name="connsiteX1" fmla="*/ 685800 w 3952875"/>
                <a:gd name="connsiteY1" fmla="*/ 909393 h 1101672"/>
                <a:gd name="connsiteX2" fmla="*/ 847725 w 3952875"/>
                <a:gd name="connsiteY2" fmla="*/ 4518 h 1101672"/>
                <a:gd name="connsiteX3" fmla="*/ 1066800 w 3952875"/>
                <a:gd name="connsiteY3" fmla="*/ 566493 h 1101672"/>
                <a:gd name="connsiteX4" fmla="*/ 1362075 w 3952875"/>
                <a:gd name="connsiteY4" fmla="*/ 709368 h 1101672"/>
                <a:gd name="connsiteX5" fmla="*/ 1590675 w 3952875"/>
                <a:gd name="connsiteY5" fmla="*/ 652218 h 1101672"/>
                <a:gd name="connsiteX6" fmla="*/ 1724025 w 3952875"/>
                <a:gd name="connsiteY6" fmla="*/ 366468 h 1101672"/>
                <a:gd name="connsiteX7" fmla="*/ 1847850 w 3952875"/>
                <a:gd name="connsiteY7" fmla="*/ 680793 h 1101672"/>
                <a:gd name="connsiteX8" fmla="*/ 2200275 w 3952875"/>
                <a:gd name="connsiteY8" fmla="*/ 785568 h 1101672"/>
                <a:gd name="connsiteX9" fmla="*/ 2390775 w 3952875"/>
                <a:gd name="connsiteY9" fmla="*/ 766518 h 1101672"/>
                <a:gd name="connsiteX10" fmla="*/ 2552700 w 3952875"/>
                <a:gd name="connsiteY10" fmla="*/ 709368 h 1101672"/>
                <a:gd name="connsiteX11" fmla="*/ 2628900 w 3952875"/>
                <a:gd name="connsiteY11" fmla="*/ 537918 h 1101672"/>
                <a:gd name="connsiteX12" fmla="*/ 2781300 w 3952875"/>
                <a:gd name="connsiteY12" fmla="*/ 785568 h 1101672"/>
                <a:gd name="connsiteX13" fmla="*/ 3581400 w 3952875"/>
                <a:gd name="connsiteY13" fmla="*/ 1061793 h 1101672"/>
                <a:gd name="connsiteX14" fmla="*/ 3952875 w 3952875"/>
                <a:gd name="connsiteY14" fmla="*/ 1099893 h 1101672"/>
                <a:gd name="connsiteX0" fmla="*/ 0 w 3962400"/>
                <a:gd name="connsiteY0" fmla="*/ 899868 h 1101672"/>
                <a:gd name="connsiteX1" fmla="*/ 695325 w 3962400"/>
                <a:gd name="connsiteY1" fmla="*/ 909393 h 1101672"/>
                <a:gd name="connsiteX2" fmla="*/ 857250 w 3962400"/>
                <a:gd name="connsiteY2" fmla="*/ 4518 h 1101672"/>
                <a:gd name="connsiteX3" fmla="*/ 1076325 w 3962400"/>
                <a:gd name="connsiteY3" fmla="*/ 566493 h 1101672"/>
                <a:gd name="connsiteX4" fmla="*/ 1371600 w 3962400"/>
                <a:gd name="connsiteY4" fmla="*/ 709368 h 1101672"/>
                <a:gd name="connsiteX5" fmla="*/ 1600200 w 3962400"/>
                <a:gd name="connsiteY5" fmla="*/ 652218 h 1101672"/>
                <a:gd name="connsiteX6" fmla="*/ 1733550 w 3962400"/>
                <a:gd name="connsiteY6" fmla="*/ 366468 h 1101672"/>
                <a:gd name="connsiteX7" fmla="*/ 1857375 w 3962400"/>
                <a:gd name="connsiteY7" fmla="*/ 680793 h 1101672"/>
                <a:gd name="connsiteX8" fmla="*/ 2209800 w 3962400"/>
                <a:gd name="connsiteY8" fmla="*/ 785568 h 1101672"/>
                <a:gd name="connsiteX9" fmla="*/ 2400300 w 3962400"/>
                <a:gd name="connsiteY9" fmla="*/ 766518 h 1101672"/>
                <a:gd name="connsiteX10" fmla="*/ 2562225 w 3962400"/>
                <a:gd name="connsiteY10" fmla="*/ 709368 h 1101672"/>
                <a:gd name="connsiteX11" fmla="*/ 2638425 w 3962400"/>
                <a:gd name="connsiteY11" fmla="*/ 537918 h 1101672"/>
                <a:gd name="connsiteX12" fmla="*/ 2790825 w 3962400"/>
                <a:gd name="connsiteY12" fmla="*/ 785568 h 1101672"/>
                <a:gd name="connsiteX13" fmla="*/ 3590925 w 3962400"/>
                <a:gd name="connsiteY13" fmla="*/ 1061793 h 1101672"/>
                <a:gd name="connsiteX14" fmla="*/ 3962400 w 3962400"/>
                <a:gd name="connsiteY14" fmla="*/ 1099893 h 1101672"/>
                <a:gd name="connsiteX0" fmla="*/ 0 w 3962400"/>
                <a:gd name="connsiteY0" fmla="*/ 896464 h 1098268"/>
                <a:gd name="connsiteX1" fmla="*/ 628650 w 3962400"/>
                <a:gd name="connsiteY1" fmla="*/ 725014 h 1098268"/>
                <a:gd name="connsiteX2" fmla="*/ 857250 w 3962400"/>
                <a:gd name="connsiteY2" fmla="*/ 1114 h 1098268"/>
                <a:gd name="connsiteX3" fmla="*/ 1076325 w 3962400"/>
                <a:gd name="connsiteY3" fmla="*/ 563089 h 1098268"/>
                <a:gd name="connsiteX4" fmla="*/ 1371600 w 3962400"/>
                <a:gd name="connsiteY4" fmla="*/ 705964 h 1098268"/>
                <a:gd name="connsiteX5" fmla="*/ 1600200 w 3962400"/>
                <a:gd name="connsiteY5" fmla="*/ 648814 h 1098268"/>
                <a:gd name="connsiteX6" fmla="*/ 1733550 w 3962400"/>
                <a:gd name="connsiteY6" fmla="*/ 363064 h 1098268"/>
                <a:gd name="connsiteX7" fmla="*/ 1857375 w 3962400"/>
                <a:gd name="connsiteY7" fmla="*/ 677389 h 1098268"/>
                <a:gd name="connsiteX8" fmla="*/ 2209800 w 3962400"/>
                <a:gd name="connsiteY8" fmla="*/ 782164 h 1098268"/>
                <a:gd name="connsiteX9" fmla="*/ 2400300 w 3962400"/>
                <a:gd name="connsiteY9" fmla="*/ 763114 h 1098268"/>
                <a:gd name="connsiteX10" fmla="*/ 2562225 w 3962400"/>
                <a:gd name="connsiteY10" fmla="*/ 705964 h 1098268"/>
                <a:gd name="connsiteX11" fmla="*/ 2638425 w 3962400"/>
                <a:gd name="connsiteY11" fmla="*/ 534514 h 1098268"/>
                <a:gd name="connsiteX12" fmla="*/ 2790825 w 3962400"/>
                <a:gd name="connsiteY12" fmla="*/ 782164 h 1098268"/>
                <a:gd name="connsiteX13" fmla="*/ 3590925 w 3962400"/>
                <a:gd name="connsiteY13" fmla="*/ 1058389 h 1098268"/>
                <a:gd name="connsiteX14" fmla="*/ 3962400 w 3962400"/>
                <a:gd name="connsiteY14" fmla="*/ 1096489 h 1098268"/>
                <a:gd name="connsiteX0" fmla="*/ 0 w 3962400"/>
                <a:gd name="connsiteY0" fmla="*/ 1039121 h 1240925"/>
                <a:gd name="connsiteX1" fmla="*/ 628650 w 3962400"/>
                <a:gd name="connsiteY1" fmla="*/ 867671 h 1240925"/>
                <a:gd name="connsiteX2" fmla="*/ 828675 w 3962400"/>
                <a:gd name="connsiteY2" fmla="*/ 896 h 1240925"/>
                <a:gd name="connsiteX3" fmla="*/ 1076325 w 3962400"/>
                <a:gd name="connsiteY3" fmla="*/ 705746 h 1240925"/>
                <a:gd name="connsiteX4" fmla="*/ 1371600 w 3962400"/>
                <a:gd name="connsiteY4" fmla="*/ 848621 h 1240925"/>
                <a:gd name="connsiteX5" fmla="*/ 1600200 w 3962400"/>
                <a:gd name="connsiteY5" fmla="*/ 791471 h 1240925"/>
                <a:gd name="connsiteX6" fmla="*/ 1733550 w 3962400"/>
                <a:gd name="connsiteY6" fmla="*/ 505721 h 1240925"/>
                <a:gd name="connsiteX7" fmla="*/ 1857375 w 3962400"/>
                <a:gd name="connsiteY7" fmla="*/ 820046 h 1240925"/>
                <a:gd name="connsiteX8" fmla="*/ 2209800 w 3962400"/>
                <a:gd name="connsiteY8" fmla="*/ 924821 h 1240925"/>
                <a:gd name="connsiteX9" fmla="*/ 2400300 w 3962400"/>
                <a:gd name="connsiteY9" fmla="*/ 905771 h 1240925"/>
                <a:gd name="connsiteX10" fmla="*/ 2562225 w 3962400"/>
                <a:gd name="connsiteY10" fmla="*/ 848621 h 1240925"/>
                <a:gd name="connsiteX11" fmla="*/ 2638425 w 3962400"/>
                <a:gd name="connsiteY11" fmla="*/ 677171 h 1240925"/>
                <a:gd name="connsiteX12" fmla="*/ 2790825 w 3962400"/>
                <a:gd name="connsiteY12" fmla="*/ 924821 h 1240925"/>
                <a:gd name="connsiteX13" fmla="*/ 3590925 w 3962400"/>
                <a:gd name="connsiteY13" fmla="*/ 1201046 h 1240925"/>
                <a:gd name="connsiteX14" fmla="*/ 3962400 w 3962400"/>
                <a:gd name="connsiteY14" fmla="*/ 1239146 h 1240925"/>
                <a:gd name="connsiteX0" fmla="*/ 0 w 3962400"/>
                <a:gd name="connsiteY0" fmla="*/ 1038727 h 1240531"/>
                <a:gd name="connsiteX1" fmla="*/ 628650 w 3962400"/>
                <a:gd name="connsiteY1" fmla="*/ 867277 h 1240531"/>
                <a:gd name="connsiteX2" fmla="*/ 828675 w 3962400"/>
                <a:gd name="connsiteY2" fmla="*/ 502 h 1240531"/>
                <a:gd name="connsiteX3" fmla="*/ 1047750 w 3962400"/>
                <a:gd name="connsiteY3" fmla="*/ 743452 h 1240531"/>
                <a:gd name="connsiteX4" fmla="*/ 1371600 w 3962400"/>
                <a:gd name="connsiteY4" fmla="*/ 848227 h 1240531"/>
                <a:gd name="connsiteX5" fmla="*/ 1600200 w 3962400"/>
                <a:gd name="connsiteY5" fmla="*/ 791077 h 1240531"/>
                <a:gd name="connsiteX6" fmla="*/ 1733550 w 3962400"/>
                <a:gd name="connsiteY6" fmla="*/ 505327 h 1240531"/>
                <a:gd name="connsiteX7" fmla="*/ 1857375 w 3962400"/>
                <a:gd name="connsiteY7" fmla="*/ 819652 h 1240531"/>
                <a:gd name="connsiteX8" fmla="*/ 2209800 w 3962400"/>
                <a:gd name="connsiteY8" fmla="*/ 924427 h 1240531"/>
                <a:gd name="connsiteX9" fmla="*/ 2400300 w 3962400"/>
                <a:gd name="connsiteY9" fmla="*/ 905377 h 1240531"/>
                <a:gd name="connsiteX10" fmla="*/ 2562225 w 3962400"/>
                <a:gd name="connsiteY10" fmla="*/ 848227 h 1240531"/>
                <a:gd name="connsiteX11" fmla="*/ 2638425 w 3962400"/>
                <a:gd name="connsiteY11" fmla="*/ 676777 h 1240531"/>
                <a:gd name="connsiteX12" fmla="*/ 2790825 w 3962400"/>
                <a:gd name="connsiteY12" fmla="*/ 924427 h 1240531"/>
                <a:gd name="connsiteX13" fmla="*/ 3590925 w 3962400"/>
                <a:gd name="connsiteY13" fmla="*/ 1200652 h 1240531"/>
                <a:gd name="connsiteX14" fmla="*/ 3962400 w 3962400"/>
                <a:gd name="connsiteY14" fmla="*/ 1238752 h 1240531"/>
                <a:gd name="connsiteX0" fmla="*/ 0 w 3962400"/>
                <a:gd name="connsiteY0" fmla="*/ 1038727 h 1240531"/>
                <a:gd name="connsiteX1" fmla="*/ 628650 w 3962400"/>
                <a:gd name="connsiteY1" fmla="*/ 867277 h 1240531"/>
                <a:gd name="connsiteX2" fmla="*/ 828675 w 3962400"/>
                <a:gd name="connsiteY2" fmla="*/ 502 h 1240531"/>
                <a:gd name="connsiteX3" fmla="*/ 1047750 w 3962400"/>
                <a:gd name="connsiteY3" fmla="*/ 743452 h 1240531"/>
                <a:gd name="connsiteX4" fmla="*/ 1371600 w 3962400"/>
                <a:gd name="connsiteY4" fmla="*/ 848227 h 1240531"/>
                <a:gd name="connsiteX5" fmla="*/ 1600200 w 3962400"/>
                <a:gd name="connsiteY5" fmla="*/ 791077 h 1240531"/>
                <a:gd name="connsiteX6" fmla="*/ 1733550 w 3962400"/>
                <a:gd name="connsiteY6" fmla="*/ 505327 h 1240531"/>
                <a:gd name="connsiteX7" fmla="*/ 1857375 w 3962400"/>
                <a:gd name="connsiteY7" fmla="*/ 819652 h 1240531"/>
                <a:gd name="connsiteX8" fmla="*/ 2209800 w 3962400"/>
                <a:gd name="connsiteY8" fmla="*/ 924427 h 1240531"/>
                <a:gd name="connsiteX9" fmla="*/ 2400300 w 3962400"/>
                <a:gd name="connsiteY9" fmla="*/ 905377 h 1240531"/>
                <a:gd name="connsiteX10" fmla="*/ 2562225 w 3962400"/>
                <a:gd name="connsiteY10" fmla="*/ 848227 h 1240531"/>
                <a:gd name="connsiteX11" fmla="*/ 2638425 w 3962400"/>
                <a:gd name="connsiteY11" fmla="*/ 676777 h 1240531"/>
                <a:gd name="connsiteX12" fmla="*/ 2847975 w 3962400"/>
                <a:gd name="connsiteY12" fmla="*/ 905377 h 1240531"/>
                <a:gd name="connsiteX13" fmla="*/ 3590925 w 3962400"/>
                <a:gd name="connsiteY13" fmla="*/ 1200652 h 1240531"/>
                <a:gd name="connsiteX14" fmla="*/ 3962400 w 3962400"/>
                <a:gd name="connsiteY14" fmla="*/ 1238752 h 1240531"/>
                <a:gd name="connsiteX0" fmla="*/ 0 w 3962400"/>
                <a:gd name="connsiteY0" fmla="*/ 1038727 h 1240531"/>
                <a:gd name="connsiteX1" fmla="*/ 628650 w 3962400"/>
                <a:gd name="connsiteY1" fmla="*/ 867277 h 1240531"/>
                <a:gd name="connsiteX2" fmla="*/ 828675 w 3962400"/>
                <a:gd name="connsiteY2" fmla="*/ 502 h 1240531"/>
                <a:gd name="connsiteX3" fmla="*/ 1047750 w 3962400"/>
                <a:gd name="connsiteY3" fmla="*/ 743452 h 1240531"/>
                <a:gd name="connsiteX4" fmla="*/ 1371600 w 3962400"/>
                <a:gd name="connsiteY4" fmla="*/ 848227 h 1240531"/>
                <a:gd name="connsiteX5" fmla="*/ 1600200 w 3962400"/>
                <a:gd name="connsiteY5" fmla="*/ 791077 h 1240531"/>
                <a:gd name="connsiteX6" fmla="*/ 1733550 w 3962400"/>
                <a:gd name="connsiteY6" fmla="*/ 505327 h 1240531"/>
                <a:gd name="connsiteX7" fmla="*/ 1857375 w 3962400"/>
                <a:gd name="connsiteY7" fmla="*/ 819652 h 1240531"/>
                <a:gd name="connsiteX8" fmla="*/ 2209800 w 3962400"/>
                <a:gd name="connsiteY8" fmla="*/ 924427 h 1240531"/>
                <a:gd name="connsiteX9" fmla="*/ 2400300 w 3962400"/>
                <a:gd name="connsiteY9" fmla="*/ 905377 h 1240531"/>
                <a:gd name="connsiteX10" fmla="*/ 2562225 w 3962400"/>
                <a:gd name="connsiteY10" fmla="*/ 848227 h 1240531"/>
                <a:gd name="connsiteX11" fmla="*/ 2676525 w 3962400"/>
                <a:gd name="connsiteY11" fmla="*/ 629152 h 1240531"/>
                <a:gd name="connsiteX12" fmla="*/ 2847975 w 3962400"/>
                <a:gd name="connsiteY12" fmla="*/ 905377 h 1240531"/>
                <a:gd name="connsiteX13" fmla="*/ 3590925 w 3962400"/>
                <a:gd name="connsiteY13" fmla="*/ 1200652 h 1240531"/>
                <a:gd name="connsiteX14" fmla="*/ 3962400 w 3962400"/>
                <a:gd name="connsiteY14" fmla="*/ 1238752 h 1240531"/>
                <a:gd name="connsiteX0" fmla="*/ 0 w 3962400"/>
                <a:gd name="connsiteY0" fmla="*/ 1038727 h 1240531"/>
                <a:gd name="connsiteX1" fmla="*/ 628650 w 3962400"/>
                <a:gd name="connsiteY1" fmla="*/ 867277 h 1240531"/>
                <a:gd name="connsiteX2" fmla="*/ 828675 w 3962400"/>
                <a:gd name="connsiteY2" fmla="*/ 502 h 1240531"/>
                <a:gd name="connsiteX3" fmla="*/ 1047750 w 3962400"/>
                <a:gd name="connsiteY3" fmla="*/ 743452 h 1240531"/>
                <a:gd name="connsiteX4" fmla="*/ 1371600 w 3962400"/>
                <a:gd name="connsiteY4" fmla="*/ 848227 h 1240531"/>
                <a:gd name="connsiteX5" fmla="*/ 1600200 w 3962400"/>
                <a:gd name="connsiteY5" fmla="*/ 791077 h 1240531"/>
                <a:gd name="connsiteX6" fmla="*/ 1733550 w 3962400"/>
                <a:gd name="connsiteY6" fmla="*/ 505327 h 1240531"/>
                <a:gd name="connsiteX7" fmla="*/ 1857375 w 3962400"/>
                <a:gd name="connsiteY7" fmla="*/ 819652 h 1240531"/>
                <a:gd name="connsiteX8" fmla="*/ 2209800 w 3962400"/>
                <a:gd name="connsiteY8" fmla="*/ 924427 h 1240531"/>
                <a:gd name="connsiteX9" fmla="*/ 2400300 w 3962400"/>
                <a:gd name="connsiteY9" fmla="*/ 905377 h 1240531"/>
                <a:gd name="connsiteX10" fmla="*/ 2571750 w 3962400"/>
                <a:gd name="connsiteY10" fmla="*/ 867277 h 1240531"/>
                <a:gd name="connsiteX11" fmla="*/ 2676525 w 3962400"/>
                <a:gd name="connsiteY11" fmla="*/ 629152 h 1240531"/>
                <a:gd name="connsiteX12" fmla="*/ 2847975 w 3962400"/>
                <a:gd name="connsiteY12" fmla="*/ 905377 h 1240531"/>
                <a:gd name="connsiteX13" fmla="*/ 3590925 w 3962400"/>
                <a:gd name="connsiteY13" fmla="*/ 1200652 h 1240531"/>
                <a:gd name="connsiteX14" fmla="*/ 3962400 w 3962400"/>
                <a:gd name="connsiteY14" fmla="*/ 1238752 h 12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62400" h="1240531">
                  <a:moveTo>
                    <a:pt x="0" y="1038727"/>
                  </a:moveTo>
                  <a:cubicBezTo>
                    <a:pt x="273050" y="1081589"/>
                    <a:pt x="490538" y="1040314"/>
                    <a:pt x="628650" y="867277"/>
                  </a:cubicBezTo>
                  <a:cubicBezTo>
                    <a:pt x="766762" y="694240"/>
                    <a:pt x="758825" y="21139"/>
                    <a:pt x="828675" y="502"/>
                  </a:cubicBezTo>
                  <a:cubicBezTo>
                    <a:pt x="898525" y="-20135"/>
                    <a:pt x="957263" y="602165"/>
                    <a:pt x="1047750" y="743452"/>
                  </a:cubicBezTo>
                  <a:cubicBezTo>
                    <a:pt x="1138238" y="884740"/>
                    <a:pt x="1279525" y="840290"/>
                    <a:pt x="1371600" y="848227"/>
                  </a:cubicBezTo>
                  <a:cubicBezTo>
                    <a:pt x="1463675" y="856164"/>
                    <a:pt x="1539875" y="848227"/>
                    <a:pt x="1600200" y="791077"/>
                  </a:cubicBezTo>
                  <a:cubicBezTo>
                    <a:pt x="1660525" y="733927"/>
                    <a:pt x="1690688" y="500565"/>
                    <a:pt x="1733550" y="505327"/>
                  </a:cubicBezTo>
                  <a:cubicBezTo>
                    <a:pt x="1776413" y="510090"/>
                    <a:pt x="1778000" y="749802"/>
                    <a:pt x="1857375" y="819652"/>
                  </a:cubicBezTo>
                  <a:cubicBezTo>
                    <a:pt x="1936750" y="889502"/>
                    <a:pt x="2119313" y="910140"/>
                    <a:pt x="2209800" y="924427"/>
                  </a:cubicBezTo>
                  <a:cubicBezTo>
                    <a:pt x="2300287" y="938714"/>
                    <a:pt x="2339975" y="914902"/>
                    <a:pt x="2400300" y="905377"/>
                  </a:cubicBezTo>
                  <a:cubicBezTo>
                    <a:pt x="2460625" y="895852"/>
                    <a:pt x="2525713" y="913314"/>
                    <a:pt x="2571750" y="867277"/>
                  </a:cubicBezTo>
                  <a:cubicBezTo>
                    <a:pt x="2617787" y="821240"/>
                    <a:pt x="2630487" y="622802"/>
                    <a:pt x="2676525" y="629152"/>
                  </a:cubicBezTo>
                  <a:cubicBezTo>
                    <a:pt x="2722563" y="635502"/>
                    <a:pt x="2695575" y="810127"/>
                    <a:pt x="2847975" y="905377"/>
                  </a:cubicBezTo>
                  <a:cubicBezTo>
                    <a:pt x="3000375" y="1000627"/>
                    <a:pt x="3395662" y="1148264"/>
                    <a:pt x="3590925" y="1200652"/>
                  </a:cubicBezTo>
                  <a:cubicBezTo>
                    <a:pt x="3786188" y="1253040"/>
                    <a:pt x="3962400" y="1238752"/>
                    <a:pt x="3962400" y="1238752"/>
                  </a:cubicBez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1" name="Forma libre: forma 50">
              <a:extLst>
                <a:ext uri="{FF2B5EF4-FFF2-40B4-BE49-F238E27FC236}">
                  <a16:creationId xmlns:a16="http://schemas.microsoft.com/office/drawing/2014/main" id="{14C13472-FF27-C09B-3FFA-EC3DE8A00320}"/>
                </a:ext>
              </a:extLst>
            </p:cNvPr>
            <p:cNvSpPr/>
            <p:nvPr/>
          </p:nvSpPr>
          <p:spPr>
            <a:xfrm>
              <a:off x="1653244" y="817182"/>
              <a:ext cx="3962400" cy="1155362"/>
            </a:xfrm>
            <a:custGeom>
              <a:avLst/>
              <a:gdLst>
                <a:gd name="connsiteX0" fmla="*/ 0 w 3952875"/>
                <a:gd name="connsiteY0" fmla="*/ 690393 h 854097"/>
                <a:gd name="connsiteX1" fmla="*/ 685800 w 3952875"/>
                <a:gd name="connsiteY1" fmla="*/ 661818 h 854097"/>
                <a:gd name="connsiteX2" fmla="*/ 838200 w 3952875"/>
                <a:gd name="connsiteY2" fmla="*/ 4593 h 854097"/>
                <a:gd name="connsiteX3" fmla="*/ 990600 w 3952875"/>
                <a:gd name="connsiteY3" fmla="*/ 376068 h 854097"/>
                <a:gd name="connsiteX4" fmla="*/ 1419225 w 3952875"/>
                <a:gd name="connsiteY4" fmla="*/ 499893 h 854097"/>
                <a:gd name="connsiteX5" fmla="*/ 1638300 w 3952875"/>
                <a:gd name="connsiteY5" fmla="*/ 423693 h 854097"/>
                <a:gd name="connsiteX6" fmla="*/ 1733550 w 3952875"/>
                <a:gd name="connsiteY6" fmla="*/ 214143 h 854097"/>
                <a:gd name="connsiteX7" fmla="*/ 1809750 w 3952875"/>
                <a:gd name="connsiteY7" fmla="*/ 442743 h 854097"/>
                <a:gd name="connsiteX8" fmla="*/ 2200275 w 3952875"/>
                <a:gd name="connsiteY8" fmla="*/ 537993 h 854097"/>
                <a:gd name="connsiteX9" fmla="*/ 2390775 w 3952875"/>
                <a:gd name="connsiteY9" fmla="*/ 490368 h 854097"/>
                <a:gd name="connsiteX10" fmla="*/ 2552700 w 3952875"/>
                <a:gd name="connsiteY10" fmla="*/ 461793 h 854097"/>
                <a:gd name="connsiteX11" fmla="*/ 2628900 w 3952875"/>
                <a:gd name="connsiteY11" fmla="*/ 290343 h 854097"/>
                <a:gd name="connsiteX12" fmla="*/ 2781300 w 3952875"/>
                <a:gd name="connsiteY12" fmla="*/ 537993 h 854097"/>
                <a:gd name="connsiteX13" fmla="*/ 3581400 w 3952875"/>
                <a:gd name="connsiteY13" fmla="*/ 814218 h 854097"/>
                <a:gd name="connsiteX14" fmla="*/ 3952875 w 3952875"/>
                <a:gd name="connsiteY14" fmla="*/ 852318 h 854097"/>
                <a:gd name="connsiteX0" fmla="*/ 0 w 3952875"/>
                <a:gd name="connsiteY0" fmla="*/ 690393 h 854097"/>
                <a:gd name="connsiteX1" fmla="*/ 685800 w 3952875"/>
                <a:gd name="connsiteY1" fmla="*/ 661818 h 854097"/>
                <a:gd name="connsiteX2" fmla="*/ 838200 w 3952875"/>
                <a:gd name="connsiteY2" fmla="*/ 4593 h 854097"/>
                <a:gd name="connsiteX3" fmla="*/ 990600 w 3952875"/>
                <a:gd name="connsiteY3" fmla="*/ 376068 h 854097"/>
                <a:gd name="connsiteX4" fmla="*/ 1419225 w 3952875"/>
                <a:gd name="connsiteY4" fmla="*/ 499893 h 854097"/>
                <a:gd name="connsiteX5" fmla="*/ 1638300 w 3952875"/>
                <a:gd name="connsiteY5" fmla="*/ 423693 h 854097"/>
                <a:gd name="connsiteX6" fmla="*/ 1733550 w 3952875"/>
                <a:gd name="connsiteY6" fmla="*/ 214143 h 854097"/>
                <a:gd name="connsiteX7" fmla="*/ 1809750 w 3952875"/>
                <a:gd name="connsiteY7" fmla="*/ 442743 h 854097"/>
                <a:gd name="connsiteX8" fmla="*/ 2200275 w 3952875"/>
                <a:gd name="connsiteY8" fmla="*/ 537993 h 854097"/>
                <a:gd name="connsiteX9" fmla="*/ 2390775 w 3952875"/>
                <a:gd name="connsiteY9" fmla="*/ 518943 h 854097"/>
                <a:gd name="connsiteX10" fmla="*/ 2552700 w 3952875"/>
                <a:gd name="connsiteY10" fmla="*/ 461793 h 854097"/>
                <a:gd name="connsiteX11" fmla="*/ 2628900 w 3952875"/>
                <a:gd name="connsiteY11" fmla="*/ 290343 h 854097"/>
                <a:gd name="connsiteX12" fmla="*/ 2781300 w 3952875"/>
                <a:gd name="connsiteY12" fmla="*/ 537993 h 854097"/>
                <a:gd name="connsiteX13" fmla="*/ 3581400 w 3952875"/>
                <a:gd name="connsiteY13" fmla="*/ 814218 h 854097"/>
                <a:gd name="connsiteX14" fmla="*/ 3952875 w 3952875"/>
                <a:gd name="connsiteY14" fmla="*/ 852318 h 854097"/>
                <a:gd name="connsiteX0" fmla="*/ 0 w 3952875"/>
                <a:gd name="connsiteY0" fmla="*/ 690393 h 854097"/>
                <a:gd name="connsiteX1" fmla="*/ 685800 w 3952875"/>
                <a:gd name="connsiteY1" fmla="*/ 661818 h 854097"/>
                <a:gd name="connsiteX2" fmla="*/ 838200 w 3952875"/>
                <a:gd name="connsiteY2" fmla="*/ 4593 h 854097"/>
                <a:gd name="connsiteX3" fmla="*/ 990600 w 3952875"/>
                <a:gd name="connsiteY3" fmla="*/ 376068 h 854097"/>
                <a:gd name="connsiteX4" fmla="*/ 1419225 w 3952875"/>
                <a:gd name="connsiteY4" fmla="*/ 499893 h 854097"/>
                <a:gd name="connsiteX5" fmla="*/ 1638300 w 3952875"/>
                <a:gd name="connsiteY5" fmla="*/ 423693 h 854097"/>
                <a:gd name="connsiteX6" fmla="*/ 1733550 w 3952875"/>
                <a:gd name="connsiteY6" fmla="*/ 214143 h 854097"/>
                <a:gd name="connsiteX7" fmla="*/ 1847850 w 3952875"/>
                <a:gd name="connsiteY7" fmla="*/ 433218 h 854097"/>
                <a:gd name="connsiteX8" fmla="*/ 2200275 w 3952875"/>
                <a:gd name="connsiteY8" fmla="*/ 537993 h 854097"/>
                <a:gd name="connsiteX9" fmla="*/ 2390775 w 3952875"/>
                <a:gd name="connsiteY9" fmla="*/ 518943 h 854097"/>
                <a:gd name="connsiteX10" fmla="*/ 2552700 w 3952875"/>
                <a:gd name="connsiteY10" fmla="*/ 461793 h 854097"/>
                <a:gd name="connsiteX11" fmla="*/ 2628900 w 3952875"/>
                <a:gd name="connsiteY11" fmla="*/ 290343 h 854097"/>
                <a:gd name="connsiteX12" fmla="*/ 2781300 w 3952875"/>
                <a:gd name="connsiteY12" fmla="*/ 537993 h 854097"/>
                <a:gd name="connsiteX13" fmla="*/ 3581400 w 3952875"/>
                <a:gd name="connsiteY13" fmla="*/ 814218 h 854097"/>
                <a:gd name="connsiteX14" fmla="*/ 3952875 w 3952875"/>
                <a:gd name="connsiteY14" fmla="*/ 852318 h 854097"/>
                <a:gd name="connsiteX0" fmla="*/ 0 w 3952875"/>
                <a:gd name="connsiteY0" fmla="*/ 898472 h 1062176"/>
                <a:gd name="connsiteX1" fmla="*/ 685800 w 3952875"/>
                <a:gd name="connsiteY1" fmla="*/ 869897 h 1062176"/>
                <a:gd name="connsiteX2" fmla="*/ 819150 w 3952875"/>
                <a:gd name="connsiteY2" fmla="*/ 3122 h 1062176"/>
                <a:gd name="connsiteX3" fmla="*/ 990600 w 3952875"/>
                <a:gd name="connsiteY3" fmla="*/ 584147 h 1062176"/>
                <a:gd name="connsiteX4" fmla="*/ 1419225 w 3952875"/>
                <a:gd name="connsiteY4" fmla="*/ 707972 h 1062176"/>
                <a:gd name="connsiteX5" fmla="*/ 1638300 w 3952875"/>
                <a:gd name="connsiteY5" fmla="*/ 631772 h 1062176"/>
                <a:gd name="connsiteX6" fmla="*/ 1733550 w 3952875"/>
                <a:gd name="connsiteY6" fmla="*/ 422222 h 1062176"/>
                <a:gd name="connsiteX7" fmla="*/ 1847850 w 3952875"/>
                <a:gd name="connsiteY7" fmla="*/ 641297 h 1062176"/>
                <a:gd name="connsiteX8" fmla="*/ 2200275 w 3952875"/>
                <a:gd name="connsiteY8" fmla="*/ 746072 h 1062176"/>
                <a:gd name="connsiteX9" fmla="*/ 2390775 w 3952875"/>
                <a:gd name="connsiteY9" fmla="*/ 727022 h 1062176"/>
                <a:gd name="connsiteX10" fmla="*/ 2552700 w 3952875"/>
                <a:gd name="connsiteY10" fmla="*/ 669872 h 1062176"/>
                <a:gd name="connsiteX11" fmla="*/ 2628900 w 3952875"/>
                <a:gd name="connsiteY11" fmla="*/ 498422 h 1062176"/>
                <a:gd name="connsiteX12" fmla="*/ 2781300 w 3952875"/>
                <a:gd name="connsiteY12" fmla="*/ 746072 h 1062176"/>
                <a:gd name="connsiteX13" fmla="*/ 3581400 w 3952875"/>
                <a:gd name="connsiteY13" fmla="*/ 1022297 h 1062176"/>
                <a:gd name="connsiteX14" fmla="*/ 3952875 w 3952875"/>
                <a:gd name="connsiteY14" fmla="*/ 1060397 h 1062176"/>
                <a:gd name="connsiteX0" fmla="*/ 0 w 3952875"/>
                <a:gd name="connsiteY0" fmla="*/ 900208 h 1063912"/>
                <a:gd name="connsiteX1" fmla="*/ 685800 w 3952875"/>
                <a:gd name="connsiteY1" fmla="*/ 871633 h 1063912"/>
                <a:gd name="connsiteX2" fmla="*/ 819150 w 3952875"/>
                <a:gd name="connsiteY2" fmla="*/ 4858 h 1063912"/>
                <a:gd name="connsiteX3" fmla="*/ 1066800 w 3952875"/>
                <a:gd name="connsiteY3" fmla="*/ 528733 h 1063912"/>
                <a:gd name="connsiteX4" fmla="*/ 1419225 w 3952875"/>
                <a:gd name="connsiteY4" fmla="*/ 709708 h 1063912"/>
                <a:gd name="connsiteX5" fmla="*/ 1638300 w 3952875"/>
                <a:gd name="connsiteY5" fmla="*/ 633508 h 1063912"/>
                <a:gd name="connsiteX6" fmla="*/ 1733550 w 3952875"/>
                <a:gd name="connsiteY6" fmla="*/ 423958 h 1063912"/>
                <a:gd name="connsiteX7" fmla="*/ 1847850 w 3952875"/>
                <a:gd name="connsiteY7" fmla="*/ 643033 h 1063912"/>
                <a:gd name="connsiteX8" fmla="*/ 2200275 w 3952875"/>
                <a:gd name="connsiteY8" fmla="*/ 747808 h 1063912"/>
                <a:gd name="connsiteX9" fmla="*/ 2390775 w 3952875"/>
                <a:gd name="connsiteY9" fmla="*/ 728758 h 1063912"/>
                <a:gd name="connsiteX10" fmla="*/ 2552700 w 3952875"/>
                <a:gd name="connsiteY10" fmla="*/ 671608 h 1063912"/>
                <a:gd name="connsiteX11" fmla="*/ 2628900 w 3952875"/>
                <a:gd name="connsiteY11" fmla="*/ 500158 h 1063912"/>
                <a:gd name="connsiteX12" fmla="*/ 2781300 w 3952875"/>
                <a:gd name="connsiteY12" fmla="*/ 747808 h 1063912"/>
                <a:gd name="connsiteX13" fmla="*/ 3581400 w 3952875"/>
                <a:gd name="connsiteY13" fmla="*/ 1024033 h 1063912"/>
                <a:gd name="connsiteX14" fmla="*/ 3952875 w 3952875"/>
                <a:gd name="connsiteY14" fmla="*/ 1062133 h 1063912"/>
                <a:gd name="connsiteX0" fmla="*/ 0 w 3952875"/>
                <a:gd name="connsiteY0" fmla="*/ 900165 h 1063869"/>
                <a:gd name="connsiteX1" fmla="*/ 685800 w 3952875"/>
                <a:gd name="connsiteY1" fmla="*/ 871590 h 1063869"/>
                <a:gd name="connsiteX2" fmla="*/ 819150 w 3952875"/>
                <a:gd name="connsiteY2" fmla="*/ 4815 h 1063869"/>
                <a:gd name="connsiteX3" fmla="*/ 1066800 w 3952875"/>
                <a:gd name="connsiteY3" fmla="*/ 528690 h 1063869"/>
                <a:gd name="connsiteX4" fmla="*/ 1419225 w 3952875"/>
                <a:gd name="connsiteY4" fmla="*/ 681090 h 1063869"/>
                <a:gd name="connsiteX5" fmla="*/ 1638300 w 3952875"/>
                <a:gd name="connsiteY5" fmla="*/ 633465 h 1063869"/>
                <a:gd name="connsiteX6" fmla="*/ 1733550 w 3952875"/>
                <a:gd name="connsiteY6" fmla="*/ 423915 h 1063869"/>
                <a:gd name="connsiteX7" fmla="*/ 1847850 w 3952875"/>
                <a:gd name="connsiteY7" fmla="*/ 642990 h 1063869"/>
                <a:gd name="connsiteX8" fmla="*/ 2200275 w 3952875"/>
                <a:gd name="connsiteY8" fmla="*/ 747765 h 1063869"/>
                <a:gd name="connsiteX9" fmla="*/ 2390775 w 3952875"/>
                <a:gd name="connsiteY9" fmla="*/ 728715 h 1063869"/>
                <a:gd name="connsiteX10" fmla="*/ 2552700 w 3952875"/>
                <a:gd name="connsiteY10" fmla="*/ 671565 h 1063869"/>
                <a:gd name="connsiteX11" fmla="*/ 2628900 w 3952875"/>
                <a:gd name="connsiteY11" fmla="*/ 500115 h 1063869"/>
                <a:gd name="connsiteX12" fmla="*/ 2781300 w 3952875"/>
                <a:gd name="connsiteY12" fmla="*/ 747765 h 1063869"/>
                <a:gd name="connsiteX13" fmla="*/ 3581400 w 3952875"/>
                <a:gd name="connsiteY13" fmla="*/ 1023990 h 1063869"/>
                <a:gd name="connsiteX14" fmla="*/ 3952875 w 3952875"/>
                <a:gd name="connsiteY14" fmla="*/ 1062090 h 1063869"/>
                <a:gd name="connsiteX0" fmla="*/ 0 w 3952875"/>
                <a:gd name="connsiteY0" fmla="*/ 900165 h 1063869"/>
                <a:gd name="connsiteX1" fmla="*/ 685800 w 3952875"/>
                <a:gd name="connsiteY1" fmla="*/ 871590 h 1063869"/>
                <a:gd name="connsiteX2" fmla="*/ 819150 w 3952875"/>
                <a:gd name="connsiteY2" fmla="*/ 4815 h 1063869"/>
                <a:gd name="connsiteX3" fmla="*/ 1066800 w 3952875"/>
                <a:gd name="connsiteY3" fmla="*/ 528690 h 1063869"/>
                <a:gd name="connsiteX4" fmla="*/ 1419225 w 3952875"/>
                <a:gd name="connsiteY4" fmla="*/ 681090 h 1063869"/>
                <a:gd name="connsiteX5" fmla="*/ 1638300 w 3952875"/>
                <a:gd name="connsiteY5" fmla="*/ 633465 h 1063869"/>
                <a:gd name="connsiteX6" fmla="*/ 1724025 w 3952875"/>
                <a:gd name="connsiteY6" fmla="*/ 328665 h 1063869"/>
                <a:gd name="connsiteX7" fmla="*/ 1847850 w 3952875"/>
                <a:gd name="connsiteY7" fmla="*/ 642990 h 1063869"/>
                <a:gd name="connsiteX8" fmla="*/ 2200275 w 3952875"/>
                <a:gd name="connsiteY8" fmla="*/ 747765 h 1063869"/>
                <a:gd name="connsiteX9" fmla="*/ 2390775 w 3952875"/>
                <a:gd name="connsiteY9" fmla="*/ 728715 h 1063869"/>
                <a:gd name="connsiteX10" fmla="*/ 2552700 w 3952875"/>
                <a:gd name="connsiteY10" fmla="*/ 671565 h 1063869"/>
                <a:gd name="connsiteX11" fmla="*/ 2628900 w 3952875"/>
                <a:gd name="connsiteY11" fmla="*/ 500115 h 1063869"/>
                <a:gd name="connsiteX12" fmla="*/ 2781300 w 3952875"/>
                <a:gd name="connsiteY12" fmla="*/ 747765 h 1063869"/>
                <a:gd name="connsiteX13" fmla="*/ 3581400 w 3952875"/>
                <a:gd name="connsiteY13" fmla="*/ 1023990 h 1063869"/>
                <a:gd name="connsiteX14" fmla="*/ 3952875 w 3952875"/>
                <a:gd name="connsiteY14" fmla="*/ 1062090 h 1063869"/>
                <a:gd name="connsiteX0" fmla="*/ 0 w 3952875"/>
                <a:gd name="connsiteY0" fmla="*/ 900150 h 1063854"/>
                <a:gd name="connsiteX1" fmla="*/ 685800 w 3952875"/>
                <a:gd name="connsiteY1" fmla="*/ 871575 h 1063854"/>
                <a:gd name="connsiteX2" fmla="*/ 819150 w 3952875"/>
                <a:gd name="connsiteY2" fmla="*/ 4800 h 1063854"/>
                <a:gd name="connsiteX3" fmla="*/ 1066800 w 3952875"/>
                <a:gd name="connsiteY3" fmla="*/ 528675 h 1063854"/>
                <a:gd name="connsiteX4" fmla="*/ 1362075 w 3952875"/>
                <a:gd name="connsiteY4" fmla="*/ 671550 h 1063854"/>
                <a:gd name="connsiteX5" fmla="*/ 1638300 w 3952875"/>
                <a:gd name="connsiteY5" fmla="*/ 633450 h 1063854"/>
                <a:gd name="connsiteX6" fmla="*/ 1724025 w 3952875"/>
                <a:gd name="connsiteY6" fmla="*/ 328650 h 1063854"/>
                <a:gd name="connsiteX7" fmla="*/ 1847850 w 3952875"/>
                <a:gd name="connsiteY7" fmla="*/ 642975 h 1063854"/>
                <a:gd name="connsiteX8" fmla="*/ 2200275 w 3952875"/>
                <a:gd name="connsiteY8" fmla="*/ 747750 h 1063854"/>
                <a:gd name="connsiteX9" fmla="*/ 2390775 w 3952875"/>
                <a:gd name="connsiteY9" fmla="*/ 728700 h 1063854"/>
                <a:gd name="connsiteX10" fmla="*/ 2552700 w 3952875"/>
                <a:gd name="connsiteY10" fmla="*/ 671550 h 1063854"/>
                <a:gd name="connsiteX11" fmla="*/ 2628900 w 3952875"/>
                <a:gd name="connsiteY11" fmla="*/ 500100 h 1063854"/>
                <a:gd name="connsiteX12" fmla="*/ 2781300 w 3952875"/>
                <a:gd name="connsiteY12" fmla="*/ 747750 h 1063854"/>
                <a:gd name="connsiteX13" fmla="*/ 3581400 w 3952875"/>
                <a:gd name="connsiteY13" fmla="*/ 1023975 h 1063854"/>
                <a:gd name="connsiteX14" fmla="*/ 3952875 w 3952875"/>
                <a:gd name="connsiteY14" fmla="*/ 1062075 h 1063854"/>
                <a:gd name="connsiteX0" fmla="*/ 0 w 3952875"/>
                <a:gd name="connsiteY0" fmla="*/ 900150 h 1063854"/>
                <a:gd name="connsiteX1" fmla="*/ 685800 w 3952875"/>
                <a:gd name="connsiteY1" fmla="*/ 871575 h 1063854"/>
                <a:gd name="connsiteX2" fmla="*/ 819150 w 3952875"/>
                <a:gd name="connsiteY2" fmla="*/ 4800 h 1063854"/>
                <a:gd name="connsiteX3" fmla="*/ 1066800 w 3952875"/>
                <a:gd name="connsiteY3" fmla="*/ 528675 h 1063854"/>
                <a:gd name="connsiteX4" fmla="*/ 1362075 w 3952875"/>
                <a:gd name="connsiteY4" fmla="*/ 671550 h 1063854"/>
                <a:gd name="connsiteX5" fmla="*/ 1590675 w 3952875"/>
                <a:gd name="connsiteY5" fmla="*/ 614400 h 1063854"/>
                <a:gd name="connsiteX6" fmla="*/ 1724025 w 3952875"/>
                <a:gd name="connsiteY6" fmla="*/ 328650 h 1063854"/>
                <a:gd name="connsiteX7" fmla="*/ 1847850 w 3952875"/>
                <a:gd name="connsiteY7" fmla="*/ 642975 h 1063854"/>
                <a:gd name="connsiteX8" fmla="*/ 2200275 w 3952875"/>
                <a:gd name="connsiteY8" fmla="*/ 747750 h 1063854"/>
                <a:gd name="connsiteX9" fmla="*/ 2390775 w 3952875"/>
                <a:gd name="connsiteY9" fmla="*/ 728700 h 1063854"/>
                <a:gd name="connsiteX10" fmla="*/ 2552700 w 3952875"/>
                <a:gd name="connsiteY10" fmla="*/ 671550 h 1063854"/>
                <a:gd name="connsiteX11" fmla="*/ 2628900 w 3952875"/>
                <a:gd name="connsiteY11" fmla="*/ 500100 h 1063854"/>
                <a:gd name="connsiteX12" fmla="*/ 2781300 w 3952875"/>
                <a:gd name="connsiteY12" fmla="*/ 747750 h 1063854"/>
                <a:gd name="connsiteX13" fmla="*/ 3581400 w 3952875"/>
                <a:gd name="connsiteY13" fmla="*/ 1023975 h 1063854"/>
                <a:gd name="connsiteX14" fmla="*/ 3952875 w 3952875"/>
                <a:gd name="connsiteY14" fmla="*/ 1062075 h 1063854"/>
                <a:gd name="connsiteX0" fmla="*/ 0 w 3952875"/>
                <a:gd name="connsiteY0" fmla="*/ 937968 h 1101672"/>
                <a:gd name="connsiteX1" fmla="*/ 685800 w 3952875"/>
                <a:gd name="connsiteY1" fmla="*/ 909393 h 1101672"/>
                <a:gd name="connsiteX2" fmla="*/ 847725 w 3952875"/>
                <a:gd name="connsiteY2" fmla="*/ 4518 h 1101672"/>
                <a:gd name="connsiteX3" fmla="*/ 1066800 w 3952875"/>
                <a:gd name="connsiteY3" fmla="*/ 566493 h 1101672"/>
                <a:gd name="connsiteX4" fmla="*/ 1362075 w 3952875"/>
                <a:gd name="connsiteY4" fmla="*/ 709368 h 1101672"/>
                <a:gd name="connsiteX5" fmla="*/ 1590675 w 3952875"/>
                <a:gd name="connsiteY5" fmla="*/ 652218 h 1101672"/>
                <a:gd name="connsiteX6" fmla="*/ 1724025 w 3952875"/>
                <a:gd name="connsiteY6" fmla="*/ 366468 h 1101672"/>
                <a:gd name="connsiteX7" fmla="*/ 1847850 w 3952875"/>
                <a:gd name="connsiteY7" fmla="*/ 680793 h 1101672"/>
                <a:gd name="connsiteX8" fmla="*/ 2200275 w 3952875"/>
                <a:gd name="connsiteY8" fmla="*/ 785568 h 1101672"/>
                <a:gd name="connsiteX9" fmla="*/ 2390775 w 3952875"/>
                <a:gd name="connsiteY9" fmla="*/ 766518 h 1101672"/>
                <a:gd name="connsiteX10" fmla="*/ 2552700 w 3952875"/>
                <a:gd name="connsiteY10" fmla="*/ 709368 h 1101672"/>
                <a:gd name="connsiteX11" fmla="*/ 2628900 w 3952875"/>
                <a:gd name="connsiteY11" fmla="*/ 537918 h 1101672"/>
                <a:gd name="connsiteX12" fmla="*/ 2781300 w 3952875"/>
                <a:gd name="connsiteY12" fmla="*/ 785568 h 1101672"/>
                <a:gd name="connsiteX13" fmla="*/ 3581400 w 3952875"/>
                <a:gd name="connsiteY13" fmla="*/ 1061793 h 1101672"/>
                <a:gd name="connsiteX14" fmla="*/ 3952875 w 3952875"/>
                <a:gd name="connsiteY14" fmla="*/ 1099893 h 1101672"/>
                <a:gd name="connsiteX0" fmla="*/ 0 w 3952875"/>
                <a:gd name="connsiteY0" fmla="*/ 937968 h 1101672"/>
                <a:gd name="connsiteX1" fmla="*/ 685800 w 3952875"/>
                <a:gd name="connsiteY1" fmla="*/ 909393 h 1101672"/>
                <a:gd name="connsiteX2" fmla="*/ 847725 w 3952875"/>
                <a:gd name="connsiteY2" fmla="*/ 4518 h 1101672"/>
                <a:gd name="connsiteX3" fmla="*/ 1066800 w 3952875"/>
                <a:gd name="connsiteY3" fmla="*/ 566493 h 1101672"/>
                <a:gd name="connsiteX4" fmla="*/ 1362075 w 3952875"/>
                <a:gd name="connsiteY4" fmla="*/ 709368 h 1101672"/>
                <a:gd name="connsiteX5" fmla="*/ 1590675 w 3952875"/>
                <a:gd name="connsiteY5" fmla="*/ 652218 h 1101672"/>
                <a:gd name="connsiteX6" fmla="*/ 1724025 w 3952875"/>
                <a:gd name="connsiteY6" fmla="*/ 366468 h 1101672"/>
                <a:gd name="connsiteX7" fmla="*/ 1847850 w 3952875"/>
                <a:gd name="connsiteY7" fmla="*/ 680793 h 1101672"/>
                <a:gd name="connsiteX8" fmla="*/ 2200275 w 3952875"/>
                <a:gd name="connsiteY8" fmla="*/ 785568 h 1101672"/>
                <a:gd name="connsiteX9" fmla="*/ 2390775 w 3952875"/>
                <a:gd name="connsiteY9" fmla="*/ 766518 h 1101672"/>
                <a:gd name="connsiteX10" fmla="*/ 2552700 w 3952875"/>
                <a:gd name="connsiteY10" fmla="*/ 709368 h 1101672"/>
                <a:gd name="connsiteX11" fmla="*/ 2628900 w 3952875"/>
                <a:gd name="connsiteY11" fmla="*/ 537918 h 1101672"/>
                <a:gd name="connsiteX12" fmla="*/ 2781300 w 3952875"/>
                <a:gd name="connsiteY12" fmla="*/ 785568 h 1101672"/>
                <a:gd name="connsiteX13" fmla="*/ 3581400 w 3952875"/>
                <a:gd name="connsiteY13" fmla="*/ 1061793 h 1101672"/>
                <a:gd name="connsiteX14" fmla="*/ 3952875 w 3952875"/>
                <a:gd name="connsiteY14" fmla="*/ 1099893 h 1101672"/>
                <a:gd name="connsiteX0" fmla="*/ 0 w 3962400"/>
                <a:gd name="connsiteY0" fmla="*/ 899868 h 1101672"/>
                <a:gd name="connsiteX1" fmla="*/ 695325 w 3962400"/>
                <a:gd name="connsiteY1" fmla="*/ 909393 h 1101672"/>
                <a:gd name="connsiteX2" fmla="*/ 857250 w 3962400"/>
                <a:gd name="connsiteY2" fmla="*/ 4518 h 1101672"/>
                <a:gd name="connsiteX3" fmla="*/ 1076325 w 3962400"/>
                <a:gd name="connsiteY3" fmla="*/ 566493 h 1101672"/>
                <a:gd name="connsiteX4" fmla="*/ 1371600 w 3962400"/>
                <a:gd name="connsiteY4" fmla="*/ 709368 h 1101672"/>
                <a:gd name="connsiteX5" fmla="*/ 1600200 w 3962400"/>
                <a:gd name="connsiteY5" fmla="*/ 652218 h 1101672"/>
                <a:gd name="connsiteX6" fmla="*/ 1733550 w 3962400"/>
                <a:gd name="connsiteY6" fmla="*/ 366468 h 1101672"/>
                <a:gd name="connsiteX7" fmla="*/ 1857375 w 3962400"/>
                <a:gd name="connsiteY7" fmla="*/ 680793 h 1101672"/>
                <a:gd name="connsiteX8" fmla="*/ 2209800 w 3962400"/>
                <a:gd name="connsiteY8" fmla="*/ 785568 h 1101672"/>
                <a:gd name="connsiteX9" fmla="*/ 2400300 w 3962400"/>
                <a:gd name="connsiteY9" fmla="*/ 766518 h 1101672"/>
                <a:gd name="connsiteX10" fmla="*/ 2562225 w 3962400"/>
                <a:gd name="connsiteY10" fmla="*/ 709368 h 1101672"/>
                <a:gd name="connsiteX11" fmla="*/ 2638425 w 3962400"/>
                <a:gd name="connsiteY11" fmla="*/ 537918 h 1101672"/>
                <a:gd name="connsiteX12" fmla="*/ 2790825 w 3962400"/>
                <a:gd name="connsiteY12" fmla="*/ 785568 h 1101672"/>
                <a:gd name="connsiteX13" fmla="*/ 3590925 w 3962400"/>
                <a:gd name="connsiteY13" fmla="*/ 1061793 h 1101672"/>
                <a:gd name="connsiteX14" fmla="*/ 3962400 w 3962400"/>
                <a:gd name="connsiteY14" fmla="*/ 1099893 h 1101672"/>
                <a:gd name="connsiteX0" fmla="*/ 0 w 3962400"/>
                <a:gd name="connsiteY0" fmla="*/ 896464 h 1098268"/>
                <a:gd name="connsiteX1" fmla="*/ 628650 w 3962400"/>
                <a:gd name="connsiteY1" fmla="*/ 725014 h 1098268"/>
                <a:gd name="connsiteX2" fmla="*/ 857250 w 3962400"/>
                <a:gd name="connsiteY2" fmla="*/ 1114 h 1098268"/>
                <a:gd name="connsiteX3" fmla="*/ 1076325 w 3962400"/>
                <a:gd name="connsiteY3" fmla="*/ 563089 h 1098268"/>
                <a:gd name="connsiteX4" fmla="*/ 1371600 w 3962400"/>
                <a:gd name="connsiteY4" fmla="*/ 705964 h 1098268"/>
                <a:gd name="connsiteX5" fmla="*/ 1600200 w 3962400"/>
                <a:gd name="connsiteY5" fmla="*/ 648814 h 1098268"/>
                <a:gd name="connsiteX6" fmla="*/ 1733550 w 3962400"/>
                <a:gd name="connsiteY6" fmla="*/ 363064 h 1098268"/>
                <a:gd name="connsiteX7" fmla="*/ 1857375 w 3962400"/>
                <a:gd name="connsiteY7" fmla="*/ 677389 h 1098268"/>
                <a:gd name="connsiteX8" fmla="*/ 2209800 w 3962400"/>
                <a:gd name="connsiteY8" fmla="*/ 782164 h 1098268"/>
                <a:gd name="connsiteX9" fmla="*/ 2400300 w 3962400"/>
                <a:gd name="connsiteY9" fmla="*/ 763114 h 1098268"/>
                <a:gd name="connsiteX10" fmla="*/ 2562225 w 3962400"/>
                <a:gd name="connsiteY10" fmla="*/ 705964 h 1098268"/>
                <a:gd name="connsiteX11" fmla="*/ 2638425 w 3962400"/>
                <a:gd name="connsiteY11" fmla="*/ 534514 h 1098268"/>
                <a:gd name="connsiteX12" fmla="*/ 2790825 w 3962400"/>
                <a:gd name="connsiteY12" fmla="*/ 782164 h 1098268"/>
                <a:gd name="connsiteX13" fmla="*/ 3590925 w 3962400"/>
                <a:gd name="connsiteY13" fmla="*/ 1058389 h 1098268"/>
                <a:gd name="connsiteX14" fmla="*/ 3962400 w 3962400"/>
                <a:gd name="connsiteY14" fmla="*/ 1096489 h 1098268"/>
                <a:gd name="connsiteX0" fmla="*/ 0 w 3962400"/>
                <a:gd name="connsiteY0" fmla="*/ 1039121 h 1240925"/>
                <a:gd name="connsiteX1" fmla="*/ 628650 w 3962400"/>
                <a:gd name="connsiteY1" fmla="*/ 867671 h 1240925"/>
                <a:gd name="connsiteX2" fmla="*/ 828675 w 3962400"/>
                <a:gd name="connsiteY2" fmla="*/ 896 h 1240925"/>
                <a:gd name="connsiteX3" fmla="*/ 1076325 w 3962400"/>
                <a:gd name="connsiteY3" fmla="*/ 705746 h 1240925"/>
                <a:gd name="connsiteX4" fmla="*/ 1371600 w 3962400"/>
                <a:gd name="connsiteY4" fmla="*/ 848621 h 1240925"/>
                <a:gd name="connsiteX5" fmla="*/ 1600200 w 3962400"/>
                <a:gd name="connsiteY5" fmla="*/ 791471 h 1240925"/>
                <a:gd name="connsiteX6" fmla="*/ 1733550 w 3962400"/>
                <a:gd name="connsiteY6" fmla="*/ 505721 h 1240925"/>
                <a:gd name="connsiteX7" fmla="*/ 1857375 w 3962400"/>
                <a:gd name="connsiteY7" fmla="*/ 820046 h 1240925"/>
                <a:gd name="connsiteX8" fmla="*/ 2209800 w 3962400"/>
                <a:gd name="connsiteY8" fmla="*/ 924821 h 1240925"/>
                <a:gd name="connsiteX9" fmla="*/ 2400300 w 3962400"/>
                <a:gd name="connsiteY9" fmla="*/ 905771 h 1240925"/>
                <a:gd name="connsiteX10" fmla="*/ 2562225 w 3962400"/>
                <a:gd name="connsiteY10" fmla="*/ 848621 h 1240925"/>
                <a:gd name="connsiteX11" fmla="*/ 2638425 w 3962400"/>
                <a:gd name="connsiteY11" fmla="*/ 677171 h 1240925"/>
                <a:gd name="connsiteX12" fmla="*/ 2790825 w 3962400"/>
                <a:gd name="connsiteY12" fmla="*/ 924821 h 1240925"/>
                <a:gd name="connsiteX13" fmla="*/ 3590925 w 3962400"/>
                <a:gd name="connsiteY13" fmla="*/ 1201046 h 1240925"/>
                <a:gd name="connsiteX14" fmla="*/ 3962400 w 3962400"/>
                <a:gd name="connsiteY14" fmla="*/ 1239146 h 1240925"/>
                <a:gd name="connsiteX0" fmla="*/ 0 w 3962400"/>
                <a:gd name="connsiteY0" fmla="*/ 1038727 h 1240531"/>
                <a:gd name="connsiteX1" fmla="*/ 628650 w 3962400"/>
                <a:gd name="connsiteY1" fmla="*/ 867277 h 1240531"/>
                <a:gd name="connsiteX2" fmla="*/ 828675 w 3962400"/>
                <a:gd name="connsiteY2" fmla="*/ 502 h 1240531"/>
                <a:gd name="connsiteX3" fmla="*/ 1047750 w 3962400"/>
                <a:gd name="connsiteY3" fmla="*/ 743452 h 1240531"/>
                <a:gd name="connsiteX4" fmla="*/ 1371600 w 3962400"/>
                <a:gd name="connsiteY4" fmla="*/ 848227 h 1240531"/>
                <a:gd name="connsiteX5" fmla="*/ 1600200 w 3962400"/>
                <a:gd name="connsiteY5" fmla="*/ 791077 h 1240531"/>
                <a:gd name="connsiteX6" fmla="*/ 1733550 w 3962400"/>
                <a:gd name="connsiteY6" fmla="*/ 505327 h 1240531"/>
                <a:gd name="connsiteX7" fmla="*/ 1857375 w 3962400"/>
                <a:gd name="connsiteY7" fmla="*/ 819652 h 1240531"/>
                <a:gd name="connsiteX8" fmla="*/ 2209800 w 3962400"/>
                <a:gd name="connsiteY8" fmla="*/ 924427 h 1240531"/>
                <a:gd name="connsiteX9" fmla="*/ 2400300 w 3962400"/>
                <a:gd name="connsiteY9" fmla="*/ 905377 h 1240531"/>
                <a:gd name="connsiteX10" fmla="*/ 2562225 w 3962400"/>
                <a:gd name="connsiteY10" fmla="*/ 848227 h 1240531"/>
                <a:gd name="connsiteX11" fmla="*/ 2638425 w 3962400"/>
                <a:gd name="connsiteY11" fmla="*/ 676777 h 1240531"/>
                <a:gd name="connsiteX12" fmla="*/ 2790825 w 3962400"/>
                <a:gd name="connsiteY12" fmla="*/ 924427 h 1240531"/>
                <a:gd name="connsiteX13" fmla="*/ 3590925 w 3962400"/>
                <a:gd name="connsiteY13" fmla="*/ 1200652 h 1240531"/>
                <a:gd name="connsiteX14" fmla="*/ 3962400 w 3962400"/>
                <a:gd name="connsiteY14" fmla="*/ 1238752 h 1240531"/>
                <a:gd name="connsiteX0" fmla="*/ 0 w 3962400"/>
                <a:gd name="connsiteY0" fmla="*/ 1038727 h 1240531"/>
                <a:gd name="connsiteX1" fmla="*/ 628650 w 3962400"/>
                <a:gd name="connsiteY1" fmla="*/ 867277 h 1240531"/>
                <a:gd name="connsiteX2" fmla="*/ 828675 w 3962400"/>
                <a:gd name="connsiteY2" fmla="*/ 502 h 1240531"/>
                <a:gd name="connsiteX3" fmla="*/ 1047750 w 3962400"/>
                <a:gd name="connsiteY3" fmla="*/ 743452 h 1240531"/>
                <a:gd name="connsiteX4" fmla="*/ 1371600 w 3962400"/>
                <a:gd name="connsiteY4" fmla="*/ 848227 h 1240531"/>
                <a:gd name="connsiteX5" fmla="*/ 1600200 w 3962400"/>
                <a:gd name="connsiteY5" fmla="*/ 791077 h 1240531"/>
                <a:gd name="connsiteX6" fmla="*/ 1733550 w 3962400"/>
                <a:gd name="connsiteY6" fmla="*/ 505327 h 1240531"/>
                <a:gd name="connsiteX7" fmla="*/ 1857375 w 3962400"/>
                <a:gd name="connsiteY7" fmla="*/ 819652 h 1240531"/>
                <a:gd name="connsiteX8" fmla="*/ 2209800 w 3962400"/>
                <a:gd name="connsiteY8" fmla="*/ 924427 h 1240531"/>
                <a:gd name="connsiteX9" fmla="*/ 2400300 w 3962400"/>
                <a:gd name="connsiteY9" fmla="*/ 905377 h 1240531"/>
                <a:gd name="connsiteX10" fmla="*/ 2562225 w 3962400"/>
                <a:gd name="connsiteY10" fmla="*/ 848227 h 1240531"/>
                <a:gd name="connsiteX11" fmla="*/ 2638425 w 3962400"/>
                <a:gd name="connsiteY11" fmla="*/ 676777 h 1240531"/>
                <a:gd name="connsiteX12" fmla="*/ 2847975 w 3962400"/>
                <a:gd name="connsiteY12" fmla="*/ 905377 h 1240531"/>
                <a:gd name="connsiteX13" fmla="*/ 3590925 w 3962400"/>
                <a:gd name="connsiteY13" fmla="*/ 1200652 h 1240531"/>
                <a:gd name="connsiteX14" fmla="*/ 3962400 w 3962400"/>
                <a:gd name="connsiteY14" fmla="*/ 1238752 h 1240531"/>
                <a:gd name="connsiteX0" fmla="*/ 0 w 3962400"/>
                <a:gd name="connsiteY0" fmla="*/ 1038727 h 1240531"/>
                <a:gd name="connsiteX1" fmla="*/ 628650 w 3962400"/>
                <a:gd name="connsiteY1" fmla="*/ 867277 h 1240531"/>
                <a:gd name="connsiteX2" fmla="*/ 828675 w 3962400"/>
                <a:gd name="connsiteY2" fmla="*/ 502 h 1240531"/>
                <a:gd name="connsiteX3" fmla="*/ 1047750 w 3962400"/>
                <a:gd name="connsiteY3" fmla="*/ 743452 h 1240531"/>
                <a:gd name="connsiteX4" fmla="*/ 1371600 w 3962400"/>
                <a:gd name="connsiteY4" fmla="*/ 848227 h 1240531"/>
                <a:gd name="connsiteX5" fmla="*/ 1600200 w 3962400"/>
                <a:gd name="connsiteY5" fmla="*/ 791077 h 1240531"/>
                <a:gd name="connsiteX6" fmla="*/ 1733550 w 3962400"/>
                <a:gd name="connsiteY6" fmla="*/ 505327 h 1240531"/>
                <a:gd name="connsiteX7" fmla="*/ 1857375 w 3962400"/>
                <a:gd name="connsiteY7" fmla="*/ 819652 h 1240531"/>
                <a:gd name="connsiteX8" fmla="*/ 2209800 w 3962400"/>
                <a:gd name="connsiteY8" fmla="*/ 924427 h 1240531"/>
                <a:gd name="connsiteX9" fmla="*/ 2400300 w 3962400"/>
                <a:gd name="connsiteY9" fmla="*/ 905377 h 1240531"/>
                <a:gd name="connsiteX10" fmla="*/ 2562225 w 3962400"/>
                <a:gd name="connsiteY10" fmla="*/ 848227 h 1240531"/>
                <a:gd name="connsiteX11" fmla="*/ 2676525 w 3962400"/>
                <a:gd name="connsiteY11" fmla="*/ 629152 h 1240531"/>
                <a:gd name="connsiteX12" fmla="*/ 2847975 w 3962400"/>
                <a:gd name="connsiteY12" fmla="*/ 905377 h 1240531"/>
                <a:gd name="connsiteX13" fmla="*/ 3590925 w 3962400"/>
                <a:gd name="connsiteY13" fmla="*/ 1200652 h 1240531"/>
                <a:gd name="connsiteX14" fmla="*/ 3962400 w 3962400"/>
                <a:gd name="connsiteY14" fmla="*/ 1238752 h 1240531"/>
                <a:gd name="connsiteX0" fmla="*/ 0 w 3962400"/>
                <a:gd name="connsiteY0" fmla="*/ 1038727 h 1240531"/>
                <a:gd name="connsiteX1" fmla="*/ 628650 w 3962400"/>
                <a:gd name="connsiteY1" fmla="*/ 867277 h 1240531"/>
                <a:gd name="connsiteX2" fmla="*/ 828675 w 3962400"/>
                <a:gd name="connsiteY2" fmla="*/ 502 h 1240531"/>
                <a:gd name="connsiteX3" fmla="*/ 1047750 w 3962400"/>
                <a:gd name="connsiteY3" fmla="*/ 743452 h 1240531"/>
                <a:gd name="connsiteX4" fmla="*/ 1371600 w 3962400"/>
                <a:gd name="connsiteY4" fmla="*/ 848227 h 1240531"/>
                <a:gd name="connsiteX5" fmla="*/ 1600200 w 3962400"/>
                <a:gd name="connsiteY5" fmla="*/ 791077 h 1240531"/>
                <a:gd name="connsiteX6" fmla="*/ 1733550 w 3962400"/>
                <a:gd name="connsiteY6" fmla="*/ 505327 h 1240531"/>
                <a:gd name="connsiteX7" fmla="*/ 1857375 w 3962400"/>
                <a:gd name="connsiteY7" fmla="*/ 819652 h 1240531"/>
                <a:gd name="connsiteX8" fmla="*/ 2209800 w 3962400"/>
                <a:gd name="connsiteY8" fmla="*/ 924427 h 1240531"/>
                <a:gd name="connsiteX9" fmla="*/ 2400300 w 3962400"/>
                <a:gd name="connsiteY9" fmla="*/ 905377 h 1240531"/>
                <a:gd name="connsiteX10" fmla="*/ 2571750 w 3962400"/>
                <a:gd name="connsiteY10" fmla="*/ 867277 h 1240531"/>
                <a:gd name="connsiteX11" fmla="*/ 2676525 w 3962400"/>
                <a:gd name="connsiteY11" fmla="*/ 629152 h 1240531"/>
                <a:gd name="connsiteX12" fmla="*/ 2847975 w 3962400"/>
                <a:gd name="connsiteY12" fmla="*/ 905377 h 1240531"/>
                <a:gd name="connsiteX13" fmla="*/ 3590925 w 3962400"/>
                <a:gd name="connsiteY13" fmla="*/ 1200652 h 1240531"/>
                <a:gd name="connsiteX14" fmla="*/ 3962400 w 3962400"/>
                <a:gd name="connsiteY14" fmla="*/ 1238752 h 12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62400" h="1240531">
                  <a:moveTo>
                    <a:pt x="0" y="1038727"/>
                  </a:moveTo>
                  <a:cubicBezTo>
                    <a:pt x="273050" y="1081589"/>
                    <a:pt x="490538" y="1040314"/>
                    <a:pt x="628650" y="867277"/>
                  </a:cubicBezTo>
                  <a:cubicBezTo>
                    <a:pt x="766762" y="694240"/>
                    <a:pt x="758825" y="21139"/>
                    <a:pt x="828675" y="502"/>
                  </a:cubicBezTo>
                  <a:cubicBezTo>
                    <a:pt x="898525" y="-20135"/>
                    <a:pt x="957263" y="602165"/>
                    <a:pt x="1047750" y="743452"/>
                  </a:cubicBezTo>
                  <a:cubicBezTo>
                    <a:pt x="1138238" y="884740"/>
                    <a:pt x="1279525" y="840290"/>
                    <a:pt x="1371600" y="848227"/>
                  </a:cubicBezTo>
                  <a:cubicBezTo>
                    <a:pt x="1463675" y="856164"/>
                    <a:pt x="1539875" y="848227"/>
                    <a:pt x="1600200" y="791077"/>
                  </a:cubicBezTo>
                  <a:cubicBezTo>
                    <a:pt x="1660525" y="733927"/>
                    <a:pt x="1690688" y="500565"/>
                    <a:pt x="1733550" y="505327"/>
                  </a:cubicBezTo>
                  <a:cubicBezTo>
                    <a:pt x="1776413" y="510090"/>
                    <a:pt x="1778000" y="749802"/>
                    <a:pt x="1857375" y="819652"/>
                  </a:cubicBezTo>
                  <a:cubicBezTo>
                    <a:pt x="1936750" y="889502"/>
                    <a:pt x="2119313" y="910140"/>
                    <a:pt x="2209800" y="924427"/>
                  </a:cubicBezTo>
                  <a:cubicBezTo>
                    <a:pt x="2300287" y="938714"/>
                    <a:pt x="2339975" y="914902"/>
                    <a:pt x="2400300" y="905377"/>
                  </a:cubicBezTo>
                  <a:cubicBezTo>
                    <a:pt x="2460625" y="895852"/>
                    <a:pt x="2525713" y="913314"/>
                    <a:pt x="2571750" y="867277"/>
                  </a:cubicBezTo>
                  <a:cubicBezTo>
                    <a:pt x="2617787" y="821240"/>
                    <a:pt x="2630487" y="622802"/>
                    <a:pt x="2676525" y="629152"/>
                  </a:cubicBezTo>
                  <a:cubicBezTo>
                    <a:pt x="2722563" y="635502"/>
                    <a:pt x="2695575" y="810127"/>
                    <a:pt x="2847975" y="905377"/>
                  </a:cubicBezTo>
                  <a:cubicBezTo>
                    <a:pt x="3000375" y="1000627"/>
                    <a:pt x="3395662" y="1148264"/>
                    <a:pt x="3590925" y="1200652"/>
                  </a:cubicBezTo>
                  <a:cubicBezTo>
                    <a:pt x="3786188" y="1253040"/>
                    <a:pt x="3962400" y="1238752"/>
                    <a:pt x="3962400" y="1238752"/>
                  </a:cubicBez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0" name="Forma libre: forma 49">
              <a:extLst>
                <a:ext uri="{FF2B5EF4-FFF2-40B4-BE49-F238E27FC236}">
                  <a16:creationId xmlns:a16="http://schemas.microsoft.com/office/drawing/2014/main" id="{44901666-3EF8-3041-5A6A-D338E4F12247}"/>
                </a:ext>
              </a:extLst>
            </p:cNvPr>
            <p:cNvSpPr/>
            <p:nvPr/>
          </p:nvSpPr>
          <p:spPr>
            <a:xfrm>
              <a:off x="1657350" y="918384"/>
              <a:ext cx="3962400" cy="1036829"/>
            </a:xfrm>
            <a:custGeom>
              <a:avLst/>
              <a:gdLst>
                <a:gd name="connsiteX0" fmla="*/ 0 w 3952875"/>
                <a:gd name="connsiteY0" fmla="*/ 690393 h 854097"/>
                <a:gd name="connsiteX1" fmla="*/ 685800 w 3952875"/>
                <a:gd name="connsiteY1" fmla="*/ 661818 h 854097"/>
                <a:gd name="connsiteX2" fmla="*/ 838200 w 3952875"/>
                <a:gd name="connsiteY2" fmla="*/ 4593 h 854097"/>
                <a:gd name="connsiteX3" fmla="*/ 990600 w 3952875"/>
                <a:gd name="connsiteY3" fmla="*/ 376068 h 854097"/>
                <a:gd name="connsiteX4" fmla="*/ 1419225 w 3952875"/>
                <a:gd name="connsiteY4" fmla="*/ 499893 h 854097"/>
                <a:gd name="connsiteX5" fmla="*/ 1638300 w 3952875"/>
                <a:gd name="connsiteY5" fmla="*/ 423693 h 854097"/>
                <a:gd name="connsiteX6" fmla="*/ 1733550 w 3952875"/>
                <a:gd name="connsiteY6" fmla="*/ 214143 h 854097"/>
                <a:gd name="connsiteX7" fmla="*/ 1809750 w 3952875"/>
                <a:gd name="connsiteY7" fmla="*/ 442743 h 854097"/>
                <a:gd name="connsiteX8" fmla="*/ 2200275 w 3952875"/>
                <a:gd name="connsiteY8" fmla="*/ 537993 h 854097"/>
                <a:gd name="connsiteX9" fmla="*/ 2390775 w 3952875"/>
                <a:gd name="connsiteY9" fmla="*/ 490368 h 854097"/>
                <a:gd name="connsiteX10" fmla="*/ 2552700 w 3952875"/>
                <a:gd name="connsiteY10" fmla="*/ 461793 h 854097"/>
                <a:gd name="connsiteX11" fmla="*/ 2628900 w 3952875"/>
                <a:gd name="connsiteY11" fmla="*/ 290343 h 854097"/>
                <a:gd name="connsiteX12" fmla="*/ 2781300 w 3952875"/>
                <a:gd name="connsiteY12" fmla="*/ 537993 h 854097"/>
                <a:gd name="connsiteX13" fmla="*/ 3581400 w 3952875"/>
                <a:gd name="connsiteY13" fmla="*/ 814218 h 854097"/>
                <a:gd name="connsiteX14" fmla="*/ 3952875 w 3952875"/>
                <a:gd name="connsiteY14" fmla="*/ 852318 h 854097"/>
                <a:gd name="connsiteX0" fmla="*/ 0 w 3952875"/>
                <a:gd name="connsiteY0" fmla="*/ 690393 h 854097"/>
                <a:gd name="connsiteX1" fmla="*/ 685800 w 3952875"/>
                <a:gd name="connsiteY1" fmla="*/ 661818 h 854097"/>
                <a:gd name="connsiteX2" fmla="*/ 838200 w 3952875"/>
                <a:gd name="connsiteY2" fmla="*/ 4593 h 854097"/>
                <a:gd name="connsiteX3" fmla="*/ 990600 w 3952875"/>
                <a:gd name="connsiteY3" fmla="*/ 376068 h 854097"/>
                <a:gd name="connsiteX4" fmla="*/ 1419225 w 3952875"/>
                <a:gd name="connsiteY4" fmla="*/ 499893 h 854097"/>
                <a:gd name="connsiteX5" fmla="*/ 1638300 w 3952875"/>
                <a:gd name="connsiteY5" fmla="*/ 423693 h 854097"/>
                <a:gd name="connsiteX6" fmla="*/ 1733550 w 3952875"/>
                <a:gd name="connsiteY6" fmla="*/ 214143 h 854097"/>
                <a:gd name="connsiteX7" fmla="*/ 1809750 w 3952875"/>
                <a:gd name="connsiteY7" fmla="*/ 442743 h 854097"/>
                <a:gd name="connsiteX8" fmla="*/ 2200275 w 3952875"/>
                <a:gd name="connsiteY8" fmla="*/ 537993 h 854097"/>
                <a:gd name="connsiteX9" fmla="*/ 2390775 w 3952875"/>
                <a:gd name="connsiteY9" fmla="*/ 518943 h 854097"/>
                <a:gd name="connsiteX10" fmla="*/ 2552700 w 3952875"/>
                <a:gd name="connsiteY10" fmla="*/ 461793 h 854097"/>
                <a:gd name="connsiteX11" fmla="*/ 2628900 w 3952875"/>
                <a:gd name="connsiteY11" fmla="*/ 290343 h 854097"/>
                <a:gd name="connsiteX12" fmla="*/ 2781300 w 3952875"/>
                <a:gd name="connsiteY12" fmla="*/ 537993 h 854097"/>
                <a:gd name="connsiteX13" fmla="*/ 3581400 w 3952875"/>
                <a:gd name="connsiteY13" fmla="*/ 814218 h 854097"/>
                <a:gd name="connsiteX14" fmla="*/ 3952875 w 3952875"/>
                <a:gd name="connsiteY14" fmla="*/ 852318 h 854097"/>
                <a:gd name="connsiteX0" fmla="*/ 0 w 3952875"/>
                <a:gd name="connsiteY0" fmla="*/ 690393 h 854097"/>
                <a:gd name="connsiteX1" fmla="*/ 685800 w 3952875"/>
                <a:gd name="connsiteY1" fmla="*/ 661818 h 854097"/>
                <a:gd name="connsiteX2" fmla="*/ 838200 w 3952875"/>
                <a:gd name="connsiteY2" fmla="*/ 4593 h 854097"/>
                <a:gd name="connsiteX3" fmla="*/ 990600 w 3952875"/>
                <a:gd name="connsiteY3" fmla="*/ 376068 h 854097"/>
                <a:gd name="connsiteX4" fmla="*/ 1419225 w 3952875"/>
                <a:gd name="connsiteY4" fmla="*/ 499893 h 854097"/>
                <a:gd name="connsiteX5" fmla="*/ 1638300 w 3952875"/>
                <a:gd name="connsiteY5" fmla="*/ 423693 h 854097"/>
                <a:gd name="connsiteX6" fmla="*/ 1733550 w 3952875"/>
                <a:gd name="connsiteY6" fmla="*/ 214143 h 854097"/>
                <a:gd name="connsiteX7" fmla="*/ 1847850 w 3952875"/>
                <a:gd name="connsiteY7" fmla="*/ 433218 h 854097"/>
                <a:gd name="connsiteX8" fmla="*/ 2200275 w 3952875"/>
                <a:gd name="connsiteY8" fmla="*/ 537993 h 854097"/>
                <a:gd name="connsiteX9" fmla="*/ 2390775 w 3952875"/>
                <a:gd name="connsiteY9" fmla="*/ 518943 h 854097"/>
                <a:gd name="connsiteX10" fmla="*/ 2552700 w 3952875"/>
                <a:gd name="connsiteY10" fmla="*/ 461793 h 854097"/>
                <a:gd name="connsiteX11" fmla="*/ 2628900 w 3952875"/>
                <a:gd name="connsiteY11" fmla="*/ 290343 h 854097"/>
                <a:gd name="connsiteX12" fmla="*/ 2781300 w 3952875"/>
                <a:gd name="connsiteY12" fmla="*/ 537993 h 854097"/>
                <a:gd name="connsiteX13" fmla="*/ 3581400 w 3952875"/>
                <a:gd name="connsiteY13" fmla="*/ 814218 h 854097"/>
                <a:gd name="connsiteX14" fmla="*/ 3952875 w 3952875"/>
                <a:gd name="connsiteY14" fmla="*/ 852318 h 854097"/>
                <a:gd name="connsiteX0" fmla="*/ 0 w 3952875"/>
                <a:gd name="connsiteY0" fmla="*/ 898472 h 1062176"/>
                <a:gd name="connsiteX1" fmla="*/ 685800 w 3952875"/>
                <a:gd name="connsiteY1" fmla="*/ 869897 h 1062176"/>
                <a:gd name="connsiteX2" fmla="*/ 819150 w 3952875"/>
                <a:gd name="connsiteY2" fmla="*/ 3122 h 1062176"/>
                <a:gd name="connsiteX3" fmla="*/ 990600 w 3952875"/>
                <a:gd name="connsiteY3" fmla="*/ 584147 h 1062176"/>
                <a:gd name="connsiteX4" fmla="*/ 1419225 w 3952875"/>
                <a:gd name="connsiteY4" fmla="*/ 707972 h 1062176"/>
                <a:gd name="connsiteX5" fmla="*/ 1638300 w 3952875"/>
                <a:gd name="connsiteY5" fmla="*/ 631772 h 1062176"/>
                <a:gd name="connsiteX6" fmla="*/ 1733550 w 3952875"/>
                <a:gd name="connsiteY6" fmla="*/ 422222 h 1062176"/>
                <a:gd name="connsiteX7" fmla="*/ 1847850 w 3952875"/>
                <a:gd name="connsiteY7" fmla="*/ 641297 h 1062176"/>
                <a:gd name="connsiteX8" fmla="*/ 2200275 w 3952875"/>
                <a:gd name="connsiteY8" fmla="*/ 746072 h 1062176"/>
                <a:gd name="connsiteX9" fmla="*/ 2390775 w 3952875"/>
                <a:gd name="connsiteY9" fmla="*/ 727022 h 1062176"/>
                <a:gd name="connsiteX10" fmla="*/ 2552700 w 3952875"/>
                <a:gd name="connsiteY10" fmla="*/ 669872 h 1062176"/>
                <a:gd name="connsiteX11" fmla="*/ 2628900 w 3952875"/>
                <a:gd name="connsiteY11" fmla="*/ 498422 h 1062176"/>
                <a:gd name="connsiteX12" fmla="*/ 2781300 w 3952875"/>
                <a:gd name="connsiteY12" fmla="*/ 746072 h 1062176"/>
                <a:gd name="connsiteX13" fmla="*/ 3581400 w 3952875"/>
                <a:gd name="connsiteY13" fmla="*/ 1022297 h 1062176"/>
                <a:gd name="connsiteX14" fmla="*/ 3952875 w 3952875"/>
                <a:gd name="connsiteY14" fmla="*/ 1060397 h 1062176"/>
                <a:gd name="connsiteX0" fmla="*/ 0 w 3952875"/>
                <a:gd name="connsiteY0" fmla="*/ 900208 h 1063912"/>
                <a:gd name="connsiteX1" fmla="*/ 685800 w 3952875"/>
                <a:gd name="connsiteY1" fmla="*/ 871633 h 1063912"/>
                <a:gd name="connsiteX2" fmla="*/ 819150 w 3952875"/>
                <a:gd name="connsiteY2" fmla="*/ 4858 h 1063912"/>
                <a:gd name="connsiteX3" fmla="*/ 1066800 w 3952875"/>
                <a:gd name="connsiteY3" fmla="*/ 528733 h 1063912"/>
                <a:gd name="connsiteX4" fmla="*/ 1419225 w 3952875"/>
                <a:gd name="connsiteY4" fmla="*/ 709708 h 1063912"/>
                <a:gd name="connsiteX5" fmla="*/ 1638300 w 3952875"/>
                <a:gd name="connsiteY5" fmla="*/ 633508 h 1063912"/>
                <a:gd name="connsiteX6" fmla="*/ 1733550 w 3952875"/>
                <a:gd name="connsiteY6" fmla="*/ 423958 h 1063912"/>
                <a:gd name="connsiteX7" fmla="*/ 1847850 w 3952875"/>
                <a:gd name="connsiteY7" fmla="*/ 643033 h 1063912"/>
                <a:gd name="connsiteX8" fmla="*/ 2200275 w 3952875"/>
                <a:gd name="connsiteY8" fmla="*/ 747808 h 1063912"/>
                <a:gd name="connsiteX9" fmla="*/ 2390775 w 3952875"/>
                <a:gd name="connsiteY9" fmla="*/ 728758 h 1063912"/>
                <a:gd name="connsiteX10" fmla="*/ 2552700 w 3952875"/>
                <a:gd name="connsiteY10" fmla="*/ 671608 h 1063912"/>
                <a:gd name="connsiteX11" fmla="*/ 2628900 w 3952875"/>
                <a:gd name="connsiteY11" fmla="*/ 500158 h 1063912"/>
                <a:gd name="connsiteX12" fmla="*/ 2781300 w 3952875"/>
                <a:gd name="connsiteY12" fmla="*/ 747808 h 1063912"/>
                <a:gd name="connsiteX13" fmla="*/ 3581400 w 3952875"/>
                <a:gd name="connsiteY13" fmla="*/ 1024033 h 1063912"/>
                <a:gd name="connsiteX14" fmla="*/ 3952875 w 3952875"/>
                <a:gd name="connsiteY14" fmla="*/ 1062133 h 1063912"/>
                <a:gd name="connsiteX0" fmla="*/ 0 w 3952875"/>
                <a:gd name="connsiteY0" fmla="*/ 900165 h 1063869"/>
                <a:gd name="connsiteX1" fmla="*/ 685800 w 3952875"/>
                <a:gd name="connsiteY1" fmla="*/ 871590 h 1063869"/>
                <a:gd name="connsiteX2" fmla="*/ 819150 w 3952875"/>
                <a:gd name="connsiteY2" fmla="*/ 4815 h 1063869"/>
                <a:gd name="connsiteX3" fmla="*/ 1066800 w 3952875"/>
                <a:gd name="connsiteY3" fmla="*/ 528690 h 1063869"/>
                <a:gd name="connsiteX4" fmla="*/ 1419225 w 3952875"/>
                <a:gd name="connsiteY4" fmla="*/ 681090 h 1063869"/>
                <a:gd name="connsiteX5" fmla="*/ 1638300 w 3952875"/>
                <a:gd name="connsiteY5" fmla="*/ 633465 h 1063869"/>
                <a:gd name="connsiteX6" fmla="*/ 1733550 w 3952875"/>
                <a:gd name="connsiteY6" fmla="*/ 423915 h 1063869"/>
                <a:gd name="connsiteX7" fmla="*/ 1847850 w 3952875"/>
                <a:gd name="connsiteY7" fmla="*/ 642990 h 1063869"/>
                <a:gd name="connsiteX8" fmla="*/ 2200275 w 3952875"/>
                <a:gd name="connsiteY8" fmla="*/ 747765 h 1063869"/>
                <a:gd name="connsiteX9" fmla="*/ 2390775 w 3952875"/>
                <a:gd name="connsiteY9" fmla="*/ 728715 h 1063869"/>
                <a:gd name="connsiteX10" fmla="*/ 2552700 w 3952875"/>
                <a:gd name="connsiteY10" fmla="*/ 671565 h 1063869"/>
                <a:gd name="connsiteX11" fmla="*/ 2628900 w 3952875"/>
                <a:gd name="connsiteY11" fmla="*/ 500115 h 1063869"/>
                <a:gd name="connsiteX12" fmla="*/ 2781300 w 3952875"/>
                <a:gd name="connsiteY12" fmla="*/ 747765 h 1063869"/>
                <a:gd name="connsiteX13" fmla="*/ 3581400 w 3952875"/>
                <a:gd name="connsiteY13" fmla="*/ 1023990 h 1063869"/>
                <a:gd name="connsiteX14" fmla="*/ 3952875 w 3952875"/>
                <a:gd name="connsiteY14" fmla="*/ 1062090 h 1063869"/>
                <a:gd name="connsiteX0" fmla="*/ 0 w 3952875"/>
                <a:gd name="connsiteY0" fmla="*/ 900165 h 1063869"/>
                <a:gd name="connsiteX1" fmla="*/ 685800 w 3952875"/>
                <a:gd name="connsiteY1" fmla="*/ 871590 h 1063869"/>
                <a:gd name="connsiteX2" fmla="*/ 819150 w 3952875"/>
                <a:gd name="connsiteY2" fmla="*/ 4815 h 1063869"/>
                <a:gd name="connsiteX3" fmla="*/ 1066800 w 3952875"/>
                <a:gd name="connsiteY3" fmla="*/ 528690 h 1063869"/>
                <a:gd name="connsiteX4" fmla="*/ 1419225 w 3952875"/>
                <a:gd name="connsiteY4" fmla="*/ 681090 h 1063869"/>
                <a:gd name="connsiteX5" fmla="*/ 1638300 w 3952875"/>
                <a:gd name="connsiteY5" fmla="*/ 633465 h 1063869"/>
                <a:gd name="connsiteX6" fmla="*/ 1724025 w 3952875"/>
                <a:gd name="connsiteY6" fmla="*/ 328665 h 1063869"/>
                <a:gd name="connsiteX7" fmla="*/ 1847850 w 3952875"/>
                <a:gd name="connsiteY7" fmla="*/ 642990 h 1063869"/>
                <a:gd name="connsiteX8" fmla="*/ 2200275 w 3952875"/>
                <a:gd name="connsiteY8" fmla="*/ 747765 h 1063869"/>
                <a:gd name="connsiteX9" fmla="*/ 2390775 w 3952875"/>
                <a:gd name="connsiteY9" fmla="*/ 728715 h 1063869"/>
                <a:gd name="connsiteX10" fmla="*/ 2552700 w 3952875"/>
                <a:gd name="connsiteY10" fmla="*/ 671565 h 1063869"/>
                <a:gd name="connsiteX11" fmla="*/ 2628900 w 3952875"/>
                <a:gd name="connsiteY11" fmla="*/ 500115 h 1063869"/>
                <a:gd name="connsiteX12" fmla="*/ 2781300 w 3952875"/>
                <a:gd name="connsiteY12" fmla="*/ 747765 h 1063869"/>
                <a:gd name="connsiteX13" fmla="*/ 3581400 w 3952875"/>
                <a:gd name="connsiteY13" fmla="*/ 1023990 h 1063869"/>
                <a:gd name="connsiteX14" fmla="*/ 3952875 w 3952875"/>
                <a:gd name="connsiteY14" fmla="*/ 1062090 h 1063869"/>
                <a:gd name="connsiteX0" fmla="*/ 0 w 3952875"/>
                <a:gd name="connsiteY0" fmla="*/ 900150 h 1063854"/>
                <a:gd name="connsiteX1" fmla="*/ 685800 w 3952875"/>
                <a:gd name="connsiteY1" fmla="*/ 871575 h 1063854"/>
                <a:gd name="connsiteX2" fmla="*/ 819150 w 3952875"/>
                <a:gd name="connsiteY2" fmla="*/ 4800 h 1063854"/>
                <a:gd name="connsiteX3" fmla="*/ 1066800 w 3952875"/>
                <a:gd name="connsiteY3" fmla="*/ 528675 h 1063854"/>
                <a:gd name="connsiteX4" fmla="*/ 1362075 w 3952875"/>
                <a:gd name="connsiteY4" fmla="*/ 671550 h 1063854"/>
                <a:gd name="connsiteX5" fmla="*/ 1638300 w 3952875"/>
                <a:gd name="connsiteY5" fmla="*/ 633450 h 1063854"/>
                <a:gd name="connsiteX6" fmla="*/ 1724025 w 3952875"/>
                <a:gd name="connsiteY6" fmla="*/ 328650 h 1063854"/>
                <a:gd name="connsiteX7" fmla="*/ 1847850 w 3952875"/>
                <a:gd name="connsiteY7" fmla="*/ 642975 h 1063854"/>
                <a:gd name="connsiteX8" fmla="*/ 2200275 w 3952875"/>
                <a:gd name="connsiteY8" fmla="*/ 747750 h 1063854"/>
                <a:gd name="connsiteX9" fmla="*/ 2390775 w 3952875"/>
                <a:gd name="connsiteY9" fmla="*/ 728700 h 1063854"/>
                <a:gd name="connsiteX10" fmla="*/ 2552700 w 3952875"/>
                <a:gd name="connsiteY10" fmla="*/ 671550 h 1063854"/>
                <a:gd name="connsiteX11" fmla="*/ 2628900 w 3952875"/>
                <a:gd name="connsiteY11" fmla="*/ 500100 h 1063854"/>
                <a:gd name="connsiteX12" fmla="*/ 2781300 w 3952875"/>
                <a:gd name="connsiteY12" fmla="*/ 747750 h 1063854"/>
                <a:gd name="connsiteX13" fmla="*/ 3581400 w 3952875"/>
                <a:gd name="connsiteY13" fmla="*/ 1023975 h 1063854"/>
                <a:gd name="connsiteX14" fmla="*/ 3952875 w 3952875"/>
                <a:gd name="connsiteY14" fmla="*/ 1062075 h 1063854"/>
                <a:gd name="connsiteX0" fmla="*/ 0 w 3952875"/>
                <a:gd name="connsiteY0" fmla="*/ 900150 h 1063854"/>
                <a:gd name="connsiteX1" fmla="*/ 685800 w 3952875"/>
                <a:gd name="connsiteY1" fmla="*/ 871575 h 1063854"/>
                <a:gd name="connsiteX2" fmla="*/ 819150 w 3952875"/>
                <a:gd name="connsiteY2" fmla="*/ 4800 h 1063854"/>
                <a:gd name="connsiteX3" fmla="*/ 1066800 w 3952875"/>
                <a:gd name="connsiteY3" fmla="*/ 528675 h 1063854"/>
                <a:gd name="connsiteX4" fmla="*/ 1362075 w 3952875"/>
                <a:gd name="connsiteY4" fmla="*/ 671550 h 1063854"/>
                <a:gd name="connsiteX5" fmla="*/ 1590675 w 3952875"/>
                <a:gd name="connsiteY5" fmla="*/ 614400 h 1063854"/>
                <a:gd name="connsiteX6" fmla="*/ 1724025 w 3952875"/>
                <a:gd name="connsiteY6" fmla="*/ 328650 h 1063854"/>
                <a:gd name="connsiteX7" fmla="*/ 1847850 w 3952875"/>
                <a:gd name="connsiteY7" fmla="*/ 642975 h 1063854"/>
                <a:gd name="connsiteX8" fmla="*/ 2200275 w 3952875"/>
                <a:gd name="connsiteY8" fmla="*/ 747750 h 1063854"/>
                <a:gd name="connsiteX9" fmla="*/ 2390775 w 3952875"/>
                <a:gd name="connsiteY9" fmla="*/ 728700 h 1063854"/>
                <a:gd name="connsiteX10" fmla="*/ 2552700 w 3952875"/>
                <a:gd name="connsiteY10" fmla="*/ 671550 h 1063854"/>
                <a:gd name="connsiteX11" fmla="*/ 2628900 w 3952875"/>
                <a:gd name="connsiteY11" fmla="*/ 500100 h 1063854"/>
                <a:gd name="connsiteX12" fmla="*/ 2781300 w 3952875"/>
                <a:gd name="connsiteY12" fmla="*/ 747750 h 1063854"/>
                <a:gd name="connsiteX13" fmla="*/ 3581400 w 3952875"/>
                <a:gd name="connsiteY13" fmla="*/ 1023975 h 1063854"/>
                <a:gd name="connsiteX14" fmla="*/ 3952875 w 3952875"/>
                <a:gd name="connsiteY14" fmla="*/ 1062075 h 1063854"/>
                <a:gd name="connsiteX0" fmla="*/ 0 w 3952875"/>
                <a:gd name="connsiteY0" fmla="*/ 937968 h 1101672"/>
                <a:gd name="connsiteX1" fmla="*/ 685800 w 3952875"/>
                <a:gd name="connsiteY1" fmla="*/ 909393 h 1101672"/>
                <a:gd name="connsiteX2" fmla="*/ 847725 w 3952875"/>
                <a:gd name="connsiteY2" fmla="*/ 4518 h 1101672"/>
                <a:gd name="connsiteX3" fmla="*/ 1066800 w 3952875"/>
                <a:gd name="connsiteY3" fmla="*/ 566493 h 1101672"/>
                <a:gd name="connsiteX4" fmla="*/ 1362075 w 3952875"/>
                <a:gd name="connsiteY4" fmla="*/ 709368 h 1101672"/>
                <a:gd name="connsiteX5" fmla="*/ 1590675 w 3952875"/>
                <a:gd name="connsiteY5" fmla="*/ 652218 h 1101672"/>
                <a:gd name="connsiteX6" fmla="*/ 1724025 w 3952875"/>
                <a:gd name="connsiteY6" fmla="*/ 366468 h 1101672"/>
                <a:gd name="connsiteX7" fmla="*/ 1847850 w 3952875"/>
                <a:gd name="connsiteY7" fmla="*/ 680793 h 1101672"/>
                <a:gd name="connsiteX8" fmla="*/ 2200275 w 3952875"/>
                <a:gd name="connsiteY8" fmla="*/ 785568 h 1101672"/>
                <a:gd name="connsiteX9" fmla="*/ 2390775 w 3952875"/>
                <a:gd name="connsiteY9" fmla="*/ 766518 h 1101672"/>
                <a:gd name="connsiteX10" fmla="*/ 2552700 w 3952875"/>
                <a:gd name="connsiteY10" fmla="*/ 709368 h 1101672"/>
                <a:gd name="connsiteX11" fmla="*/ 2628900 w 3952875"/>
                <a:gd name="connsiteY11" fmla="*/ 537918 h 1101672"/>
                <a:gd name="connsiteX12" fmla="*/ 2781300 w 3952875"/>
                <a:gd name="connsiteY12" fmla="*/ 785568 h 1101672"/>
                <a:gd name="connsiteX13" fmla="*/ 3581400 w 3952875"/>
                <a:gd name="connsiteY13" fmla="*/ 1061793 h 1101672"/>
                <a:gd name="connsiteX14" fmla="*/ 3952875 w 3952875"/>
                <a:gd name="connsiteY14" fmla="*/ 1099893 h 1101672"/>
                <a:gd name="connsiteX0" fmla="*/ 0 w 3952875"/>
                <a:gd name="connsiteY0" fmla="*/ 937968 h 1101672"/>
                <a:gd name="connsiteX1" fmla="*/ 685800 w 3952875"/>
                <a:gd name="connsiteY1" fmla="*/ 909393 h 1101672"/>
                <a:gd name="connsiteX2" fmla="*/ 847725 w 3952875"/>
                <a:gd name="connsiteY2" fmla="*/ 4518 h 1101672"/>
                <a:gd name="connsiteX3" fmla="*/ 1066800 w 3952875"/>
                <a:gd name="connsiteY3" fmla="*/ 566493 h 1101672"/>
                <a:gd name="connsiteX4" fmla="*/ 1362075 w 3952875"/>
                <a:gd name="connsiteY4" fmla="*/ 709368 h 1101672"/>
                <a:gd name="connsiteX5" fmla="*/ 1590675 w 3952875"/>
                <a:gd name="connsiteY5" fmla="*/ 652218 h 1101672"/>
                <a:gd name="connsiteX6" fmla="*/ 1724025 w 3952875"/>
                <a:gd name="connsiteY6" fmla="*/ 366468 h 1101672"/>
                <a:gd name="connsiteX7" fmla="*/ 1847850 w 3952875"/>
                <a:gd name="connsiteY7" fmla="*/ 680793 h 1101672"/>
                <a:gd name="connsiteX8" fmla="*/ 2200275 w 3952875"/>
                <a:gd name="connsiteY8" fmla="*/ 785568 h 1101672"/>
                <a:gd name="connsiteX9" fmla="*/ 2390775 w 3952875"/>
                <a:gd name="connsiteY9" fmla="*/ 766518 h 1101672"/>
                <a:gd name="connsiteX10" fmla="*/ 2552700 w 3952875"/>
                <a:gd name="connsiteY10" fmla="*/ 709368 h 1101672"/>
                <a:gd name="connsiteX11" fmla="*/ 2628900 w 3952875"/>
                <a:gd name="connsiteY11" fmla="*/ 537918 h 1101672"/>
                <a:gd name="connsiteX12" fmla="*/ 2781300 w 3952875"/>
                <a:gd name="connsiteY12" fmla="*/ 785568 h 1101672"/>
                <a:gd name="connsiteX13" fmla="*/ 3581400 w 3952875"/>
                <a:gd name="connsiteY13" fmla="*/ 1061793 h 1101672"/>
                <a:gd name="connsiteX14" fmla="*/ 3952875 w 3952875"/>
                <a:gd name="connsiteY14" fmla="*/ 1099893 h 1101672"/>
                <a:gd name="connsiteX0" fmla="*/ 0 w 3962400"/>
                <a:gd name="connsiteY0" fmla="*/ 899868 h 1101672"/>
                <a:gd name="connsiteX1" fmla="*/ 695325 w 3962400"/>
                <a:gd name="connsiteY1" fmla="*/ 909393 h 1101672"/>
                <a:gd name="connsiteX2" fmla="*/ 857250 w 3962400"/>
                <a:gd name="connsiteY2" fmla="*/ 4518 h 1101672"/>
                <a:gd name="connsiteX3" fmla="*/ 1076325 w 3962400"/>
                <a:gd name="connsiteY3" fmla="*/ 566493 h 1101672"/>
                <a:gd name="connsiteX4" fmla="*/ 1371600 w 3962400"/>
                <a:gd name="connsiteY4" fmla="*/ 709368 h 1101672"/>
                <a:gd name="connsiteX5" fmla="*/ 1600200 w 3962400"/>
                <a:gd name="connsiteY5" fmla="*/ 652218 h 1101672"/>
                <a:gd name="connsiteX6" fmla="*/ 1733550 w 3962400"/>
                <a:gd name="connsiteY6" fmla="*/ 366468 h 1101672"/>
                <a:gd name="connsiteX7" fmla="*/ 1857375 w 3962400"/>
                <a:gd name="connsiteY7" fmla="*/ 680793 h 1101672"/>
                <a:gd name="connsiteX8" fmla="*/ 2209800 w 3962400"/>
                <a:gd name="connsiteY8" fmla="*/ 785568 h 1101672"/>
                <a:gd name="connsiteX9" fmla="*/ 2400300 w 3962400"/>
                <a:gd name="connsiteY9" fmla="*/ 766518 h 1101672"/>
                <a:gd name="connsiteX10" fmla="*/ 2562225 w 3962400"/>
                <a:gd name="connsiteY10" fmla="*/ 709368 h 1101672"/>
                <a:gd name="connsiteX11" fmla="*/ 2638425 w 3962400"/>
                <a:gd name="connsiteY11" fmla="*/ 537918 h 1101672"/>
                <a:gd name="connsiteX12" fmla="*/ 2790825 w 3962400"/>
                <a:gd name="connsiteY12" fmla="*/ 785568 h 1101672"/>
                <a:gd name="connsiteX13" fmla="*/ 3590925 w 3962400"/>
                <a:gd name="connsiteY13" fmla="*/ 1061793 h 1101672"/>
                <a:gd name="connsiteX14" fmla="*/ 3962400 w 3962400"/>
                <a:gd name="connsiteY14" fmla="*/ 1099893 h 1101672"/>
                <a:gd name="connsiteX0" fmla="*/ 0 w 3962400"/>
                <a:gd name="connsiteY0" fmla="*/ 896464 h 1098268"/>
                <a:gd name="connsiteX1" fmla="*/ 628650 w 3962400"/>
                <a:gd name="connsiteY1" fmla="*/ 725014 h 1098268"/>
                <a:gd name="connsiteX2" fmla="*/ 857250 w 3962400"/>
                <a:gd name="connsiteY2" fmla="*/ 1114 h 1098268"/>
                <a:gd name="connsiteX3" fmla="*/ 1076325 w 3962400"/>
                <a:gd name="connsiteY3" fmla="*/ 563089 h 1098268"/>
                <a:gd name="connsiteX4" fmla="*/ 1371600 w 3962400"/>
                <a:gd name="connsiteY4" fmla="*/ 705964 h 1098268"/>
                <a:gd name="connsiteX5" fmla="*/ 1600200 w 3962400"/>
                <a:gd name="connsiteY5" fmla="*/ 648814 h 1098268"/>
                <a:gd name="connsiteX6" fmla="*/ 1733550 w 3962400"/>
                <a:gd name="connsiteY6" fmla="*/ 363064 h 1098268"/>
                <a:gd name="connsiteX7" fmla="*/ 1857375 w 3962400"/>
                <a:gd name="connsiteY7" fmla="*/ 677389 h 1098268"/>
                <a:gd name="connsiteX8" fmla="*/ 2209800 w 3962400"/>
                <a:gd name="connsiteY8" fmla="*/ 782164 h 1098268"/>
                <a:gd name="connsiteX9" fmla="*/ 2400300 w 3962400"/>
                <a:gd name="connsiteY9" fmla="*/ 763114 h 1098268"/>
                <a:gd name="connsiteX10" fmla="*/ 2562225 w 3962400"/>
                <a:gd name="connsiteY10" fmla="*/ 705964 h 1098268"/>
                <a:gd name="connsiteX11" fmla="*/ 2638425 w 3962400"/>
                <a:gd name="connsiteY11" fmla="*/ 534514 h 1098268"/>
                <a:gd name="connsiteX12" fmla="*/ 2790825 w 3962400"/>
                <a:gd name="connsiteY12" fmla="*/ 782164 h 1098268"/>
                <a:gd name="connsiteX13" fmla="*/ 3590925 w 3962400"/>
                <a:gd name="connsiteY13" fmla="*/ 1058389 h 1098268"/>
                <a:gd name="connsiteX14" fmla="*/ 3962400 w 3962400"/>
                <a:gd name="connsiteY14" fmla="*/ 1096489 h 1098268"/>
                <a:gd name="connsiteX0" fmla="*/ 0 w 3962400"/>
                <a:gd name="connsiteY0" fmla="*/ 1039121 h 1240925"/>
                <a:gd name="connsiteX1" fmla="*/ 628650 w 3962400"/>
                <a:gd name="connsiteY1" fmla="*/ 867671 h 1240925"/>
                <a:gd name="connsiteX2" fmla="*/ 828675 w 3962400"/>
                <a:gd name="connsiteY2" fmla="*/ 896 h 1240925"/>
                <a:gd name="connsiteX3" fmla="*/ 1076325 w 3962400"/>
                <a:gd name="connsiteY3" fmla="*/ 705746 h 1240925"/>
                <a:gd name="connsiteX4" fmla="*/ 1371600 w 3962400"/>
                <a:gd name="connsiteY4" fmla="*/ 848621 h 1240925"/>
                <a:gd name="connsiteX5" fmla="*/ 1600200 w 3962400"/>
                <a:gd name="connsiteY5" fmla="*/ 791471 h 1240925"/>
                <a:gd name="connsiteX6" fmla="*/ 1733550 w 3962400"/>
                <a:gd name="connsiteY6" fmla="*/ 505721 h 1240925"/>
                <a:gd name="connsiteX7" fmla="*/ 1857375 w 3962400"/>
                <a:gd name="connsiteY7" fmla="*/ 820046 h 1240925"/>
                <a:gd name="connsiteX8" fmla="*/ 2209800 w 3962400"/>
                <a:gd name="connsiteY8" fmla="*/ 924821 h 1240925"/>
                <a:gd name="connsiteX9" fmla="*/ 2400300 w 3962400"/>
                <a:gd name="connsiteY9" fmla="*/ 905771 h 1240925"/>
                <a:gd name="connsiteX10" fmla="*/ 2562225 w 3962400"/>
                <a:gd name="connsiteY10" fmla="*/ 848621 h 1240925"/>
                <a:gd name="connsiteX11" fmla="*/ 2638425 w 3962400"/>
                <a:gd name="connsiteY11" fmla="*/ 677171 h 1240925"/>
                <a:gd name="connsiteX12" fmla="*/ 2790825 w 3962400"/>
                <a:gd name="connsiteY12" fmla="*/ 924821 h 1240925"/>
                <a:gd name="connsiteX13" fmla="*/ 3590925 w 3962400"/>
                <a:gd name="connsiteY13" fmla="*/ 1201046 h 1240925"/>
                <a:gd name="connsiteX14" fmla="*/ 3962400 w 3962400"/>
                <a:gd name="connsiteY14" fmla="*/ 1239146 h 1240925"/>
                <a:gd name="connsiteX0" fmla="*/ 0 w 3962400"/>
                <a:gd name="connsiteY0" fmla="*/ 1038727 h 1240531"/>
                <a:gd name="connsiteX1" fmla="*/ 628650 w 3962400"/>
                <a:gd name="connsiteY1" fmla="*/ 867277 h 1240531"/>
                <a:gd name="connsiteX2" fmla="*/ 828675 w 3962400"/>
                <a:gd name="connsiteY2" fmla="*/ 502 h 1240531"/>
                <a:gd name="connsiteX3" fmla="*/ 1047750 w 3962400"/>
                <a:gd name="connsiteY3" fmla="*/ 743452 h 1240531"/>
                <a:gd name="connsiteX4" fmla="*/ 1371600 w 3962400"/>
                <a:gd name="connsiteY4" fmla="*/ 848227 h 1240531"/>
                <a:gd name="connsiteX5" fmla="*/ 1600200 w 3962400"/>
                <a:gd name="connsiteY5" fmla="*/ 791077 h 1240531"/>
                <a:gd name="connsiteX6" fmla="*/ 1733550 w 3962400"/>
                <a:gd name="connsiteY6" fmla="*/ 505327 h 1240531"/>
                <a:gd name="connsiteX7" fmla="*/ 1857375 w 3962400"/>
                <a:gd name="connsiteY7" fmla="*/ 819652 h 1240531"/>
                <a:gd name="connsiteX8" fmla="*/ 2209800 w 3962400"/>
                <a:gd name="connsiteY8" fmla="*/ 924427 h 1240531"/>
                <a:gd name="connsiteX9" fmla="*/ 2400300 w 3962400"/>
                <a:gd name="connsiteY9" fmla="*/ 905377 h 1240531"/>
                <a:gd name="connsiteX10" fmla="*/ 2562225 w 3962400"/>
                <a:gd name="connsiteY10" fmla="*/ 848227 h 1240531"/>
                <a:gd name="connsiteX11" fmla="*/ 2638425 w 3962400"/>
                <a:gd name="connsiteY11" fmla="*/ 676777 h 1240531"/>
                <a:gd name="connsiteX12" fmla="*/ 2790825 w 3962400"/>
                <a:gd name="connsiteY12" fmla="*/ 924427 h 1240531"/>
                <a:gd name="connsiteX13" fmla="*/ 3590925 w 3962400"/>
                <a:gd name="connsiteY13" fmla="*/ 1200652 h 1240531"/>
                <a:gd name="connsiteX14" fmla="*/ 3962400 w 3962400"/>
                <a:gd name="connsiteY14" fmla="*/ 1238752 h 1240531"/>
                <a:gd name="connsiteX0" fmla="*/ 0 w 3962400"/>
                <a:gd name="connsiteY0" fmla="*/ 1038727 h 1240531"/>
                <a:gd name="connsiteX1" fmla="*/ 628650 w 3962400"/>
                <a:gd name="connsiteY1" fmla="*/ 867277 h 1240531"/>
                <a:gd name="connsiteX2" fmla="*/ 828675 w 3962400"/>
                <a:gd name="connsiteY2" fmla="*/ 502 h 1240531"/>
                <a:gd name="connsiteX3" fmla="*/ 1047750 w 3962400"/>
                <a:gd name="connsiteY3" fmla="*/ 743452 h 1240531"/>
                <a:gd name="connsiteX4" fmla="*/ 1371600 w 3962400"/>
                <a:gd name="connsiteY4" fmla="*/ 848227 h 1240531"/>
                <a:gd name="connsiteX5" fmla="*/ 1600200 w 3962400"/>
                <a:gd name="connsiteY5" fmla="*/ 791077 h 1240531"/>
                <a:gd name="connsiteX6" fmla="*/ 1733550 w 3962400"/>
                <a:gd name="connsiteY6" fmla="*/ 505327 h 1240531"/>
                <a:gd name="connsiteX7" fmla="*/ 1857375 w 3962400"/>
                <a:gd name="connsiteY7" fmla="*/ 819652 h 1240531"/>
                <a:gd name="connsiteX8" fmla="*/ 2209800 w 3962400"/>
                <a:gd name="connsiteY8" fmla="*/ 924427 h 1240531"/>
                <a:gd name="connsiteX9" fmla="*/ 2400300 w 3962400"/>
                <a:gd name="connsiteY9" fmla="*/ 905377 h 1240531"/>
                <a:gd name="connsiteX10" fmla="*/ 2562225 w 3962400"/>
                <a:gd name="connsiteY10" fmla="*/ 848227 h 1240531"/>
                <a:gd name="connsiteX11" fmla="*/ 2638425 w 3962400"/>
                <a:gd name="connsiteY11" fmla="*/ 676777 h 1240531"/>
                <a:gd name="connsiteX12" fmla="*/ 2847975 w 3962400"/>
                <a:gd name="connsiteY12" fmla="*/ 905377 h 1240531"/>
                <a:gd name="connsiteX13" fmla="*/ 3590925 w 3962400"/>
                <a:gd name="connsiteY13" fmla="*/ 1200652 h 1240531"/>
                <a:gd name="connsiteX14" fmla="*/ 3962400 w 3962400"/>
                <a:gd name="connsiteY14" fmla="*/ 1238752 h 1240531"/>
                <a:gd name="connsiteX0" fmla="*/ 0 w 3962400"/>
                <a:gd name="connsiteY0" fmla="*/ 1038727 h 1240531"/>
                <a:gd name="connsiteX1" fmla="*/ 628650 w 3962400"/>
                <a:gd name="connsiteY1" fmla="*/ 867277 h 1240531"/>
                <a:gd name="connsiteX2" fmla="*/ 828675 w 3962400"/>
                <a:gd name="connsiteY2" fmla="*/ 502 h 1240531"/>
                <a:gd name="connsiteX3" fmla="*/ 1047750 w 3962400"/>
                <a:gd name="connsiteY3" fmla="*/ 743452 h 1240531"/>
                <a:gd name="connsiteX4" fmla="*/ 1371600 w 3962400"/>
                <a:gd name="connsiteY4" fmla="*/ 848227 h 1240531"/>
                <a:gd name="connsiteX5" fmla="*/ 1600200 w 3962400"/>
                <a:gd name="connsiteY5" fmla="*/ 791077 h 1240531"/>
                <a:gd name="connsiteX6" fmla="*/ 1733550 w 3962400"/>
                <a:gd name="connsiteY6" fmla="*/ 505327 h 1240531"/>
                <a:gd name="connsiteX7" fmla="*/ 1857375 w 3962400"/>
                <a:gd name="connsiteY7" fmla="*/ 819652 h 1240531"/>
                <a:gd name="connsiteX8" fmla="*/ 2209800 w 3962400"/>
                <a:gd name="connsiteY8" fmla="*/ 924427 h 1240531"/>
                <a:gd name="connsiteX9" fmla="*/ 2400300 w 3962400"/>
                <a:gd name="connsiteY9" fmla="*/ 905377 h 1240531"/>
                <a:gd name="connsiteX10" fmla="*/ 2562225 w 3962400"/>
                <a:gd name="connsiteY10" fmla="*/ 848227 h 1240531"/>
                <a:gd name="connsiteX11" fmla="*/ 2676525 w 3962400"/>
                <a:gd name="connsiteY11" fmla="*/ 629152 h 1240531"/>
                <a:gd name="connsiteX12" fmla="*/ 2847975 w 3962400"/>
                <a:gd name="connsiteY12" fmla="*/ 905377 h 1240531"/>
                <a:gd name="connsiteX13" fmla="*/ 3590925 w 3962400"/>
                <a:gd name="connsiteY13" fmla="*/ 1200652 h 1240531"/>
                <a:gd name="connsiteX14" fmla="*/ 3962400 w 3962400"/>
                <a:gd name="connsiteY14" fmla="*/ 1238752 h 1240531"/>
                <a:gd name="connsiteX0" fmla="*/ 0 w 3962400"/>
                <a:gd name="connsiteY0" fmla="*/ 1038727 h 1240531"/>
                <a:gd name="connsiteX1" fmla="*/ 628650 w 3962400"/>
                <a:gd name="connsiteY1" fmla="*/ 867277 h 1240531"/>
                <a:gd name="connsiteX2" fmla="*/ 828675 w 3962400"/>
                <a:gd name="connsiteY2" fmla="*/ 502 h 1240531"/>
                <a:gd name="connsiteX3" fmla="*/ 1047750 w 3962400"/>
                <a:gd name="connsiteY3" fmla="*/ 743452 h 1240531"/>
                <a:gd name="connsiteX4" fmla="*/ 1371600 w 3962400"/>
                <a:gd name="connsiteY4" fmla="*/ 848227 h 1240531"/>
                <a:gd name="connsiteX5" fmla="*/ 1600200 w 3962400"/>
                <a:gd name="connsiteY5" fmla="*/ 791077 h 1240531"/>
                <a:gd name="connsiteX6" fmla="*/ 1733550 w 3962400"/>
                <a:gd name="connsiteY6" fmla="*/ 505327 h 1240531"/>
                <a:gd name="connsiteX7" fmla="*/ 1857375 w 3962400"/>
                <a:gd name="connsiteY7" fmla="*/ 819652 h 1240531"/>
                <a:gd name="connsiteX8" fmla="*/ 2209800 w 3962400"/>
                <a:gd name="connsiteY8" fmla="*/ 924427 h 1240531"/>
                <a:gd name="connsiteX9" fmla="*/ 2400300 w 3962400"/>
                <a:gd name="connsiteY9" fmla="*/ 905377 h 1240531"/>
                <a:gd name="connsiteX10" fmla="*/ 2571750 w 3962400"/>
                <a:gd name="connsiteY10" fmla="*/ 867277 h 1240531"/>
                <a:gd name="connsiteX11" fmla="*/ 2676525 w 3962400"/>
                <a:gd name="connsiteY11" fmla="*/ 629152 h 1240531"/>
                <a:gd name="connsiteX12" fmla="*/ 2847975 w 3962400"/>
                <a:gd name="connsiteY12" fmla="*/ 905377 h 1240531"/>
                <a:gd name="connsiteX13" fmla="*/ 3590925 w 3962400"/>
                <a:gd name="connsiteY13" fmla="*/ 1200652 h 1240531"/>
                <a:gd name="connsiteX14" fmla="*/ 3962400 w 3962400"/>
                <a:gd name="connsiteY14" fmla="*/ 1238752 h 1240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62400" h="1240531">
                  <a:moveTo>
                    <a:pt x="0" y="1038727"/>
                  </a:moveTo>
                  <a:cubicBezTo>
                    <a:pt x="273050" y="1081589"/>
                    <a:pt x="490538" y="1040314"/>
                    <a:pt x="628650" y="867277"/>
                  </a:cubicBezTo>
                  <a:cubicBezTo>
                    <a:pt x="766762" y="694240"/>
                    <a:pt x="758825" y="21139"/>
                    <a:pt x="828675" y="502"/>
                  </a:cubicBezTo>
                  <a:cubicBezTo>
                    <a:pt x="898525" y="-20135"/>
                    <a:pt x="957263" y="602165"/>
                    <a:pt x="1047750" y="743452"/>
                  </a:cubicBezTo>
                  <a:cubicBezTo>
                    <a:pt x="1138238" y="884740"/>
                    <a:pt x="1279525" y="840290"/>
                    <a:pt x="1371600" y="848227"/>
                  </a:cubicBezTo>
                  <a:cubicBezTo>
                    <a:pt x="1463675" y="856164"/>
                    <a:pt x="1539875" y="848227"/>
                    <a:pt x="1600200" y="791077"/>
                  </a:cubicBezTo>
                  <a:cubicBezTo>
                    <a:pt x="1660525" y="733927"/>
                    <a:pt x="1690688" y="500565"/>
                    <a:pt x="1733550" y="505327"/>
                  </a:cubicBezTo>
                  <a:cubicBezTo>
                    <a:pt x="1776413" y="510090"/>
                    <a:pt x="1778000" y="749802"/>
                    <a:pt x="1857375" y="819652"/>
                  </a:cubicBezTo>
                  <a:cubicBezTo>
                    <a:pt x="1936750" y="889502"/>
                    <a:pt x="2119313" y="910140"/>
                    <a:pt x="2209800" y="924427"/>
                  </a:cubicBezTo>
                  <a:cubicBezTo>
                    <a:pt x="2300287" y="938714"/>
                    <a:pt x="2339975" y="914902"/>
                    <a:pt x="2400300" y="905377"/>
                  </a:cubicBezTo>
                  <a:cubicBezTo>
                    <a:pt x="2460625" y="895852"/>
                    <a:pt x="2525713" y="913314"/>
                    <a:pt x="2571750" y="867277"/>
                  </a:cubicBezTo>
                  <a:cubicBezTo>
                    <a:pt x="2617787" y="821240"/>
                    <a:pt x="2630487" y="622802"/>
                    <a:pt x="2676525" y="629152"/>
                  </a:cubicBezTo>
                  <a:cubicBezTo>
                    <a:pt x="2722563" y="635502"/>
                    <a:pt x="2695575" y="810127"/>
                    <a:pt x="2847975" y="905377"/>
                  </a:cubicBezTo>
                  <a:cubicBezTo>
                    <a:pt x="3000375" y="1000627"/>
                    <a:pt x="3395662" y="1148264"/>
                    <a:pt x="3590925" y="1200652"/>
                  </a:cubicBezTo>
                  <a:cubicBezTo>
                    <a:pt x="3786188" y="1253040"/>
                    <a:pt x="3962400" y="1238752"/>
                    <a:pt x="3962400" y="1238752"/>
                  </a:cubicBezTo>
                </a:path>
              </a:pathLst>
            </a:custGeom>
            <a:noFill/>
            <a:ln w="19050"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76958931-69A2-F67B-DBAC-AE9CAAF59B71}"/>
                    </a:ext>
                  </a:extLst>
                </p:cNvPr>
                <p:cNvSpPr txBox="1"/>
                <p:nvPr/>
              </p:nvSpPr>
              <p:spPr>
                <a:xfrm>
                  <a:off x="4710590" y="705780"/>
                  <a:ext cx="1172308" cy="9452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L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𝑦𝑢</m:t>
                          </m:r>
                        </m:sub>
                      </m:sSub>
                    </m:oMath>
                  </a14:m>
                  <a:r>
                    <a:rPr lang="es-CL" dirty="0">
                      <a:solidFill>
                        <a:schemeClr val="accent5"/>
                      </a:solidFill>
                    </a:rPr>
                    <a:t> real</a:t>
                  </a:r>
                </a:p>
              </p:txBody>
            </p:sp>
          </mc:Choice>
          <mc:Fallback xmlns="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76958931-69A2-F67B-DBAC-AE9CAAF59B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0590" y="705780"/>
                  <a:ext cx="1172308" cy="945259"/>
                </a:xfrm>
                <a:prstGeom prst="rect">
                  <a:avLst/>
                </a:prstGeom>
                <a:blipFill>
                  <a:blip r:embed="rId9"/>
                  <a:stretch>
                    <a:fillRect b="-7742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771933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upo 81">
            <a:extLst>
              <a:ext uri="{FF2B5EF4-FFF2-40B4-BE49-F238E27FC236}">
                <a16:creationId xmlns:a16="http://schemas.microsoft.com/office/drawing/2014/main" id="{83533878-1EEE-634F-DC7A-277E4ADC3B44}"/>
              </a:ext>
            </a:extLst>
          </p:cNvPr>
          <p:cNvGrpSpPr/>
          <p:nvPr/>
        </p:nvGrpSpPr>
        <p:grpSpPr>
          <a:xfrm>
            <a:off x="2398939" y="244750"/>
            <a:ext cx="7138576" cy="2750026"/>
            <a:chOff x="2398939" y="244750"/>
            <a:chExt cx="7138576" cy="2750026"/>
          </a:xfrm>
        </p:grpSpPr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6477DCAB-BFDA-4D9E-70C5-55AABE678AB8}"/>
                </a:ext>
              </a:extLst>
            </p:cNvPr>
            <p:cNvSpPr/>
            <p:nvPr/>
          </p:nvSpPr>
          <p:spPr>
            <a:xfrm>
              <a:off x="2398939" y="748394"/>
              <a:ext cx="1408923" cy="697849"/>
            </a:xfrm>
            <a:prstGeom prst="roundRect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Sistema</a:t>
              </a:r>
              <a:endParaRPr lang="es-CL" sz="1600" dirty="0"/>
            </a:p>
          </p:txBody>
        </p:sp>
        <p:cxnSp>
          <p:nvCxnSpPr>
            <p:cNvPr id="7" name="Conector recto de flecha 6">
              <a:extLst>
                <a:ext uri="{FF2B5EF4-FFF2-40B4-BE49-F238E27FC236}">
                  <a16:creationId xmlns:a16="http://schemas.microsoft.com/office/drawing/2014/main" id="{FC4D0705-8F22-74A1-2047-FE998D36DB84}"/>
                </a:ext>
              </a:extLst>
            </p:cNvPr>
            <p:cNvCxnSpPr>
              <a:cxnSpLocks/>
            </p:cNvCxnSpPr>
            <p:nvPr/>
          </p:nvCxnSpPr>
          <p:spPr>
            <a:xfrm>
              <a:off x="4619058" y="1084295"/>
              <a:ext cx="900000" cy="0"/>
            </a:xfrm>
            <a:prstGeom prst="straightConnector1">
              <a:avLst/>
            </a:prstGeom>
            <a:ln w="28575">
              <a:solidFill>
                <a:srgbClr val="FF66F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3F877BAC-A76D-F007-3605-FF3FF1A914D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268961"/>
              <a:ext cx="0" cy="821096"/>
            </a:xfrm>
            <a:prstGeom prst="straightConnector1">
              <a:avLst/>
            </a:prstGeom>
            <a:ln w="28575">
              <a:solidFill>
                <a:schemeClr val="accent6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92D0122B-FD4D-396E-30B9-8C80B65BA5E8}"/>
                </a:ext>
              </a:extLst>
            </p:cNvPr>
            <p:cNvSpPr txBox="1"/>
            <p:nvPr/>
          </p:nvSpPr>
          <p:spPr>
            <a:xfrm>
              <a:off x="4638375" y="2138588"/>
              <a:ext cx="29152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accent5"/>
                  </a:solidFill>
                </a:rPr>
                <a:t>Señal</a:t>
              </a:r>
              <a:r>
                <a:rPr lang="en-US" sz="1400" dirty="0">
                  <a:solidFill>
                    <a:schemeClr val="accent5"/>
                  </a:solidFill>
                </a:rPr>
                <a:t> </a:t>
              </a:r>
              <a:r>
                <a:rPr lang="en-US" sz="1400" dirty="0" err="1">
                  <a:solidFill>
                    <a:schemeClr val="accent5"/>
                  </a:solidFill>
                </a:rPr>
                <a:t>discreta</a:t>
              </a:r>
              <a:endParaRPr lang="es-CL" sz="1400" dirty="0">
                <a:solidFill>
                  <a:schemeClr val="accent5"/>
                </a:solidFill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6DEF48A8-F7D5-EFF2-FB1C-0AD7A8CDF7DC}"/>
                </a:ext>
              </a:extLst>
            </p:cNvPr>
            <p:cNvSpPr txBox="1"/>
            <p:nvPr/>
          </p:nvSpPr>
          <p:spPr>
            <a:xfrm>
              <a:off x="5519058" y="912653"/>
              <a:ext cx="15249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sz="1400" dirty="0" err="1">
                  <a:solidFill>
                    <a:srgbClr val="FF66FF"/>
                  </a:solidFill>
                </a:rPr>
                <a:t>Señal</a:t>
              </a:r>
              <a:r>
                <a:rPr lang="en-US" sz="1400" dirty="0">
                  <a:solidFill>
                    <a:srgbClr val="FF66FF"/>
                  </a:solidFill>
                </a:rPr>
                <a:t> </a:t>
              </a:r>
              <a:r>
                <a:rPr lang="en-US" sz="1400" dirty="0" err="1">
                  <a:solidFill>
                    <a:srgbClr val="FF66FF"/>
                  </a:solidFill>
                </a:rPr>
                <a:t>análoga</a:t>
              </a:r>
              <a:endParaRPr lang="es-CL" sz="1400" dirty="0">
                <a:solidFill>
                  <a:srgbClr val="FF66FF"/>
                </a:solidFill>
              </a:endParaRP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466483F1-0EE6-38C2-4549-E03C59C6541D}"/>
                </a:ext>
              </a:extLst>
            </p:cNvPr>
            <p:cNvSpPr/>
            <p:nvPr/>
          </p:nvSpPr>
          <p:spPr>
            <a:xfrm>
              <a:off x="3807862" y="912653"/>
              <a:ext cx="811196" cy="369332"/>
            </a:xfrm>
            <a:prstGeom prst="rect">
              <a:avLst/>
            </a:prstGeom>
            <a:ln w="28575">
              <a:solidFill>
                <a:srgbClr val="FF66FF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FF66FF"/>
                  </a:solidFill>
                </a:rPr>
                <a:t>sensor</a:t>
              </a:r>
              <a:endParaRPr lang="es-CL" sz="1400" dirty="0">
                <a:solidFill>
                  <a:srgbClr val="FF66FF"/>
                </a:solidFill>
              </a:endParaRP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FD9BBAD9-116C-CF9E-D3EF-F6103694A65A}"/>
                </a:ext>
              </a:extLst>
            </p:cNvPr>
            <p:cNvSpPr txBox="1"/>
            <p:nvPr/>
          </p:nvSpPr>
          <p:spPr>
            <a:xfrm>
              <a:off x="4061433" y="1443388"/>
              <a:ext cx="29152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6"/>
                  </a:solidFill>
                </a:rPr>
                <a:t>“</a:t>
              </a:r>
              <a:r>
                <a:rPr lang="en-US" sz="1400" dirty="0" err="1">
                  <a:solidFill>
                    <a:schemeClr val="accent6"/>
                  </a:solidFill>
                </a:rPr>
                <a:t>Digitalizar</a:t>
              </a:r>
              <a:r>
                <a:rPr lang="en-US" sz="1400" dirty="0">
                  <a:solidFill>
                    <a:schemeClr val="accent6"/>
                  </a:solidFill>
                </a:rPr>
                <a:t>”</a:t>
              </a:r>
              <a:endParaRPr lang="es-CL" sz="1400" dirty="0">
                <a:solidFill>
                  <a:schemeClr val="accent6"/>
                </a:solidFill>
              </a:endParaRPr>
            </a:p>
          </p:txBody>
        </p: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DA25AE7A-58B4-6DE9-3760-6F5D3EA3A0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7686" y="611304"/>
              <a:ext cx="0" cy="639691"/>
            </a:xfrm>
            <a:prstGeom prst="line">
              <a:avLst/>
            </a:prstGeom>
            <a:ln w="28575">
              <a:solidFill>
                <a:srgbClr val="FF66FF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A45EF2F6-3EAF-37D8-8393-7A22A25BCD61}"/>
                </a:ext>
              </a:extLst>
            </p:cNvPr>
            <p:cNvCxnSpPr>
              <a:cxnSpLocks/>
            </p:cNvCxnSpPr>
            <p:nvPr/>
          </p:nvCxnSpPr>
          <p:spPr>
            <a:xfrm>
              <a:off x="6976682" y="1250995"/>
              <a:ext cx="2250834" cy="0"/>
            </a:xfrm>
            <a:prstGeom prst="line">
              <a:avLst/>
            </a:prstGeom>
            <a:ln w="28575">
              <a:solidFill>
                <a:srgbClr val="FF66FF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56DE406A-B0CF-5FDD-3C48-A5141C5885CA}"/>
                    </a:ext>
                  </a:extLst>
                </p:cNvPr>
                <p:cNvSpPr txBox="1"/>
                <p:nvPr/>
              </p:nvSpPr>
              <p:spPr>
                <a:xfrm>
                  <a:off x="6496130" y="244750"/>
                  <a:ext cx="96110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FF66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600" dirty="0">
                    <a:solidFill>
                      <a:srgbClr val="FF66FF"/>
                    </a:solidFill>
                  </a:endParaRPr>
                </a:p>
              </p:txBody>
            </p:sp>
          </mc:Choice>
          <mc:Fallback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56DE406A-B0CF-5FDD-3C48-A5141C5885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6130" y="244750"/>
                  <a:ext cx="961104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DCC2D5EC-2AB5-1AC6-17B3-B6B7A5C8A6C8}"/>
                    </a:ext>
                  </a:extLst>
                </p:cNvPr>
                <p:cNvSpPr txBox="1"/>
                <p:nvPr/>
              </p:nvSpPr>
              <p:spPr>
                <a:xfrm>
                  <a:off x="9243132" y="1115341"/>
                  <a:ext cx="278767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rgbClr val="FF66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sz="1600" dirty="0">
                    <a:solidFill>
                      <a:srgbClr val="FF66FF"/>
                    </a:solidFill>
                  </a:endParaRPr>
                </a:p>
              </p:txBody>
            </p:sp>
          </mc:Choice>
          <mc:Fallback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DCC2D5EC-2AB5-1AC6-17B3-B6B7A5C8A6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3132" y="1115341"/>
                  <a:ext cx="278767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241AABB8-5CA0-7147-CB1E-A04EA72CAD3A}"/>
                </a:ext>
              </a:extLst>
            </p:cNvPr>
            <p:cNvSpPr/>
            <p:nvPr/>
          </p:nvSpPr>
          <p:spPr>
            <a:xfrm>
              <a:off x="7015075" y="710064"/>
              <a:ext cx="1782147" cy="317411"/>
            </a:xfrm>
            <a:custGeom>
              <a:avLst/>
              <a:gdLst>
                <a:gd name="connsiteX0" fmla="*/ 0 w 1782147"/>
                <a:gd name="connsiteY0" fmla="*/ 317830 h 319296"/>
                <a:gd name="connsiteX1" fmla="*/ 279919 w 1782147"/>
                <a:gd name="connsiteY1" fmla="*/ 271177 h 319296"/>
                <a:gd name="connsiteX2" fmla="*/ 382555 w 1782147"/>
                <a:gd name="connsiteY2" fmla="*/ 590 h 319296"/>
                <a:gd name="connsiteX3" fmla="*/ 569168 w 1782147"/>
                <a:gd name="connsiteY3" fmla="*/ 196533 h 319296"/>
                <a:gd name="connsiteX4" fmla="*/ 886408 w 1782147"/>
                <a:gd name="connsiteY4" fmla="*/ 121888 h 319296"/>
                <a:gd name="connsiteX5" fmla="*/ 1119674 w 1782147"/>
                <a:gd name="connsiteY5" fmla="*/ 261847 h 319296"/>
                <a:gd name="connsiteX6" fmla="*/ 1548882 w 1782147"/>
                <a:gd name="connsiteY6" fmla="*/ 299169 h 319296"/>
                <a:gd name="connsiteX7" fmla="*/ 1782147 w 1782147"/>
                <a:gd name="connsiteY7" fmla="*/ 271177 h 319296"/>
                <a:gd name="connsiteX0" fmla="*/ 0 w 1782147"/>
                <a:gd name="connsiteY0" fmla="*/ 317281 h 317411"/>
                <a:gd name="connsiteX1" fmla="*/ 242597 w 1782147"/>
                <a:gd name="connsiteY1" fmla="*/ 214645 h 317411"/>
                <a:gd name="connsiteX2" fmla="*/ 382555 w 1782147"/>
                <a:gd name="connsiteY2" fmla="*/ 41 h 317411"/>
                <a:gd name="connsiteX3" fmla="*/ 569168 w 1782147"/>
                <a:gd name="connsiteY3" fmla="*/ 195984 h 317411"/>
                <a:gd name="connsiteX4" fmla="*/ 886408 w 1782147"/>
                <a:gd name="connsiteY4" fmla="*/ 121339 h 317411"/>
                <a:gd name="connsiteX5" fmla="*/ 1119674 w 1782147"/>
                <a:gd name="connsiteY5" fmla="*/ 261298 h 317411"/>
                <a:gd name="connsiteX6" fmla="*/ 1548882 w 1782147"/>
                <a:gd name="connsiteY6" fmla="*/ 298620 h 317411"/>
                <a:gd name="connsiteX7" fmla="*/ 1782147 w 1782147"/>
                <a:gd name="connsiteY7" fmla="*/ 270628 h 317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82147" h="317411">
                  <a:moveTo>
                    <a:pt x="0" y="317281"/>
                  </a:moveTo>
                  <a:cubicBezTo>
                    <a:pt x="108080" y="320391"/>
                    <a:pt x="178838" y="267518"/>
                    <a:pt x="242597" y="214645"/>
                  </a:cubicBezTo>
                  <a:cubicBezTo>
                    <a:pt x="306356" y="161772"/>
                    <a:pt x="328127" y="3151"/>
                    <a:pt x="382555" y="41"/>
                  </a:cubicBezTo>
                  <a:cubicBezTo>
                    <a:pt x="436983" y="-3069"/>
                    <a:pt x="485193" y="175768"/>
                    <a:pt x="569168" y="195984"/>
                  </a:cubicBezTo>
                  <a:cubicBezTo>
                    <a:pt x="653143" y="216200"/>
                    <a:pt x="794657" y="110453"/>
                    <a:pt x="886408" y="121339"/>
                  </a:cubicBezTo>
                  <a:cubicBezTo>
                    <a:pt x="978159" y="132225"/>
                    <a:pt x="1009262" y="231751"/>
                    <a:pt x="1119674" y="261298"/>
                  </a:cubicBezTo>
                  <a:cubicBezTo>
                    <a:pt x="1230086" y="290845"/>
                    <a:pt x="1438470" y="297065"/>
                    <a:pt x="1548882" y="298620"/>
                  </a:cubicBezTo>
                  <a:cubicBezTo>
                    <a:pt x="1659294" y="300175"/>
                    <a:pt x="1720720" y="285401"/>
                    <a:pt x="1782147" y="270628"/>
                  </a:cubicBezTo>
                </a:path>
              </a:pathLst>
            </a:custGeom>
            <a:noFill/>
            <a:ln w="19050"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32EFBDF9-DD33-F170-4B86-8B4E281511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3302" y="2152185"/>
              <a:ext cx="0" cy="639691"/>
            </a:xfrm>
            <a:prstGeom prst="line">
              <a:avLst/>
            </a:prstGeom>
            <a:ln w="28575">
              <a:solidFill>
                <a:schemeClr val="accent5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6F86ACCE-FD25-0E4A-DC6F-25F743F66207}"/>
                </a:ext>
              </a:extLst>
            </p:cNvPr>
            <p:cNvCxnSpPr>
              <a:cxnSpLocks/>
            </p:cNvCxnSpPr>
            <p:nvPr/>
          </p:nvCxnSpPr>
          <p:spPr>
            <a:xfrm>
              <a:off x="6992298" y="2791876"/>
              <a:ext cx="2250834" cy="0"/>
            </a:xfrm>
            <a:prstGeom prst="line">
              <a:avLst/>
            </a:prstGeom>
            <a:ln w="28575">
              <a:solidFill>
                <a:schemeClr val="accent5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3D00CC90-A725-97AE-866E-ED85599FDB43}"/>
                    </a:ext>
                  </a:extLst>
                </p:cNvPr>
                <p:cNvSpPr txBox="1"/>
                <p:nvPr/>
              </p:nvSpPr>
              <p:spPr>
                <a:xfrm>
                  <a:off x="6511746" y="1785631"/>
                  <a:ext cx="96110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6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3D00CC90-A725-97AE-866E-ED85599FDB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1746" y="1785631"/>
                  <a:ext cx="961104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B6A790FB-682E-DDCD-1F1F-300A8A718626}"/>
                    </a:ext>
                  </a:extLst>
                </p:cNvPr>
                <p:cNvSpPr txBox="1"/>
                <p:nvPr/>
              </p:nvSpPr>
              <p:spPr>
                <a:xfrm>
                  <a:off x="9258748" y="2656222"/>
                  <a:ext cx="278767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CL" sz="16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B6A790FB-682E-DDCD-1F1F-300A8A718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8748" y="2656222"/>
                  <a:ext cx="278767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C8ECE240-CAC9-9677-D83B-EFA0D9016599}"/>
                </a:ext>
              </a:extLst>
            </p:cNvPr>
            <p:cNvSpPr/>
            <p:nvPr/>
          </p:nvSpPr>
          <p:spPr>
            <a:xfrm>
              <a:off x="7030691" y="2250945"/>
              <a:ext cx="1782147" cy="317411"/>
            </a:xfrm>
            <a:custGeom>
              <a:avLst/>
              <a:gdLst>
                <a:gd name="connsiteX0" fmla="*/ 0 w 1782147"/>
                <a:gd name="connsiteY0" fmla="*/ 317830 h 319296"/>
                <a:gd name="connsiteX1" fmla="*/ 279919 w 1782147"/>
                <a:gd name="connsiteY1" fmla="*/ 271177 h 319296"/>
                <a:gd name="connsiteX2" fmla="*/ 382555 w 1782147"/>
                <a:gd name="connsiteY2" fmla="*/ 590 h 319296"/>
                <a:gd name="connsiteX3" fmla="*/ 569168 w 1782147"/>
                <a:gd name="connsiteY3" fmla="*/ 196533 h 319296"/>
                <a:gd name="connsiteX4" fmla="*/ 886408 w 1782147"/>
                <a:gd name="connsiteY4" fmla="*/ 121888 h 319296"/>
                <a:gd name="connsiteX5" fmla="*/ 1119674 w 1782147"/>
                <a:gd name="connsiteY5" fmla="*/ 261847 h 319296"/>
                <a:gd name="connsiteX6" fmla="*/ 1548882 w 1782147"/>
                <a:gd name="connsiteY6" fmla="*/ 299169 h 319296"/>
                <a:gd name="connsiteX7" fmla="*/ 1782147 w 1782147"/>
                <a:gd name="connsiteY7" fmla="*/ 271177 h 319296"/>
                <a:gd name="connsiteX0" fmla="*/ 0 w 1782147"/>
                <a:gd name="connsiteY0" fmla="*/ 317281 h 317411"/>
                <a:gd name="connsiteX1" fmla="*/ 242597 w 1782147"/>
                <a:gd name="connsiteY1" fmla="*/ 214645 h 317411"/>
                <a:gd name="connsiteX2" fmla="*/ 382555 w 1782147"/>
                <a:gd name="connsiteY2" fmla="*/ 41 h 317411"/>
                <a:gd name="connsiteX3" fmla="*/ 569168 w 1782147"/>
                <a:gd name="connsiteY3" fmla="*/ 195984 h 317411"/>
                <a:gd name="connsiteX4" fmla="*/ 886408 w 1782147"/>
                <a:gd name="connsiteY4" fmla="*/ 121339 h 317411"/>
                <a:gd name="connsiteX5" fmla="*/ 1119674 w 1782147"/>
                <a:gd name="connsiteY5" fmla="*/ 261298 h 317411"/>
                <a:gd name="connsiteX6" fmla="*/ 1548882 w 1782147"/>
                <a:gd name="connsiteY6" fmla="*/ 298620 h 317411"/>
                <a:gd name="connsiteX7" fmla="*/ 1782147 w 1782147"/>
                <a:gd name="connsiteY7" fmla="*/ 270628 h 317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82147" h="317411">
                  <a:moveTo>
                    <a:pt x="0" y="317281"/>
                  </a:moveTo>
                  <a:cubicBezTo>
                    <a:pt x="108080" y="320391"/>
                    <a:pt x="178838" y="267518"/>
                    <a:pt x="242597" y="214645"/>
                  </a:cubicBezTo>
                  <a:cubicBezTo>
                    <a:pt x="306356" y="161772"/>
                    <a:pt x="328127" y="3151"/>
                    <a:pt x="382555" y="41"/>
                  </a:cubicBezTo>
                  <a:cubicBezTo>
                    <a:pt x="436983" y="-3069"/>
                    <a:pt x="485193" y="175768"/>
                    <a:pt x="569168" y="195984"/>
                  </a:cubicBezTo>
                  <a:cubicBezTo>
                    <a:pt x="653143" y="216200"/>
                    <a:pt x="794657" y="110453"/>
                    <a:pt x="886408" y="121339"/>
                  </a:cubicBezTo>
                  <a:cubicBezTo>
                    <a:pt x="978159" y="132225"/>
                    <a:pt x="1009262" y="231751"/>
                    <a:pt x="1119674" y="261298"/>
                  </a:cubicBezTo>
                  <a:cubicBezTo>
                    <a:pt x="1230086" y="290845"/>
                    <a:pt x="1438470" y="297065"/>
                    <a:pt x="1548882" y="298620"/>
                  </a:cubicBezTo>
                  <a:cubicBezTo>
                    <a:pt x="1659294" y="300175"/>
                    <a:pt x="1720720" y="285401"/>
                    <a:pt x="1782147" y="270628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grpSp>
          <p:nvGrpSpPr>
            <p:cNvPr id="36" name="Grupo 35">
              <a:extLst>
                <a:ext uri="{FF2B5EF4-FFF2-40B4-BE49-F238E27FC236}">
                  <a16:creationId xmlns:a16="http://schemas.microsoft.com/office/drawing/2014/main" id="{A355D699-2E94-18B1-D75C-EA377C8FF425}"/>
                </a:ext>
              </a:extLst>
            </p:cNvPr>
            <p:cNvGrpSpPr/>
            <p:nvPr/>
          </p:nvGrpSpPr>
          <p:grpSpPr>
            <a:xfrm>
              <a:off x="7044046" y="2511608"/>
              <a:ext cx="72278" cy="69980"/>
              <a:chOff x="1270157" y="4337660"/>
              <a:chExt cx="187365" cy="190254"/>
            </a:xfrm>
          </p:grpSpPr>
          <p:cxnSp>
            <p:nvCxnSpPr>
              <p:cNvPr id="34" name="Conector recto 33">
                <a:extLst>
                  <a:ext uri="{FF2B5EF4-FFF2-40B4-BE49-F238E27FC236}">
                    <a16:creationId xmlns:a16="http://schemas.microsoft.com/office/drawing/2014/main" id="{C270671D-0948-6FD4-7E21-830F9018E909}"/>
                  </a:ext>
                </a:extLst>
              </p:cNvPr>
              <p:cNvCxnSpPr/>
              <p:nvPr/>
            </p:nvCxnSpPr>
            <p:spPr>
              <a:xfrm>
                <a:off x="1273425" y="4341000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cto 34">
                <a:extLst>
                  <a:ext uri="{FF2B5EF4-FFF2-40B4-BE49-F238E27FC236}">
                    <a16:creationId xmlns:a16="http://schemas.microsoft.com/office/drawing/2014/main" id="{6188A08A-3713-49DA-F85A-78A7EBFEAC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0157" y="4337660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upo 36">
              <a:extLst>
                <a:ext uri="{FF2B5EF4-FFF2-40B4-BE49-F238E27FC236}">
                  <a16:creationId xmlns:a16="http://schemas.microsoft.com/office/drawing/2014/main" id="{A16BFC58-A7C2-A982-82C3-CF359435D809}"/>
                </a:ext>
              </a:extLst>
            </p:cNvPr>
            <p:cNvGrpSpPr/>
            <p:nvPr/>
          </p:nvGrpSpPr>
          <p:grpSpPr>
            <a:xfrm>
              <a:off x="7165806" y="2469257"/>
              <a:ext cx="72278" cy="69980"/>
              <a:chOff x="1270157" y="4337660"/>
              <a:chExt cx="187365" cy="190254"/>
            </a:xfrm>
          </p:grpSpPr>
          <p:cxnSp>
            <p:nvCxnSpPr>
              <p:cNvPr id="38" name="Conector recto 37">
                <a:extLst>
                  <a:ext uri="{FF2B5EF4-FFF2-40B4-BE49-F238E27FC236}">
                    <a16:creationId xmlns:a16="http://schemas.microsoft.com/office/drawing/2014/main" id="{03EA2438-3F9A-12D5-5E9D-6D101BEEE4E5}"/>
                  </a:ext>
                </a:extLst>
              </p:cNvPr>
              <p:cNvCxnSpPr/>
              <p:nvPr/>
            </p:nvCxnSpPr>
            <p:spPr>
              <a:xfrm>
                <a:off x="1273425" y="4341000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ector recto 38">
                <a:extLst>
                  <a:ext uri="{FF2B5EF4-FFF2-40B4-BE49-F238E27FC236}">
                    <a16:creationId xmlns:a16="http://schemas.microsoft.com/office/drawing/2014/main" id="{918F2F3B-46FA-C9BA-C982-DB556F1CAD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0157" y="4337660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9C05F3DF-BEB0-0226-2B43-5E6414FF274F}"/>
                </a:ext>
              </a:extLst>
            </p:cNvPr>
            <p:cNvGrpSpPr/>
            <p:nvPr/>
          </p:nvGrpSpPr>
          <p:grpSpPr>
            <a:xfrm>
              <a:off x="7254967" y="2406042"/>
              <a:ext cx="72278" cy="69980"/>
              <a:chOff x="1270157" y="4337660"/>
              <a:chExt cx="187365" cy="190254"/>
            </a:xfrm>
          </p:grpSpPr>
          <p:cxnSp>
            <p:nvCxnSpPr>
              <p:cNvPr id="41" name="Conector recto 40">
                <a:extLst>
                  <a:ext uri="{FF2B5EF4-FFF2-40B4-BE49-F238E27FC236}">
                    <a16:creationId xmlns:a16="http://schemas.microsoft.com/office/drawing/2014/main" id="{4A012250-3F63-A558-E9E7-57BE3156CEDA}"/>
                  </a:ext>
                </a:extLst>
              </p:cNvPr>
              <p:cNvCxnSpPr/>
              <p:nvPr/>
            </p:nvCxnSpPr>
            <p:spPr>
              <a:xfrm>
                <a:off x="1273425" y="4341000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recto 41">
                <a:extLst>
                  <a:ext uri="{FF2B5EF4-FFF2-40B4-BE49-F238E27FC236}">
                    <a16:creationId xmlns:a16="http://schemas.microsoft.com/office/drawing/2014/main" id="{C159DB40-FEB1-441E-6DD3-553C992636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0157" y="4337660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254F9A03-4BC5-BAFC-D4A7-F319FA6DCBA6}"/>
                </a:ext>
              </a:extLst>
            </p:cNvPr>
            <p:cNvGrpSpPr/>
            <p:nvPr/>
          </p:nvGrpSpPr>
          <p:grpSpPr>
            <a:xfrm>
              <a:off x="7345228" y="2292476"/>
              <a:ext cx="72278" cy="69980"/>
              <a:chOff x="1270157" y="4337660"/>
              <a:chExt cx="187365" cy="190254"/>
            </a:xfrm>
          </p:grpSpPr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E959D5A8-5300-F1F9-59B0-391B1391A6B7}"/>
                  </a:ext>
                </a:extLst>
              </p:cNvPr>
              <p:cNvCxnSpPr/>
              <p:nvPr/>
            </p:nvCxnSpPr>
            <p:spPr>
              <a:xfrm>
                <a:off x="1273425" y="4341000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8760420D-AD5C-5BD8-09C1-0E17D7B712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0157" y="4337660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26409299-6686-6F83-F5DF-F468E0DF1567}"/>
                </a:ext>
              </a:extLst>
            </p:cNvPr>
            <p:cNvGrpSpPr/>
            <p:nvPr/>
          </p:nvGrpSpPr>
          <p:grpSpPr>
            <a:xfrm>
              <a:off x="7393851" y="2215295"/>
              <a:ext cx="72278" cy="69980"/>
              <a:chOff x="1270157" y="4337660"/>
              <a:chExt cx="187365" cy="190254"/>
            </a:xfrm>
          </p:grpSpPr>
          <p:cxnSp>
            <p:nvCxnSpPr>
              <p:cNvPr id="47" name="Conector recto 46">
                <a:extLst>
                  <a:ext uri="{FF2B5EF4-FFF2-40B4-BE49-F238E27FC236}">
                    <a16:creationId xmlns:a16="http://schemas.microsoft.com/office/drawing/2014/main" id="{86357753-7A39-EAB1-105F-4B534685AAA4}"/>
                  </a:ext>
                </a:extLst>
              </p:cNvPr>
              <p:cNvCxnSpPr/>
              <p:nvPr/>
            </p:nvCxnSpPr>
            <p:spPr>
              <a:xfrm>
                <a:off x="1273425" y="4341000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cto 47">
                <a:extLst>
                  <a:ext uri="{FF2B5EF4-FFF2-40B4-BE49-F238E27FC236}">
                    <a16:creationId xmlns:a16="http://schemas.microsoft.com/office/drawing/2014/main" id="{ABC8557A-1DC4-F2A5-BE3E-75BB8718B2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0157" y="4337660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upo 48">
              <a:extLst>
                <a:ext uri="{FF2B5EF4-FFF2-40B4-BE49-F238E27FC236}">
                  <a16:creationId xmlns:a16="http://schemas.microsoft.com/office/drawing/2014/main" id="{DB18FCC6-92E3-E9F3-A964-98E341144521}"/>
                </a:ext>
              </a:extLst>
            </p:cNvPr>
            <p:cNvGrpSpPr/>
            <p:nvPr/>
          </p:nvGrpSpPr>
          <p:grpSpPr>
            <a:xfrm>
              <a:off x="7481346" y="2328051"/>
              <a:ext cx="72278" cy="69980"/>
              <a:chOff x="1270157" y="4337660"/>
              <a:chExt cx="187365" cy="190254"/>
            </a:xfrm>
          </p:grpSpPr>
          <p:cxnSp>
            <p:nvCxnSpPr>
              <p:cNvPr id="50" name="Conector recto 49">
                <a:extLst>
                  <a:ext uri="{FF2B5EF4-FFF2-40B4-BE49-F238E27FC236}">
                    <a16:creationId xmlns:a16="http://schemas.microsoft.com/office/drawing/2014/main" id="{E4FD1AE6-22DA-C399-9D5C-63C8DDC982A7}"/>
                  </a:ext>
                </a:extLst>
              </p:cNvPr>
              <p:cNvCxnSpPr/>
              <p:nvPr/>
            </p:nvCxnSpPr>
            <p:spPr>
              <a:xfrm>
                <a:off x="1273425" y="4341000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cto 50">
                <a:extLst>
                  <a:ext uri="{FF2B5EF4-FFF2-40B4-BE49-F238E27FC236}">
                    <a16:creationId xmlns:a16="http://schemas.microsoft.com/office/drawing/2014/main" id="{2D3ADAEB-D42E-AEA6-929F-7BDB2598FF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0157" y="4337660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7610BE10-0ED4-121E-CA66-102C244D1AFE}"/>
                </a:ext>
              </a:extLst>
            </p:cNvPr>
            <p:cNvGrpSpPr/>
            <p:nvPr/>
          </p:nvGrpSpPr>
          <p:grpSpPr>
            <a:xfrm>
              <a:off x="7591012" y="2411375"/>
              <a:ext cx="72278" cy="69980"/>
              <a:chOff x="1270157" y="4337660"/>
              <a:chExt cx="187365" cy="190254"/>
            </a:xfrm>
          </p:grpSpPr>
          <p:cxnSp>
            <p:nvCxnSpPr>
              <p:cNvPr id="53" name="Conector recto 52">
                <a:extLst>
                  <a:ext uri="{FF2B5EF4-FFF2-40B4-BE49-F238E27FC236}">
                    <a16:creationId xmlns:a16="http://schemas.microsoft.com/office/drawing/2014/main" id="{D1EC3319-70BA-E778-C078-ABE41F650682}"/>
                  </a:ext>
                </a:extLst>
              </p:cNvPr>
              <p:cNvCxnSpPr/>
              <p:nvPr/>
            </p:nvCxnSpPr>
            <p:spPr>
              <a:xfrm>
                <a:off x="1273425" y="4341000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 recto 53">
                <a:extLst>
                  <a:ext uri="{FF2B5EF4-FFF2-40B4-BE49-F238E27FC236}">
                    <a16:creationId xmlns:a16="http://schemas.microsoft.com/office/drawing/2014/main" id="{645FB1B5-BDA0-1CD1-86B7-0E3F15ADA2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0157" y="4337660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upo 54">
              <a:extLst>
                <a:ext uri="{FF2B5EF4-FFF2-40B4-BE49-F238E27FC236}">
                  <a16:creationId xmlns:a16="http://schemas.microsoft.com/office/drawing/2014/main" id="{69116DCF-9B23-BCCD-9B8D-0C5D4EE2D2F6}"/>
                </a:ext>
              </a:extLst>
            </p:cNvPr>
            <p:cNvGrpSpPr/>
            <p:nvPr/>
          </p:nvGrpSpPr>
          <p:grpSpPr>
            <a:xfrm>
              <a:off x="7725367" y="2339670"/>
              <a:ext cx="72278" cy="69980"/>
              <a:chOff x="1270157" y="4337660"/>
              <a:chExt cx="187365" cy="190254"/>
            </a:xfrm>
          </p:grpSpPr>
          <p:cxnSp>
            <p:nvCxnSpPr>
              <p:cNvPr id="56" name="Conector recto 55">
                <a:extLst>
                  <a:ext uri="{FF2B5EF4-FFF2-40B4-BE49-F238E27FC236}">
                    <a16:creationId xmlns:a16="http://schemas.microsoft.com/office/drawing/2014/main" id="{F6B4A049-FC19-CB0C-87A3-2CBEB270E577}"/>
                  </a:ext>
                </a:extLst>
              </p:cNvPr>
              <p:cNvCxnSpPr/>
              <p:nvPr/>
            </p:nvCxnSpPr>
            <p:spPr>
              <a:xfrm>
                <a:off x="1273425" y="4341000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 recto 56">
                <a:extLst>
                  <a:ext uri="{FF2B5EF4-FFF2-40B4-BE49-F238E27FC236}">
                    <a16:creationId xmlns:a16="http://schemas.microsoft.com/office/drawing/2014/main" id="{0F117468-AD35-8024-F46E-0589BFEE54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0157" y="4337660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89DFFF84-E462-B922-76A0-A864EC75C851}"/>
                </a:ext>
              </a:extLst>
            </p:cNvPr>
            <p:cNvGrpSpPr/>
            <p:nvPr/>
          </p:nvGrpSpPr>
          <p:grpSpPr>
            <a:xfrm>
              <a:off x="7878870" y="2338180"/>
              <a:ext cx="72278" cy="69980"/>
              <a:chOff x="1270157" y="4337660"/>
              <a:chExt cx="187365" cy="190254"/>
            </a:xfrm>
          </p:grpSpPr>
          <p:cxnSp>
            <p:nvCxnSpPr>
              <p:cNvPr id="59" name="Conector recto 58">
                <a:extLst>
                  <a:ext uri="{FF2B5EF4-FFF2-40B4-BE49-F238E27FC236}">
                    <a16:creationId xmlns:a16="http://schemas.microsoft.com/office/drawing/2014/main" id="{15D3D997-C4DC-8F69-0FA1-E84E4C12A988}"/>
                  </a:ext>
                </a:extLst>
              </p:cNvPr>
              <p:cNvCxnSpPr/>
              <p:nvPr/>
            </p:nvCxnSpPr>
            <p:spPr>
              <a:xfrm>
                <a:off x="1273425" y="4341000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ector recto 59">
                <a:extLst>
                  <a:ext uri="{FF2B5EF4-FFF2-40B4-BE49-F238E27FC236}">
                    <a16:creationId xmlns:a16="http://schemas.microsoft.com/office/drawing/2014/main" id="{E67824DB-3FCD-277A-83F9-625D2F5376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0157" y="4337660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upo 60">
              <a:extLst>
                <a:ext uri="{FF2B5EF4-FFF2-40B4-BE49-F238E27FC236}">
                  <a16:creationId xmlns:a16="http://schemas.microsoft.com/office/drawing/2014/main" id="{47DE90EA-04DB-2D4C-72B7-329AEBFFC5AE}"/>
                </a:ext>
              </a:extLst>
            </p:cNvPr>
            <p:cNvGrpSpPr/>
            <p:nvPr/>
          </p:nvGrpSpPr>
          <p:grpSpPr>
            <a:xfrm>
              <a:off x="7988942" y="2399277"/>
              <a:ext cx="72278" cy="69980"/>
              <a:chOff x="1270157" y="4337660"/>
              <a:chExt cx="187365" cy="190254"/>
            </a:xfrm>
          </p:grpSpPr>
          <p:cxnSp>
            <p:nvCxnSpPr>
              <p:cNvPr id="62" name="Conector recto 61">
                <a:extLst>
                  <a:ext uri="{FF2B5EF4-FFF2-40B4-BE49-F238E27FC236}">
                    <a16:creationId xmlns:a16="http://schemas.microsoft.com/office/drawing/2014/main" id="{27845565-B24D-5E55-1502-816EFC3B525A}"/>
                  </a:ext>
                </a:extLst>
              </p:cNvPr>
              <p:cNvCxnSpPr/>
              <p:nvPr/>
            </p:nvCxnSpPr>
            <p:spPr>
              <a:xfrm>
                <a:off x="1273425" y="4341000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ector recto 62">
                <a:extLst>
                  <a:ext uri="{FF2B5EF4-FFF2-40B4-BE49-F238E27FC236}">
                    <a16:creationId xmlns:a16="http://schemas.microsoft.com/office/drawing/2014/main" id="{DEF875E0-9E9D-354F-D5CC-8EE9D3E51A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0157" y="4337660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4898B748-4A43-A38B-BDEA-7D137798D68F}"/>
                </a:ext>
              </a:extLst>
            </p:cNvPr>
            <p:cNvGrpSpPr/>
            <p:nvPr/>
          </p:nvGrpSpPr>
          <p:grpSpPr>
            <a:xfrm>
              <a:off x="8117715" y="2487668"/>
              <a:ext cx="72278" cy="69980"/>
              <a:chOff x="1270157" y="4337660"/>
              <a:chExt cx="187365" cy="190254"/>
            </a:xfrm>
          </p:grpSpPr>
          <p:cxnSp>
            <p:nvCxnSpPr>
              <p:cNvPr id="65" name="Conector recto 64">
                <a:extLst>
                  <a:ext uri="{FF2B5EF4-FFF2-40B4-BE49-F238E27FC236}">
                    <a16:creationId xmlns:a16="http://schemas.microsoft.com/office/drawing/2014/main" id="{BE566A00-DF99-73E4-9100-31780F9F9A18}"/>
                  </a:ext>
                </a:extLst>
              </p:cNvPr>
              <p:cNvCxnSpPr/>
              <p:nvPr/>
            </p:nvCxnSpPr>
            <p:spPr>
              <a:xfrm>
                <a:off x="1273425" y="4341000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Conector recto 65">
                <a:extLst>
                  <a:ext uri="{FF2B5EF4-FFF2-40B4-BE49-F238E27FC236}">
                    <a16:creationId xmlns:a16="http://schemas.microsoft.com/office/drawing/2014/main" id="{A498B908-F5AD-DB13-068F-0677FB7C7A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0157" y="4337660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upo 66">
              <a:extLst>
                <a:ext uri="{FF2B5EF4-FFF2-40B4-BE49-F238E27FC236}">
                  <a16:creationId xmlns:a16="http://schemas.microsoft.com/office/drawing/2014/main" id="{6DC6DA31-9D4B-C958-CA58-4F7626E5B79E}"/>
                </a:ext>
              </a:extLst>
            </p:cNvPr>
            <p:cNvGrpSpPr/>
            <p:nvPr/>
          </p:nvGrpSpPr>
          <p:grpSpPr>
            <a:xfrm>
              <a:off x="8251329" y="2486923"/>
              <a:ext cx="72278" cy="69980"/>
              <a:chOff x="1270157" y="4337660"/>
              <a:chExt cx="187365" cy="190254"/>
            </a:xfrm>
          </p:grpSpPr>
          <p:cxnSp>
            <p:nvCxnSpPr>
              <p:cNvPr id="68" name="Conector recto 67">
                <a:extLst>
                  <a:ext uri="{FF2B5EF4-FFF2-40B4-BE49-F238E27FC236}">
                    <a16:creationId xmlns:a16="http://schemas.microsoft.com/office/drawing/2014/main" id="{FB509C08-A29D-4970-A978-2BB718BD4ACD}"/>
                  </a:ext>
                </a:extLst>
              </p:cNvPr>
              <p:cNvCxnSpPr/>
              <p:nvPr/>
            </p:nvCxnSpPr>
            <p:spPr>
              <a:xfrm>
                <a:off x="1273425" y="4341000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Conector recto 68">
                <a:extLst>
                  <a:ext uri="{FF2B5EF4-FFF2-40B4-BE49-F238E27FC236}">
                    <a16:creationId xmlns:a16="http://schemas.microsoft.com/office/drawing/2014/main" id="{0F322376-E649-5D4B-6AF2-0132018C69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0157" y="4337660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upo 69">
              <a:extLst>
                <a:ext uri="{FF2B5EF4-FFF2-40B4-BE49-F238E27FC236}">
                  <a16:creationId xmlns:a16="http://schemas.microsoft.com/office/drawing/2014/main" id="{2BD0A491-75B7-BD83-2D87-541D151C12EA}"/>
                </a:ext>
              </a:extLst>
            </p:cNvPr>
            <p:cNvGrpSpPr/>
            <p:nvPr/>
          </p:nvGrpSpPr>
          <p:grpSpPr>
            <a:xfrm>
              <a:off x="8370619" y="2505334"/>
              <a:ext cx="72278" cy="69980"/>
              <a:chOff x="1270157" y="4337660"/>
              <a:chExt cx="187365" cy="190254"/>
            </a:xfrm>
          </p:grpSpPr>
          <p:cxnSp>
            <p:nvCxnSpPr>
              <p:cNvPr id="71" name="Conector recto 70">
                <a:extLst>
                  <a:ext uri="{FF2B5EF4-FFF2-40B4-BE49-F238E27FC236}">
                    <a16:creationId xmlns:a16="http://schemas.microsoft.com/office/drawing/2014/main" id="{95E0CBC8-E2D6-E757-95C1-4680F96C9441}"/>
                  </a:ext>
                </a:extLst>
              </p:cNvPr>
              <p:cNvCxnSpPr/>
              <p:nvPr/>
            </p:nvCxnSpPr>
            <p:spPr>
              <a:xfrm>
                <a:off x="1273425" y="4341000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71">
                <a:extLst>
                  <a:ext uri="{FF2B5EF4-FFF2-40B4-BE49-F238E27FC236}">
                    <a16:creationId xmlns:a16="http://schemas.microsoft.com/office/drawing/2014/main" id="{E468A334-A9A1-9AE9-1E1D-08FC46C4D4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0157" y="4337660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Grupo 72">
              <a:extLst>
                <a:ext uri="{FF2B5EF4-FFF2-40B4-BE49-F238E27FC236}">
                  <a16:creationId xmlns:a16="http://schemas.microsoft.com/office/drawing/2014/main" id="{1511D2B9-1DE6-5749-7DD3-7A38D1C28B5B}"/>
                </a:ext>
              </a:extLst>
            </p:cNvPr>
            <p:cNvGrpSpPr/>
            <p:nvPr/>
          </p:nvGrpSpPr>
          <p:grpSpPr>
            <a:xfrm>
              <a:off x="8570879" y="2505334"/>
              <a:ext cx="72278" cy="69980"/>
              <a:chOff x="1270157" y="4337660"/>
              <a:chExt cx="187365" cy="190254"/>
            </a:xfrm>
          </p:grpSpPr>
          <p:cxnSp>
            <p:nvCxnSpPr>
              <p:cNvPr id="74" name="Conector recto 73">
                <a:extLst>
                  <a:ext uri="{FF2B5EF4-FFF2-40B4-BE49-F238E27FC236}">
                    <a16:creationId xmlns:a16="http://schemas.microsoft.com/office/drawing/2014/main" id="{5434339C-5C09-2EC4-726C-2C300164468F}"/>
                  </a:ext>
                </a:extLst>
              </p:cNvPr>
              <p:cNvCxnSpPr/>
              <p:nvPr/>
            </p:nvCxnSpPr>
            <p:spPr>
              <a:xfrm>
                <a:off x="1273425" y="4341000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ector recto 74">
                <a:extLst>
                  <a:ext uri="{FF2B5EF4-FFF2-40B4-BE49-F238E27FC236}">
                    <a16:creationId xmlns:a16="http://schemas.microsoft.com/office/drawing/2014/main" id="{C1422729-6994-0D99-E1E9-105C288ADE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0157" y="4337660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DC6347E7-DF31-C27E-A072-F190D1598050}"/>
                </a:ext>
              </a:extLst>
            </p:cNvPr>
            <p:cNvGrpSpPr/>
            <p:nvPr/>
          </p:nvGrpSpPr>
          <p:grpSpPr>
            <a:xfrm>
              <a:off x="8753915" y="2486923"/>
              <a:ext cx="72278" cy="69980"/>
              <a:chOff x="1270157" y="4337660"/>
              <a:chExt cx="187365" cy="190254"/>
            </a:xfrm>
          </p:grpSpPr>
          <p:cxnSp>
            <p:nvCxnSpPr>
              <p:cNvPr id="77" name="Conector recto 76">
                <a:extLst>
                  <a:ext uri="{FF2B5EF4-FFF2-40B4-BE49-F238E27FC236}">
                    <a16:creationId xmlns:a16="http://schemas.microsoft.com/office/drawing/2014/main" id="{0F209643-CBBD-5904-5A07-A417521265CA}"/>
                  </a:ext>
                </a:extLst>
              </p:cNvPr>
              <p:cNvCxnSpPr/>
              <p:nvPr/>
            </p:nvCxnSpPr>
            <p:spPr>
              <a:xfrm>
                <a:off x="1273425" y="4341000"/>
                <a:ext cx="184097" cy="186914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 recto 77">
                <a:extLst>
                  <a:ext uri="{FF2B5EF4-FFF2-40B4-BE49-F238E27FC236}">
                    <a16:creationId xmlns:a16="http://schemas.microsoft.com/office/drawing/2014/main" id="{D2F39676-4226-D0F3-F5C4-6D28CBF185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70157" y="4337660"/>
                <a:ext cx="184097" cy="186202"/>
              </a:xfrm>
              <a:prstGeom prst="line">
                <a:avLst/>
              </a:prstGeom>
              <a:ln w="28575">
                <a:solidFill>
                  <a:srgbClr val="CC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7" name="Grupo 156">
            <a:extLst>
              <a:ext uri="{FF2B5EF4-FFF2-40B4-BE49-F238E27FC236}">
                <a16:creationId xmlns:a16="http://schemas.microsoft.com/office/drawing/2014/main" id="{23757FEE-E6CE-3C52-BD4D-40003787755B}"/>
              </a:ext>
            </a:extLst>
          </p:cNvPr>
          <p:cNvGrpSpPr/>
          <p:nvPr/>
        </p:nvGrpSpPr>
        <p:grpSpPr>
          <a:xfrm>
            <a:off x="299520" y="1376542"/>
            <a:ext cx="3239312" cy="1677506"/>
            <a:chOff x="1612606" y="3747625"/>
            <a:chExt cx="3239312" cy="1677506"/>
          </a:xfrm>
        </p:grpSpPr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DBA3B601-EB8D-B156-C128-D71498C198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8148" y="4129817"/>
              <a:ext cx="0" cy="975411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CCCA72CC-F6D7-B66E-6E0B-AA535501C2FE}"/>
                </a:ext>
              </a:extLst>
            </p:cNvPr>
            <p:cNvCxnSpPr>
              <a:cxnSpLocks/>
            </p:cNvCxnSpPr>
            <p:nvPr/>
          </p:nvCxnSpPr>
          <p:spPr>
            <a:xfrm>
              <a:off x="2127073" y="5105229"/>
              <a:ext cx="2409686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3FA15229-E976-1539-7CE4-3BBA3CAD07D5}"/>
                    </a:ext>
                  </a:extLst>
                </p:cNvPr>
                <p:cNvSpPr txBox="1"/>
                <p:nvPr/>
              </p:nvSpPr>
              <p:spPr>
                <a:xfrm>
                  <a:off x="1612606" y="3747625"/>
                  <a:ext cx="10289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3FA15229-E976-1539-7CE4-3BBA3CAD07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2606" y="3747625"/>
                  <a:ext cx="1028934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CuadroTexto 85">
                  <a:extLst>
                    <a:ext uri="{FF2B5EF4-FFF2-40B4-BE49-F238E27FC236}">
                      <a16:creationId xmlns:a16="http://schemas.microsoft.com/office/drawing/2014/main" id="{2567A3A5-8C7D-4642-0BA5-A309715E96A0}"/>
                    </a:ext>
                  </a:extLst>
                </p:cNvPr>
                <p:cNvSpPr txBox="1"/>
                <p:nvPr/>
              </p:nvSpPr>
              <p:spPr>
                <a:xfrm>
                  <a:off x="4553477" y="4898381"/>
                  <a:ext cx="298441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6" name="CuadroTexto 85">
                  <a:extLst>
                    <a:ext uri="{FF2B5EF4-FFF2-40B4-BE49-F238E27FC236}">
                      <a16:creationId xmlns:a16="http://schemas.microsoft.com/office/drawing/2014/main" id="{2567A3A5-8C7D-4642-0BA5-A309715E96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3477" y="4898381"/>
                  <a:ext cx="29844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Forma libre: forma 133">
              <a:extLst>
                <a:ext uri="{FF2B5EF4-FFF2-40B4-BE49-F238E27FC236}">
                  <a16:creationId xmlns:a16="http://schemas.microsoft.com/office/drawing/2014/main" id="{86EBECA4-1509-6C4E-C0E6-457103A531D7}"/>
                </a:ext>
              </a:extLst>
            </p:cNvPr>
            <p:cNvSpPr/>
            <p:nvPr/>
          </p:nvSpPr>
          <p:spPr>
            <a:xfrm>
              <a:off x="2025715" y="4434703"/>
              <a:ext cx="2035715" cy="307776"/>
            </a:xfrm>
            <a:custGeom>
              <a:avLst/>
              <a:gdLst>
                <a:gd name="connsiteX0" fmla="*/ 0 w 1782147"/>
                <a:gd name="connsiteY0" fmla="*/ 317830 h 319296"/>
                <a:gd name="connsiteX1" fmla="*/ 279919 w 1782147"/>
                <a:gd name="connsiteY1" fmla="*/ 271177 h 319296"/>
                <a:gd name="connsiteX2" fmla="*/ 382555 w 1782147"/>
                <a:gd name="connsiteY2" fmla="*/ 590 h 319296"/>
                <a:gd name="connsiteX3" fmla="*/ 569168 w 1782147"/>
                <a:gd name="connsiteY3" fmla="*/ 196533 h 319296"/>
                <a:gd name="connsiteX4" fmla="*/ 886408 w 1782147"/>
                <a:gd name="connsiteY4" fmla="*/ 121888 h 319296"/>
                <a:gd name="connsiteX5" fmla="*/ 1119674 w 1782147"/>
                <a:gd name="connsiteY5" fmla="*/ 261847 h 319296"/>
                <a:gd name="connsiteX6" fmla="*/ 1548882 w 1782147"/>
                <a:gd name="connsiteY6" fmla="*/ 299169 h 319296"/>
                <a:gd name="connsiteX7" fmla="*/ 1782147 w 1782147"/>
                <a:gd name="connsiteY7" fmla="*/ 271177 h 319296"/>
                <a:gd name="connsiteX0" fmla="*/ 0 w 1782147"/>
                <a:gd name="connsiteY0" fmla="*/ 317281 h 317411"/>
                <a:gd name="connsiteX1" fmla="*/ 242597 w 1782147"/>
                <a:gd name="connsiteY1" fmla="*/ 214645 h 317411"/>
                <a:gd name="connsiteX2" fmla="*/ 382555 w 1782147"/>
                <a:gd name="connsiteY2" fmla="*/ 41 h 317411"/>
                <a:gd name="connsiteX3" fmla="*/ 569168 w 1782147"/>
                <a:gd name="connsiteY3" fmla="*/ 195984 h 317411"/>
                <a:gd name="connsiteX4" fmla="*/ 886408 w 1782147"/>
                <a:gd name="connsiteY4" fmla="*/ 121339 h 317411"/>
                <a:gd name="connsiteX5" fmla="*/ 1119674 w 1782147"/>
                <a:gd name="connsiteY5" fmla="*/ 261298 h 317411"/>
                <a:gd name="connsiteX6" fmla="*/ 1548882 w 1782147"/>
                <a:gd name="connsiteY6" fmla="*/ 298620 h 317411"/>
                <a:gd name="connsiteX7" fmla="*/ 1782147 w 1782147"/>
                <a:gd name="connsiteY7" fmla="*/ 270628 h 317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82147" h="317411">
                  <a:moveTo>
                    <a:pt x="0" y="317281"/>
                  </a:moveTo>
                  <a:cubicBezTo>
                    <a:pt x="108080" y="320391"/>
                    <a:pt x="178838" y="267518"/>
                    <a:pt x="242597" y="214645"/>
                  </a:cubicBezTo>
                  <a:cubicBezTo>
                    <a:pt x="306356" y="161772"/>
                    <a:pt x="328127" y="3151"/>
                    <a:pt x="382555" y="41"/>
                  </a:cubicBezTo>
                  <a:cubicBezTo>
                    <a:pt x="436983" y="-3069"/>
                    <a:pt x="485193" y="175768"/>
                    <a:pt x="569168" y="195984"/>
                  </a:cubicBezTo>
                  <a:cubicBezTo>
                    <a:pt x="653143" y="216200"/>
                    <a:pt x="794657" y="110453"/>
                    <a:pt x="886408" y="121339"/>
                  </a:cubicBezTo>
                  <a:cubicBezTo>
                    <a:pt x="978159" y="132225"/>
                    <a:pt x="1009262" y="231751"/>
                    <a:pt x="1119674" y="261298"/>
                  </a:cubicBezTo>
                  <a:cubicBezTo>
                    <a:pt x="1230086" y="290845"/>
                    <a:pt x="1438470" y="297065"/>
                    <a:pt x="1548882" y="298620"/>
                  </a:cubicBezTo>
                  <a:cubicBezTo>
                    <a:pt x="1659294" y="300175"/>
                    <a:pt x="1720720" y="285401"/>
                    <a:pt x="1782147" y="270628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135" name="Conector recto de flecha 134">
              <a:extLst>
                <a:ext uri="{FF2B5EF4-FFF2-40B4-BE49-F238E27FC236}">
                  <a16:creationId xmlns:a16="http://schemas.microsoft.com/office/drawing/2014/main" id="{72F0B471-B816-DA63-5D20-137A0EBFC2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23963" y="4680774"/>
              <a:ext cx="3110" cy="424454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ector recto de flecha 137">
              <a:extLst>
                <a:ext uri="{FF2B5EF4-FFF2-40B4-BE49-F238E27FC236}">
                  <a16:creationId xmlns:a16="http://schemas.microsoft.com/office/drawing/2014/main" id="{CDDB326B-CC70-0286-962A-75B5035347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0834" y="4427900"/>
              <a:ext cx="0" cy="677328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ector recto de flecha 139">
              <a:extLst>
                <a:ext uri="{FF2B5EF4-FFF2-40B4-BE49-F238E27FC236}">
                  <a16:creationId xmlns:a16="http://schemas.microsoft.com/office/drawing/2014/main" id="{AEC172D8-8A99-55D6-AE25-F279461003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1185" y="4588591"/>
              <a:ext cx="0" cy="516637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ector recto de flecha 141">
              <a:extLst>
                <a:ext uri="{FF2B5EF4-FFF2-40B4-BE49-F238E27FC236}">
                  <a16:creationId xmlns:a16="http://schemas.microsoft.com/office/drawing/2014/main" id="{E9558890-1CAD-3DFA-2F1B-DEF4325051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3400" y="4588591"/>
              <a:ext cx="0" cy="516637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ector recto de flecha 143">
              <a:extLst>
                <a:ext uri="{FF2B5EF4-FFF2-40B4-BE49-F238E27FC236}">
                  <a16:creationId xmlns:a16="http://schemas.microsoft.com/office/drawing/2014/main" id="{3B010186-98B3-46D1-77C2-ADD361A99D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6228" y="4716633"/>
              <a:ext cx="0" cy="383586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6" name="CuadroTexto 145">
                  <a:extLst>
                    <a:ext uri="{FF2B5EF4-FFF2-40B4-BE49-F238E27FC236}">
                      <a16:creationId xmlns:a16="http://schemas.microsoft.com/office/drawing/2014/main" id="{C21BB904-4F9A-6AFE-A325-182DAF7756CF}"/>
                    </a:ext>
                  </a:extLst>
                </p:cNvPr>
                <p:cNvSpPr txBox="1"/>
                <p:nvPr/>
              </p:nvSpPr>
              <p:spPr>
                <a:xfrm>
                  <a:off x="1791278" y="4463633"/>
                  <a:ext cx="28711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46" name="CuadroTexto 145">
                  <a:extLst>
                    <a:ext uri="{FF2B5EF4-FFF2-40B4-BE49-F238E27FC236}">
                      <a16:creationId xmlns:a16="http://schemas.microsoft.com/office/drawing/2014/main" id="{C21BB904-4F9A-6AFE-A325-182DAF775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1278" y="4463633"/>
                  <a:ext cx="287111" cy="307777"/>
                </a:xfrm>
                <a:prstGeom prst="rect">
                  <a:avLst/>
                </a:prstGeom>
                <a:blipFill>
                  <a:blip r:embed="rId8"/>
                  <a:stretch>
                    <a:fillRect r="-208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7" name="CuadroTexto 146">
                  <a:extLst>
                    <a:ext uri="{FF2B5EF4-FFF2-40B4-BE49-F238E27FC236}">
                      <a16:creationId xmlns:a16="http://schemas.microsoft.com/office/drawing/2014/main" id="{A7EB2EAE-7A74-EC23-2D2B-3E3256CB3C1D}"/>
                    </a:ext>
                  </a:extLst>
                </p:cNvPr>
                <p:cNvSpPr txBox="1"/>
                <p:nvPr/>
              </p:nvSpPr>
              <p:spPr>
                <a:xfrm>
                  <a:off x="2255383" y="4113665"/>
                  <a:ext cx="28711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47" name="CuadroTexto 146">
                  <a:extLst>
                    <a:ext uri="{FF2B5EF4-FFF2-40B4-BE49-F238E27FC236}">
                      <a16:creationId xmlns:a16="http://schemas.microsoft.com/office/drawing/2014/main" id="{A7EB2EAE-7A74-EC23-2D2B-3E3256CB3C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383" y="4113665"/>
                  <a:ext cx="287111" cy="307777"/>
                </a:xfrm>
                <a:prstGeom prst="rect">
                  <a:avLst/>
                </a:prstGeom>
                <a:blipFill>
                  <a:blip r:embed="rId9"/>
                  <a:stretch>
                    <a:fillRect r="-2128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8" name="CuadroTexto 147">
                  <a:extLst>
                    <a:ext uri="{FF2B5EF4-FFF2-40B4-BE49-F238E27FC236}">
                      <a16:creationId xmlns:a16="http://schemas.microsoft.com/office/drawing/2014/main" id="{E812FD2E-25F1-A1B7-9DC0-E78CED90BE09}"/>
                    </a:ext>
                  </a:extLst>
                </p:cNvPr>
                <p:cNvSpPr txBox="1"/>
                <p:nvPr/>
              </p:nvSpPr>
              <p:spPr>
                <a:xfrm>
                  <a:off x="2593366" y="4291184"/>
                  <a:ext cx="28711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48" name="CuadroTexto 147">
                  <a:extLst>
                    <a:ext uri="{FF2B5EF4-FFF2-40B4-BE49-F238E27FC236}">
                      <a16:creationId xmlns:a16="http://schemas.microsoft.com/office/drawing/2014/main" id="{E812FD2E-25F1-A1B7-9DC0-E78CED90BE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3366" y="4291184"/>
                  <a:ext cx="287111" cy="307777"/>
                </a:xfrm>
                <a:prstGeom prst="rect">
                  <a:avLst/>
                </a:prstGeom>
                <a:blipFill>
                  <a:blip r:embed="rId10"/>
                  <a:stretch>
                    <a:fillRect r="-425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9" name="CuadroTexto 148">
                  <a:extLst>
                    <a:ext uri="{FF2B5EF4-FFF2-40B4-BE49-F238E27FC236}">
                      <a16:creationId xmlns:a16="http://schemas.microsoft.com/office/drawing/2014/main" id="{95D17089-327A-EAA7-5230-538D7491EA24}"/>
                    </a:ext>
                  </a:extLst>
                </p:cNvPr>
                <p:cNvSpPr txBox="1"/>
                <p:nvPr/>
              </p:nvSpPr>
              <p:spPr>
                <a:xfrm>
                  <a:off x="2969652" y="4280813"/>
                  <a:ext cx="28711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49" name="CuadroTexto 148">
                  <a:extLst>
                    <a:ext uri="{FF2B5EF4-FFF2-40B4-BE49-F238E27FC236}">
                      <a16:creationId xmlns:a16="http://schemas.microsoft.com/office/drawing/2014/main" id="{95D17089-327A-EAA7-5230-538D7491E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9652" y="4280813"/>
                  <a:ext cx="287111" cy="307777"/>
                </a:xfrm>
                <a:prstGeom prst="rect">
                  <a:avLst/>
                </a:prstGeom>
                <a:blipFill>
                  <a:blip r:embed="rId11"/>
                  <a:stretch>
                    <a:fillRect r="-425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0" name="CuadroTexto 149">
                  <a:extLst>
                    <a:ext uri="{FF2B5EF4-FFF2-40B4-BE49-F238E27FC236}">
                      <a16:creationId xmlns:a16="http://schemas.microsoft.com/office/drawing/2014/main" id="{0CE83434-38FA-AD40-EB8C-7444EE5B6EF5}"/>
                    </a:ext>
                  </a:extLst>
                </p:cNvPr>
                <p:cNvSpPr txBox="1"/>
                <p:nvPr/>
              </p:nvSpPr>
              <p:spPr>
                <a:xfrm>
                  <a:off x="3302673" y="4414900"/>
                  <a:ext cx="28711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50" name="CuadroTexto 149">
                  <a:extLst>
                    <a:ext uri="{FF2B5EF4-FFF2-40B4-BE49-F238E27FC236}">
                      <a16:creationId xmlns:a16="http://schemas.microsoft.com/office/drawing/2014/main" id="{0CE83434-38FA-AD40-EB8C-7444EE5B6E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2673" y="4414900"/>
                  <a:ext cx="287111" cy="307777"/>
                </a:xfrm>
                <a:prstGeom prst="rect">
                  <a:avLst/>
                </a:prstGeom>
                <a:blipFill>
                  <a:blip r:embed="rId12"/>
                  <a:stretch>
                    <a:fillRect r="-425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2" name="CuadroTexto 151">
                  <a:extLst>
                    <a:ext uri="{FF2B5EF4-FFF2-40B4-BE49-F238E27FC236}">
                      <a16:creationId xmlns:a16="http://schemas.microsoft.com/office/drawing/2014/main" id="{A09BC886-3777-F371-D2AD-F20B901AA81B}"/>
                    </a:ext>
                  </a:extLst>
                </p:cNvPr>
                <p:cNvSpPr txBox="1"/>
                <p:nvPr/>
              </p:nvSpPr>
              <p:spPr>
                <a:xfrm>
                  <a:off x="1980407" y="5117354"/>
                  <a:ext cx="28711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52" name="CuadroTexto 151">
                  <a:extLst>
                    <a:ext uri="{FF2B5EF4-FFF2-40B4-BE49-F238E27FC236}">
                      <a16:creationId xmlns:a16="http://schemas.microsoft.com/office/drawing/2014/main" id="{A09BC886-3777-F371-D2AD-F20B901AA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0407" y="5117354"/>
                  <a:ext cx="287111" cy="30777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3" name="CuadroTexto 152">
                  <a:extLst>
                    <a:ext uri="{FF2B5EF4-FFF2-40B4-BE49-F238E27FC236}">
                      <a16:creationId xmlns:a16="http://schemas.microsoft.com/office/drawing/2014/main" id="{3D818F23-297D-C323-8A6B-5849010473BA}"/>
                    </a:ext>
                  </a:extLst>
                </p:cNvPr>
                <p:cNvSpPr txBox="1"/>
                <p:nvPr/>
              </p:nvSpPr>
              <p:spPr>
                <a:xfrm>
                  <a:off x="2314280" y="5091003"/>
                  <a:ext cx="28711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53" name="CuadroTexto 152">
                  <a:extLst>
                    <a:ext uri="{FF2B5EF4-FFF2-40B4-BE49-F238E27FC236}">
                      <a16:creationId xmlns:a16="http://schemas.microsoft.com/office/drawing/2014/main" id="{3D818F23-297D-C323-8A6B-5849010473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4280" y="5091003"/>
                  <a:ext cx="287111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4" name="CuadroTexto 153">
                  <a:extLst>
                    <a:ext uri="{FF2B5EF4-FFF2-40B4-BE49-F238E27FC236}">
                      <a16:creationId xmlns:a16="http://schemas.microsoft.com/office/drawing/2014/main" id="{019D6C6C-02A5-8976-6C61-D906D94E721A}"/>
                    </a:ext>
                  </a:extLst>
                </p:cNvPr>
                <p:cNvSpPr txBox="1"/>
                <p:nvPr/>
              </p:nvSpPr>
              <p:spPr>
                <a:xfrm>
                  <a:off x="2969005" y="5091003"/>
                  <a:ext cx="28711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54" name="CuadroTexto 153">
                  <a:extLst>
                    <a:ext uri="{FF2B5EF4-FFF2-40B4-BE49-F238E27FC236}">
                      <a16:creationId xmlns:a16="http://schemas.microsoft.com/office/drawing/2014/main" id="{019D6C6C-02A5-8976-6C61-D906D94E72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9005" y="5091003"/>
                  <a:ext cx="287111" cy="30777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CuadroTexto 154">
                  <a:extLst>
                    <a:ext uri="{FF2B5EF4-FFF2-40B4-BE49-F238E27FC236}">
                      <a16:creationId xmlns:a16="http://schemas.microsoft.com/office/drawing/2014/main" id="{C325FEC5-3B8C-71B7-44D1-0B06B83EEE04}"/>
                    </a:ext>
                  </a:extLst>
                </p:cNvPr>
                <p:cNvSpPr txBox="1"/>
                <p:nvPr/>
              </p:nvSpPr>
              <p:spPr>
                <a:xfrm>
                  <a:off x="2641540" y="5095896"/>
                  <a:ext cx="28711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55" name="CuadroTexto 154">
                  <a:extLst>
                    <a:ext uri="{FF2B5EF4-FFF2-40B4-BE49-F238E27FC236}">
                      <a16:creationId xmlns:a16="http://schemas.microsoft.com/office/drawing/2014/main" id="{C325FEC5-3B8C-71B7-44D1-0B06B83EEE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1540" y="5095896"/>
                  <a:ext cx="287111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6" name="CuadroTexto 155">
                  <a:extLst>
                    <a:ext uri="{FF2B5EF4-FFF2-40B4-BE49-F238E27FC236}">
                      <a16:creationId xmlns:a16="http://schemas.microsoft.com/office/drawing/2014/main" id="{8CF462FC-7C9A-5942-5954-747EE3F5FA23}"/>
                    </a:ext>
                  </a:extLst>
                </p:cNvPr>
                <p:cNvSpPr txBox="1"/>
                <p:nvPr/>
              </p:nvSpPr>
              <p:spPr>
                <a:xfrm>
                  <a:off x="3302673" y="5095409"/>
                  <a:ext cx="28711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56" name="CuadroTexto 155">
                  <a:extLst>
                    <a:ext uri="{FF2B5EF4-FFF2-40B4-BE49-F238E27FC236}">
                      <a16:creationId xmlns:a16="http://schemas.microsoft.com/office/drawing/2014/main" id="{8CF462FC-7C9A-5942-5954-747EE3F5FA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2673" y="5095409"/>
                  <a:ext cx="287111" cy="30777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6" name="Grupo 245">
            <a:extLst>
              <a:ext uri="{FF2B5EF4-FFF2-40B4-BE49-F238E27FC236}">
                <a16:creationId xmlns:a16="http://schemas.microsoft.com/office/drawing/2014/main" id="{E985B4FE-8950-09E6-CFDF-A39B7990EB1E}"/>
              </a:ext>
            </a:extLst>
          </p:cNvPr>
          <p:cNvGrpSpPr/>
          <p:nvPr/>
        </p:nvGrpSpPr>
        <p:grpSpPr>
          <a:xfrm>
            <a:off x="483774" y="4455090"/>
            <a:ext cx="8751375" cy="1866179"/>
            <a:chOff x="483774" y="4455090"/>
            <a:chExt cx="8751375" cy="1866179"/>
          </a:xfrm>
        </p:grpSpPr>
        <p:sp>
          <p:nvSpPr>
            <p:cNvPr id="222" name="Rectángulo: esquinas redondeadas 221">
              <a:extLst>
                <a:ext uri="{FF2B5EF4-FFF2-40B4-BE49-F238E27FC236}">
                  <a16:creationId xmlns:a16="http://schemas.microsoft.com/office/drawing/2014/main" id="{C21813AE-6020-2512-7192-F4E7DF87DE52}"/>
                </a:ext>
              </a:extLst>
            </p:cNvPr>
            <p:cNvSpPr/>
            <p:nvPr/>
          </p:nvSpPr>
          <p:spPr>
            <a:xfrm>
              <a:off x="2476390" y="4455090"/>
              <a:ext cx="900001" cy="697847"/>
            </a:xfrm>
            <a:prstGeom prst="roundRect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A/D</a:t>
              </a:r>
              <a:endParaRPr lang="es-CL" sz="1600" dirty="0"/>
            </a:p>
          </p:txBody>
        </p:sp>
        <p:cxnSp>
          <p:nvCxnSpPr>
            <p:cNvPr id="223" name="Conector recto de flecha 222">
              <a:extLst>
                <a:ext uri="{FF2B5EF4-FFF2-40B4-BE49-F238E27FC236}">
                  <a16:creationId xmlns:a16="http://schemas.microsoft.com/office/drawing/2014/main" id="{49CE3F00-0E94-F3D7-8019-8A63E67BEF05}"/>
                </a:ext>
              </a:extLst>
            </p:cNvPr>
            <p:cNvCxnSpPr>
              <a:cxnSpLocks/>
              <a:stCxn id="222" idx="3"/>
              <a:endCxn id="232" idx="1"/>
            </p:cNvCxnSpPr>
            <p:nvPr/>
          </p:nvCxnSpPr>
          <p:spPr>
            <a:xfrm>
              <a:off x="3376391" y="4804014"/>
              <a:ext cx="837069" cy="121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ector recto de flecha 223">
              <a:extLst>
                <a:ext uri="{FF2B5EF4-FFF2-40B4-BE49-F238E27FC236}">
                  <a16:creationId xmlns:a16="http://schemas.microsoft.com/office/drawing/2014/main" id="{EF040F53-21BB-514F-2887-DDA06F20E760}"/>
                </a:ext>
              </a:extLst>
            </p:cNvPr>
            <p:cNvCxnSpPr>
              <a:cxnSpLocks/>
              <a:endCxn id="222" idx="1"/>
            </p:cNvCxnSpPr>
            <p:nvPr/>
          </p:nvCxnSpPr>
          <p:spPr>
            <a:xfrm>
              <a:off x="1567391" y="4804014"/>
              <a:ext cx="90899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5" name="CuadroTexto 224">
                  <a:extLst>
                    <a:ext uri="{FF2B5EF4-FFF2-40B4-BE49-F238E27FC236}">
                      <a16:creationId xmlns:a16="http://schemas.microsoft.com/office/drawing/2014/main" id="{378C0578-1006-6914-BDC2-39C76119B9B1}"/>
                    </a:ext>
                  </a:extLst>
                </p:cNvPr>
                <p:cNvSpPr txBox="1"/>
                <p:nvPr/>
              </p:nvSpPr>
              <p:spPr>
                <a:xfrm>
                  <a:off x="483774" y="4629717"/>
                  <a:ext cx="132226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US" sz="1400" b="0" dirty="0"/>
                </a:p>
                <a:p>
                  <a:pPr algn="ctr"/>
                  <a:r>
                    <a:rPr lang="es-CL" sz="1400" dirty="0">
                      <a:solidFill>
                        <a:schemeClr val="accent6"/>
                      </a:solidFill>
                    </a:rPr>
                    <a:t>Sensor análogo</a:t>
                  </a:r>
                </a:p>
              </p:txBody>
            </p:sp>
          </mc:Choice>
          <mc:Fallback>
            <p:sp>
              <p:nvSpPr>
                <p:cNvPr id="225" name="CuadroTexto 224">
                  <a:extLst>
                    <a:ext uri="{FF2B5EF4-FFF2-40B4-BE49-F238E27FC236}">
                      <a16:creationId xmlns:a16="http://schemas.microsoft.com/office/drawing/2014/main" id="{378C0578-1006-6914-BDC2-39C76119B9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74" y="4629717"/>
                  <a:ext cx="1322266" cy="523220"/>
                </a:xfrm>
                <a:prstGeom prst="rect">
                  <a:avLst/>
                </a:prstGeom>
                <a:blipFill>
                  <a:blip r:embed="rId18"/>
                  <a:stretch>
                    <a:fillRect b="-11628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6" name="CuadroTexto 225">
                  <a:extLst>
                    <a:ext uri="{FF2B5EF4-FFF2-40B4-BE49-F238E27FC236}">
                      <a16:creationId xmlns:a16="http://schemas.microsoft.com/office/drawing/2014/main" id="{EF0772DB-80A9-5C09-1F26-95AB7C268108}"/>
                    </a:ext>
                  </a:extLst>
                </p:cNvPr>
                <p:cNvSpPr txBox="1"/>
                <p:nvPr/>
              </p:nvSpPr>
              <p:spPr>
                <a:xfrm>
                  <a:off x="3513947" y="4460520"/>
                  <a:ext cx="58782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>
            <p:sp>
              <p:nvSpPr>
                <p:cNvPr id="226" name="CuadroTexto 225">
                  <a:extLst>
                    <a:ext uri="{FF2B5EF4-FFF2-40B4-BE49-F238E27FC236}">
                      <a16:creationId xmlns:a16="http://schemas.microsoft.com/office/drawing/2014/main" id="{EF0772DB-80A9-5C09-1F26-95AB7C2681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3947" y="4460520"/>
                  <a:ext cx="587829" cy="307777"/>
                </a:xfrm>
                <a:prstGeom prst="rect">
                  <a:avLst/>
                </a:prstGeom>
                <a:blipFill>
                  <a:blip r:embed="rId19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2" name="Rectángulo: esquinas redondeadas 231">
              <a:extLst>
                <a:ext uri="{FF2B5EF4-FFF2-40B4-BE49-F238E27FC236}">
                  <a16:creationId xmlns:a16="http://schemas.microsoft.com/office/drawing/2014/main" id="{5F651174-9F6C-390B-C193-FE1A50C3BB7F}"/>
                </a:ext>
              </a:extLst>
            </p:cNvPr>
            <p:cNvSpPr/>
            <p:nvPr/>
          </p:nvSpPr>
          <p:spPr>
            <a:xfrm>
              <a:off x="4213460" y="4457529"/>
              <a:ext cx="1093817" cy="695408"/>
            </a:xfrm>
            <a:prstGeom prst="roundRect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Computer</a:t>
              </a:r>
              <a:endParaRPr lang="es-CL" sz="1600" dirty="0"/>
            </a:p>
          </p:txBody>
        </p:sp>
        <p:cxnSp>
          <p:nvCxnSpPr>
            <p:cNvPr id="236" name="Conector recto de flecha 235">
              <a:extLst>
                <a:ext uri="{FF2B5EF4-FFF2-40B4-BE49-F238E27FC236}">
                  <a16:creationId xmlns:a16="http://schemas.microsoft.com/office/drawing/2014/main" id="{3A98330B-6325-2349-5294-1BCC792862A9}"/>
                </a:ext>
              </a:extLst>
            </p:cNvPr>
            <p:cNvCxnSpPr>
              <a:cxnSpLocks/>
              <a:stCxn id="232" idx="3"/>
              <a:endCxn id="238" idx="1"/>
            </p:cNvCxnSpPr>
            <p:nvPr/>
          </p:nvCxnSpPr>
          <p:spPr>
            <a:xfrm flipV="1">
              <a:off x="5307277" y="4805232"/>
              <a:ext cx="853874" cy="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7" name="CuadroTexto 236">
                  <a:extLst>
                    <a:ext uri="{FF2B5EF4-FFF2-40B4-BE49-F238E27FC236}">
                      <a16:creationId xmlns:a16="http://schemas.microsoft.com/office/drawing/2014/main" id="{0A861593-A146-ACE1-BCF5-FDB9D672E805}"/>
                    </a:ext>
                  </a:extLst>
                </p:cNvPr>
                <p:cNvSpPr txBox="1"/>
                <p:nvPr/>
              </p:nvSpPr>
              <p:spPr>
                <a:xfrm>
                  <a:off x="5461637" y="4460520"/>
                  <a:ext cx="58782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>
            <p:sp>
              <p:nvSpPr>
                <p:cNvPr id="237" name="CuadroTexto 236">
                  <a:extLst>
                    <a:ext uri="{FF2B5EF4-FFF2-40B4-BE49-F238E27FC236}">
                      <a16:creationId xmlns:a16="http://schemas.microsoft.com/office/drawing/2014/main" id="{0A861593-A146-ACE1-BCF5-FDB9D672E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1637" y="4460520"/>
                  <a:ext cx="587829" cy="307777"/>
                </a:xfrm>
                <a:prstGeom prst="rect">
                  <a:avLst/>
                </a:prstGeom>
                <a:blipFill>
                  <a:blip r:embed="rId20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8" name="Rectángulo: esquinas redondeadas 237">
              <a:extLst>
                <a:ext uri="{FF2B5EF4-FFF2-40B4-BE49-F238E27FC236}">
                  <a16:creationId xmlns:a16="http://schemas.microsoft.com/office/drawing/2014/main" id="{DBBEAD32-7A6B-78D4-DB7D-15F7048FC7A5}"/>
                </a:ext>
              </a:extLst>
            </p:cNvPr>
            <p:cNvSpPr/>
            <p:nvPr/>
          </p:nvSpPr>
          <p:spPr>
            <a:xfrm>
              <a:off x="6161151" y="4457529"/>
              <a:ext cx="900000" cy="695405"/>
            </a:xfrm>
            <a:prstGeom prst="roundRect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D/A</a:t>
              </a:r>
              <a:endParaRPr lang="es-CL" sz="1600" dirty="0"/>
            </a:p>
          </p:txBody>
        </p:sp>
        <p:cxnSp>
          <p:nvCxnSpPr>
            <p:cNvPr id="241" name="Conector recto de flecha 240">
              <a:extLst>
                <a:ext uri="{FF2B5EF4-FFF2-40B4-BE49-F238E27FC236}">
                  <a16:creationId xmlns:a16="http://schemas.microsoft.com/office/drawing/2014/main" id="{CA96CCF8-DED0-F0BF-EA75-4633BA1B61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1151" y="4796162"/>
              <a:ext cx="853874" cy="1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2" name="CuadroTexto 241">
                  <a:extLst>
                    <a:ext uri="{FF2B5EF4-FFF2-40B4-BE49-F238E27FC236}">
                      <a16:creationId xmlns:a16="http://schemas.microsoft.com/office/drawing/2014/main" id="{4A384AB9-D660-E085-650D-68C21FE9007C}"/>
                    </a:ext>
                  </a:extLst>
                </p:cNvPr>
                <p:cNvSpPr txBox="1"/>
                <p:nvPr/>
              </p:nvSpPr>
              <p:spPr>
                <a:xfrm>
                  <a:off x="7267509" y="4614408"/>
                  <a:ext cx="1967640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400" dirty="0"/>
                </a:p>
                <a:p>
                  <a:pPr algn="ctr"/>
                  <a:r>
                    <a:rPr lang="es-CL" sz="1400" dirty="0">
                      <a:solidFill>
                        <a:schemeClr val="accent6"/>
                      </a:solidFill>
                    </a:rPr>
                    <a:t>Actuador</a:t>
                  </a:r>
                </a:p>
                <a:p>
                  <a:pPr marL="285750" indent="-285750" algn="ctr">
                    <a:buFont typeface="Arial" panose="020B0604020202020204" pitchFamily="34" charset="0"/>
                    <a:buChar char="•"/>
                  </a:pPr>
                  <a:r>
                    <a:rPr lang="es-CL" sz="1400" dirty="0">
                      <a:solidFill>
                        <a:schemeClr val="accent6"/>
                      </a:solidFill>
                    </a:rPr>
                    <a:t>Voltaje</a:t>
                  </a:r>
                </a:p>
                <a:p>
                  <a:pPr marL="285750" indent="-285750" algn="ctr">
                    <a:buFont typeface="Arial" panose="020B0604020202020204" pitchFamily="34" charset="0"/>
                    <a:buChar char="•"/>
                  </a:pPr>
                  <a:r>
                    <a:rPr lang="es-CL" sz="1400" dirty="0">
                      <a:solidFill>
                        <a:schemeClr val="accent6"/>
                      </a:solidFill>
                    </a:rPr>
                    <a:t>Corriente</a:t>
                  </a:r>
                </a:p>
              </p:txBody>
            </p:sp>
          </mc:Choice>
          <mc:Fallback>
            <p:sp>
              <p:nvSpPr>
                <p:cNvPr id="242" name="CuadroTexto 241">
                  <a:extLst>
                    <a:ext uri="{FF2B5EF4-FFF2-40B4-BE49-F238E27FC236}">
                      <a16:creationId xmlns:a16="http://schemas.microsoft.com/office/drawing/2014/main" id="{4A384AB9-D660-E085-650D-68C21FE900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7509" y="4614408"/>
                  <a:ext cx="1967640" cy="954107"/>
                </a:xfrm>
                <a:prstGeom prst="rect">
                  <a:avLst/>
                </a:prstGeom>
                <a:blipFill>
                  <a:blip r:embed="rId21"/>
                  <a:stretch>
                    <a:fillRect b="-576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3" name="CuadroTexto 242">
              <a:extLst>
                <a:ext uri="{FF2B5EF4-FFF2-40B4-BE49-F238E27FC236}">
                  <a16:creationId xmlns:a16="http://schemas.microsoft.com/office/drawing/2014/main" id="{DCB3435C-5CFF-38E4-66F2-66750CAB0AA8}"/>
                </a:ext>
              </a:extLst>
            </p:cNvPr>
            <p:cNvSpPr txBox="1"/>
            <p:nvPr/>
          </p:nvSpPr>
          <p:spPr>
            <a:xfrm>
              <a:off x="1943030" y="5141131"/>
              <a:ext cx="19676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solidFill>
                    <a:schemeClr val="accent6"/>
                  </a:solidFill>
                </a:rPr>
                <a:t>Análogo</a:t>
              </a:r>
              <a:r>
                <a:rPr lang="en-US" sz="1400" dirty="0">
                  <a:solidFill>
                    <a:schemeClr val="accent6"/>
                  </a:solidFill>
                </a:rPr>
                <a:t>/Digital</a:t>
              </a:r>
              <a:endParaRPr lang="es-CL" sz="1400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4" name="CuadroTexto 243">
                  <a:extLst>
                    <a:ext uri="{FF2B5EF4-FFF2-40B4-BE49-F238E27FC236}">
                      <a16:creationId xmlns:a16="http://schemas.microsoft.com/office/drawing/2014/main" id="{F50A0BD4-C42C-B4B2-6BD5-B046308B4CF8}"/>
                    </a:ext>
                  </a:extLst>
                </p:cNvPr>
                <p:cNvSpPr txBox="1"/>
                <p:nvPr/>
              </p:nvSpPr>
              <p:spPr>
                <a:xfrm>
                  <a:off x="5658880" y="5143866"/>
                  <a:ext cx="196764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accent6"/>
                      </a:solidFill>
                    </a:rPr>
                    <a:t>Digital/</a:t>
                  </a:r>
                  <a:r>
                    <a:rPr lang="en-US" sz="1400" dirty="0" err="1">
                      <a:solidFill>
                        <a:schemeClr val="accent6"/>
                      </a:solidFill>
                    </a:rPr>
                    <a:t>Análogo</a:t>
                  </a:r>
                  <a:endParaRPr lang="en-US" sz="1400" dirty="0">
                    <a:solidFill>
                      <a:schemeClr val="accent6"/>
                    </a:solidFill>
                  </a:endParaRP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en-US" sz="1400" dirty="0" err="1">
                      <a:solidFill>
                        <a:srgbClr val="FF0000"/>
                      </a:solidFill>
                    </a:rPr>
                    <a:t>Interpolación</a:t>
                  </a:r>
                  <a:endParaRPr lang="es-CL" sz="1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44" name="CuadroTexto 243">
                  <a:extLst>
                    <a:ext uri="{FF2B5EF4-FFF2-40B4-BE49-F238E27FC236}">
                      <a16:creationId xmlns:a16="http://schemas.microsoft.com/office/drawing/2014/main" id="{F50A0BD4-C42C-B4B2-6BD5-B046308B4C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8880" y="5143866"/>
                  <a:ext cx="1967640" cy="523220"/>
                </a:xfrm>
                <a:prstGeom prst="rect">
                  <a:avLst/>
                </a:prstGeom>
                <a:blipFill>
                  <a:blip r:embed="rId22"/>
                  <a:stretch>
                    <a:fillRect t="-2326" b="-1046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5" name="CuadroTexto 244">
              <a:extLst>
                <a:ext uri="{FF2B5EF4-FFF2-40B4-BE49-F238E27FC236}">
                  <a16:creationId xmlns:a16="http://schemas.microsoft.com/office/drawing/2014/main" id="{266959E6-A06F-E6B2-0A3D-4E49FD2F849F}"/>
                </a:ext>
              </a:extLst>
            </p:cNvPr>
            <p:cNvSpPr txBox="1"/>
            <p:nvPr/>
          </p:nvSpPr>
          <p:spPr>
            <a:xfrm>
              <a:off x="3778569" y="5151718"/>
              <a:ext cx="196764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1400" dirty="0"/>
                <a:t>Filtering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1400" dirty="0"/>
                <a:t>Denoising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1400" dirty="0" err="1"/>
                <a:t>Predicciones</a:t>
              </a:r>
              <a:r>
                <a:rPr lang="en-US" sz="1400" dirty="0"/>
                <a:t> </a:t>
              </a:r>
              <a:r>
                <a:rPr lang="en-US" sz="1400" dirty="0" err="1"/>
                <a:t>lineales</a:t>
              </a:r>
              <a:endParaRPr lang="en-US" sz="1400" dirty="0"/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1400" dirty="0" err="1"/>
                <a:t>compresión</a:t>
              </a:r>
              <a:endParaRPr lang="es-CL" sz="1400" dirty="0"/>
            </a:p>
          </p:txBody>
        </p:sp>
      </p:grpSp>
      <p:grpSp>
        <p:nvGrpSpPr>
          <p:cNvPr id="260" name="Grupo 259">
            <a:extLst>
              <a:ext uri="{FF2B5EF4-FFF2-40B4-BE49-F238E27FC236}">
                <a16:creationId xmlns:a16="http://schemas.microsoft.com/office/drawing/2014/main" id="{20912634-DE62-50CC-0F70-220706747714}"/>
              </a:ext>
            </a:extLst>
          </p:cNvPr>
          <p:cNvGrpSpPr/>
          <p:nvPr/>
        </p:nvGrpSpPr>
        <p:grpSpPr>
          <a:xfrm>
            <a:off x="9514673" y="3673402"/>
            <a:ext cx="2244818" cy="1575693"/>
            <a:chOff x="9514673" y="3673402"/>
            <a:chExt cx="2244818" cy="1575693"/>
          </a:xfrm>
        </p:grpSpPr>
        <p:cxnSp>
          <p:nvCxnSpPr>
            <p:cNvPr id="248" name="Conector recto 247">
              <a:extLst>
                <a:ext uri="{FF2B5EF4-FFF2-40B4-BE49-F238E27FC236}">
                  <a16:creationId xmlns:a16="http://schemas.microsoft.com/office/drawing/2014/main" id="{401E7CCA-8C99-BDC0-E4CE-993CCFA030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74758" y="3752415"/>
              <a:ext cx="0" cy="1096681"/>
            </a:xfrm>
            <a:prstGeom prst="line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9" name="Conector recto 248">
              <a:extLst>
                <a:ext uri="{FF2B5EF4-FFF2-40B4-BE49-F238E27FC236}">
                  <a16:creationId xmlns:a16="http://schemas.microsoft.com/office/drawing/2014/main" id="{5B85C36C-801B-8011-85DB-696FDA82FA05}"/>
                </a:ext>
              </a:extLst>
            </p:cNvPr>
            <p:cNvCxnSpPr>
              <a:cxnSpLocks/>
            </p:cNvCxnSpPr>
            <p:nvPr/>
          </p:nvCxnSpPr>
          <p:spPr>
            <a:xfrm>
              <a:off x="9647051" y="4849096"/>
              <a:ext cx="1790775" cy="0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0" name="CuadroTexto 249">
                  <a:extLst>
                    <a:ext uri="{FF2B5EF4-FFF2-40B4-BE49-F238E27FC236}">
                      <a16:creationId xmlns:a16="http://schemas.microsoft.com/office/drawing/2014/main" id="{1C4D6A90-E8B5-A3AF-4BD0-E6EE92CDDB10}"/>
                    </a:ext>
                  </a:extLst>
                </p:cNvPr>
                <p:cNvSpPr txBox="1"/>
                <p:nvPr/>
              </p:nvSpPr>
              <p:spPr>
                <a:xfrm>
                  <a:off x="10009305" y="3673402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L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50" name="CuadroTexto 249">
                  <a:extLst>
                    <a:ext uri="{FF2B5EF4-FFF2-40B4-BE49-F238E27FC236}">
                      <a16:creationId xmlns:a16="http://schemas.microsoft.com/office/drawing/2014/main" id="{1C4D6A90-E8B5-A3AF-4BD0-E6EE92CDDB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9305" y="3673402"/>
                  <a:ext cx="480043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1" name="Conector recto 250">
              <a:extLst>
                <a:ext uri="{FF2B5EF4-FFF2-40B4-BE49-F238E27FC236}">
                  <a16:creationId xmlns:a16="http://schemas.microsoft.com/office/drawing/2014/main" id="{29A02118-5EF3-8A7F-3D25-2AC9AC77F35D}"/>
                </a:ext>
              </a:extLst>
            </p:cNvPr>
            <p:cNvCxnSpPr>
              <a:cxnSpLocks/>
            </p:cNvCxnSpPr>
            <p:nvPr/>
          </p:nvCxnSpPr>
          <p:spPr>
            <a:xfrm>
              <a:off x="10802406" y="4718467"/>
              <a:ext cx="0" cy="261257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2" name="Conector recto 251">
              <a:extLst>
                <a:ext uri="{FF2B5EF4-FFF2-40B4-BE49-F238E27FC236}">
                  <a16:creationId xmlns:a16="http://schemas.microsoft.com/office/drawing/2014/main" id="{DC9F2B51-16B7-D41B-1EE0-5EB108935D40}"/>
                </a:ext>
              </a:extLst>
            </p:cNvPr>
            <p:cNvCxnSpPr>
              <a:cxnSpLocks/>
            </p:cNvCxnSpPr>
            <p:nvPr/>
          </p:nvCxnSpPr>
          <p:spPr>
            <a:xfrm>
              <a:off x="10161703" y="4718467"/>
              <a:ext cx="0" cy="261257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3" name="Conector recto 252">
              <a:extLst>
                <a:ext uri="{FF2B5EF4-FFF2-40B4-BE49-F238E27FC236}">
                  <a16:creationId xmlns:a16="http://schemas.microsoft.com/office/drawing/2014/main" id="{35CBC989-F051-665F-C7BD-DD35EB40879F}"/>
                </a:ext>
              </a:extLst>
            </p:cNvPr>
            <p:cNvCxnSpPr>
              <a:cxnSpLocks/>
            </p:cNvCxnSpPr>
            <p:nvPr/>
          </p:nvCxnSpPr>
          <p:spPr>
            <a:xfrm>
              <a:off x="9810250" y="4718467"/>
              <a:ext cx="0" cy="261257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4" name="CuadroTexto 253">
                  <a:extLst>
                    <a:ext uri="{FF2B5EF4-FFF2-40B4-BE49-F238E27FC236}">
                      <a16:creationId xmlns:a16="http://schemas.microsoft.com/office/drawing/2014/main" id="{FD10E7A3-C68A-1D94-2E73-004271C1B6D6}"/>
                    </a:ext>
                  </a:extLst>
                </p:cNvPr>
                <p:cNvSpPr txBox="1"/>
                <p:nvPr/>
              </p:nvSpPr>
              <p:spPr>
                <a:xfrm>
                  <a:off x="9921681" y="4925687"/>
                  <a:ext cx="48004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es-CL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4" name="CuadroTexto 253">
                  <a:extLst>
                    <a:ext uri="{FF2B5EF4-FFF2-40B4-BE49-F238E27FC236}">
                      <a16:creationId xmlns:a16="http://schemas.microsoft.com/office/drawing/2014/main" id="{FD10E7A3-C68A-1D94-2E73-004271C1B6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21681" y="4925687"/>
                  <a:ext cx="480043" cy="30777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5" name="CuadroTexto 254">
                  <a:extLst>
                    <a:ext uri="{FF2B5EF4-FFF2-40B4-BE49-F238E27FC236}">
                      <a16:creationId xmlns:a16="http://schemas.microsoft.com/office/drawing/2014/main" id="{5F49EC48-B5C9-DC4E-E8DA-BE2A81531BB4}"/>
                    </a:ext>
                  </a:extLst>
                </p:cNvPr>
                <p:cNvSpPr txBox="1"/>
                <p:nvPr/>
              </p:nvSpPr>
              <p:spPr>
                <a:xfrm>
                  <a:off x="10562384" y="4925687"/>
                  <a:ext cx="48004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L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5" name="CuadroTexto 254">
                  <a:extLst>
                    <a:ext uri="{FF2B5EF4-FFF2-40B4-BE49-F238E27FC236}">
                      <a16:creationId xmlns:a16="http://schemas.microsoft.com/office/drawing/2014/main" id="{5F49EC48-B5C9-DC4E-E8DA-BE2A81531B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62384" y="4925687"/>
                  <a:ext cx="480043" cy="30777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6" name="CuadroTexto 255">
                  <a:extLst>
                    <a:ext uri="{FF2B5EF4-FFF2-40B4-BE49-F238E27FC236}">
                      <a16:creationId xmlns:a16="http://schemas.microsoft.com/office/drawing/2014/main" id="{BF40B77B-2A21-71C7-0F9B-AA46A9BC4FC3}"/>
                    </a:ext>
                  </a:extLst>
                </p:cNvPr>
                <p:cNvSpPr txBox="1"/>
                <p:nvPr/>
              </p:nvSpPr>
              <p:spPr>
                <a:xfrm>
                  <a:off x="10249327" y="4941318"/>
                  <a:ext cx="48004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L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6" name="CuadroTexto 255">
                  <a:extLst>
                    <a:ext uri="{FF2B5EF4-FFF2-40B4-BE49-F238E27FC236}">
                      <a16:creationId xmlns:a16="http://schemas.microsoft.com/office/drawing/2014/main" id="{BF40B77B-2A21-71C7-0F9B-AA46A9BC4F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9327" y="4941318"/>
                  <a:ext cx="480043" cy="30777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7" name="Conector recto 256">
              <a:extLst>
                <a:ext uri="{FF2B5EF4-FFF2-40B4-BE49-F238E27FC236}">
                  <a16:creationId xmlns:a16="http://schemas.microsoft.com/office/drawing/2014/main" id="{C1F21E65-0BA4-F22E-4586-F23F5CD732BA}"/>
                </a:ext>
              </a:extLst>
            </p:cNvPr>
            <p:cNvCxnSpPr>
              <a:cxnSpLocks/>
            </p:cNvCxnSpPr>
            <p:nvPr/>
          </p:nvCxnSpPr>
          <p:spPr>
            <a:xfrm>
              <a:off x="10474758" y="4718467"/>
              <a:ext cx="0" cy="261257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8" name="CuadroTexto 257">
                  <a:extLst>
                    <a:ext uri="{FF2B5EF4-FFF2-40B4-BE49-F238E27FC236}">
                      <a16:creationId xmlns:a16="http://schemas.microsoft.com/office/drawing/2014/main" id="{B28B88CD-547A-4CFB-D5DB-88995C47654C}"/>
                    </a:ext>
                  </a:extLst>
                </p:cNvPr>
                <p:cNvSpPr txBox="1"/>
                <p:nvPr/>
              </p:nvSpPr>
              <p:spPr>
                <a:xfrm>
                  <a:off x="9514673" y="4922656"/>
                  <a:ext cx="48004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oMath>
                    </m:oMathPara>
                  </a14:m>
                  <a:endParaRPr lang="es-CL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8" name="CuadroTexto 257">
                  <a:extLst>
                    <a:ext uri="{FF2B5EF4-FFF2-40B4-BE49-F238E27FC236}">
                      <a16:creationId xmlns:a16="http://schemas.microsoft.com/office/drawing/2014/main" id="{B28B88CD-547A-4CFB-D5DB-88995C4765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4673" y="4922656"/>
                  <a:ext cx="480043" cy="30777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9" name="CuadroTexto 258">
                  <a:extLst>
                    <a:ext uri="{FF2B5EF4-FFF2-40B4-BE49-F238E27FC236}">
                      <a16:creationId xmlns:a16="http://schemas.microsoft.com/office/drawing/2014/main" id="{49B0E77C-179E-9942-AD2C-69F4804F5AF9}"/>
                    </a:ext>
                  </a:extLst>
                </p:cNvPr>
                <p:cNvSpPr txBox="1"/>
                <p:nvPr/>
              </p:nvSpPr>
              <p:spPr>
                <a:xfrm>
                  <a:off x="11279448" y="4553324"/>
                  <a:ext cx="4800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9" name="CuadroTexto 258">
                  <a:extLst>
                    <a:ext uri="{FF2B5EF4-FFF2-40B4-BE49-F238E27FC236}">
                      <a16:creationId xmlns:a16="http://schemas.microsoft.com/office/drawing/2014/main" id="{49B0E77C-179E-9942-AD2C-69F4804F5A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9448" y="4553324"/>
                  <a:ext cx="480043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3" name="Grupo 282">
            <a:extLst>
              <a:ext uri="{FF2B5EF4-FFF2-40B4-BE49-F238E27FC236}">
                <a16:creationId xmlns:a16="http://schemas.microsoft.com/office/drawing/2014/main" id="{D771DC6C-FFFE-0A16-A816-B88C0687F552}"/>
              </a:ext>
            </a:extLst>
          </p:cNvPr>
          <p:cNvGrpSpPr/>
          <p:nvPr/>
        </p:nvGrpSpPr>
        <p:grpSpPr>
          <a:xfrm>
            <a:off x="3146728" y="3094315"/>
            <a:ext cx="4162261" cy="697847"/>
            <a:chOff x="3146728" y="3094315"/>
            <a:chExt cx="4162261" cy="697847"/>
          </a:xfrm>
        </p:grpSpPr>
        <p:sp>
          <p:nvSpPr>
            <p:cNvPr id="261" name="Rectángulo: esquinas redondeadas 260">
              <a:extLst>
                <a:ext uri="{FF2B5EF4-FFF2-40B4-BE49-F238E27FC236}">
                  <a16:creationId xmlns:a16="http://schemas.microsoft.com/office/drawing/2014/main" id="{1A5DC79B-84DC-C367-6AFF-B2798096360D}"/>
                </a:ext>
              </a:extLst>
            </p:cNvPr>
            <p:cNvSpPr/>
            <p:nvPr/>
          </p:nvSpPr>
          <p:spPr>
            <a:xfrm>
              <a:off x="4973423" y="3094315"/>
              <a:ext cx="900001" cy="697847"/>
            </a:xfrm>
            <a:prstGeom prst="roundRect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A/D</a:t>
              </a:r>
            </a:p>
            <a:p>
              <a:pPr algn="ctr"/>
              <a:endParaRPr lang="en-US" sz="1600" dirty="0"/>
            </a:p>
            <a:p>
              <a:pPr algn="ctr"/>
              <a:endParaRPr lang="en-US" sz="1600" dirty="0"/>
            </a:p>
            <a:p>
              <a:pPr algn="ctr"/>
              <a:endParaRPr lang="en-US" sz="1600" dirty="0"/>
            </a:p>
            <a:p>
              <a:pPr algn="ctr"/>
              <a:endParaRPr lang="es-CL" sz="1600" dirty="0"/>
            </a:p>
          </p:txBody>
        </p:sp>
        <p:cxnSp>
          <p:nvCxnSpPr>
            <p:cNvPr id="262" name="Conector recto de flecha 261">
              <a:extLst>
                <a:ext uri="{FF2B5EF4-FFF2-40B4-BE49-F238E27FC236}">
                  <a16:creationId xmlns:a16="http://schemas.microsoft.com/office/drawing/2014/main" id="{5D47AAAF-4F3F-FC0B-C0C8-C5E94D8F2DFD}"/>
                </a:ext>
              </a:extLst>
            </p:cNvPr>
            <p:cNvCxnSpPr>
              <a:cxnSpLocks/>
              <a:stCxn id="261" idx="3"/>
            </p:cNvCxnSpPr>
            <p:nvPr/>
          </p:nvCxnSpPr>
          <p:spPr>
            <a:xfrm>
              <a:off x="5873424" y="3443239"/>
              <a:ext cx="837069" cy="121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ector recto de flecha 262">
              <a:extLst>
                <a:ext uri="{FF2B5EF4-FFF2-40B4-BE49-F238E27FC236}">
                  <a16:creationId xmlns:a16="http://schemas.microsoft.com/office/drawing/2014/main" id="{33363AAD-B287-8874-C1B2-DFD7E2A4175A}"/>
                </a:ext>
              </a:extLst>
            </p:cNvPr>
            <p:cNvCxnSpPr>
              <a:cxnSpLocks/>
              <a:endCxn id="261" idx="1"/>
            </p:cNvCxnSpPr>
            <p:nvPr/>
          </p:nvCxnSpPr>
          <p:spPr>
            <a:xfrm>
              <a:off x="4064424" y="3443239"/>
              <a:ext cx="90899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4" name="CuadroTexto 263">
                  <a:extLst>
                    <a:ext uri="{FF2B5EF4-FFF2-40B4-BE49-F238E27FC236}">
                      <a16:creationId xmlns:a16="http://schemas.microsoft.com/office/drawing/2014/main" id="{E8E828BE-752E-3BDD-D795-91BA7D04C89F}"/>
                    </a:ext>
                  </a:extLst>
                </p:cNvPr>
                <p:cNvSpPr txBox="1"/>
                <p:nvPr/>
              </p:nvSpPr>
              <p:spPr>
                <a:xfrm>
                  <a:off x="3146728" y="3268941"/>
                  <a:ext cx="132226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US" sz="1400" b="0" dirty="0"/>
                </a:p>
              </p:txBody>
            </p:sp>
          </mc:Choice>
          <mc:Fallback>
            <p:sp>
              <p:nvSpPr>
                <p:cNvPr id="264" name="CuadroTexto 263">
                  <a:extLst>
                    <a:ext uri="{FF2B5EF4-FFF2-40B4-BE49-F238E27FC236}">
                      <a16:creationId xmlns:a16="http://schemas.microsoft.com/office/drawing/2014/main" id="{E8E828BE-752E-3BDD-D795-91BA7D04C8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6728" y="3268941"/>
                  <a:ext cx="1322266" cy="30777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5" name="CuadroTexto 264">
                  <a:extLst>
                    <a:ext uri="{FF2B5EF4-FFF2-40B4-BE49-F238E27FC236}">
                      <a16:creationId xmlns:a16="http://schemas.microsoft.com/office/drawing/2014/main" id="{1BC845E5-21D2-52E1-C339-D6965B761519}"/>
                    </a:ext>
                  </a:extLst>
                </p:cNvPr>
                <p:cNvSpPr txBox="1"/>
                <p:nvPr/>
              </p:nvSpPr>
              <p:spPr>
                <a:xfrm>
                  <a:off x="6721160" y="3268941"/>
                  <a:ext cx="58782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s-CL" sz="1400" dirty="0"/>
                </a:p>
              </p:txBody>
            </p:sp>
          </mc:Choice>
          <mc:Fallback>
            <p:sp>
              <p:nvSpPr>
                <p:cNvPr id="265" name="CuadroTexto 264">
                  <a:extLst>
                    <a:ext uri="{FF2B5EF4-FFF2-40B4-BE49-F238E27FC236}">
                      <a16:creationId xmlns:a16="http://schemas.microsoft.com/office/drawing/2014/main" id="{1BC845E5-21D2-52E1-C339-D6965B7615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1160" y="3268941"/>
                  <a:ext cx="587829" cy="307777"/>
                </a:xfrm>
                <a:prstGeom prst="rect">
                  <a:avLst/>
                </a:prstGeom>
                <a:blipFill>
                  <a:blip r:embed="rId30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7" name="Conector recto 266">
              <a:extLst>
                <a:ext uri="{FF2B5EF4-FFF2-40B4-BE49-F238E27FC236}">
                  <a16:creationId xmlns:a16="http://schemas.microsoft.com/office/drawing/2014/main" id="{B424CF80-8DBE-BE4D-8F48-C27F4C473B4D}"/>
                </a:ext>
              </a:extLst>
            </p:cNvPr>
            <p:cNvCxnSpPr>
              <a:stCxn id="261" idx="1"/>
            </p:cNvCxnSpPr>
            <p:nvPr/>
          </p:nvCxnSpPr>
          <p:spPr>
            <a:xfrm flipV="1">
              <a:off x="4973423" y="3443238"/>
              <a:ext cx="333854" cy="1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8" name="Conector recto 267">
              <a:extLst>
                <a:ext uri="{FF2B5EF4-FFF2-40B4-BE49-F238E27FC236}">
                  <a16:creationId xmlns:a16="http://schemas.microsoft.com/office/drawing/2014/main" id="{A3EAA0E1-0565-EA5A-CFBC-B856A181C89B}"/>
                </a:ext>
              </a:extLst>
            </p:cNvPr>
            <p:cNvCxnSpPr/>
            <p:nvPr/>
          </p:nvCxnSpPr>
          <p:spPr>
            <a:xfrm flipV="1">
              <a:off x="5550237" y="3444458"/>
              <a:ext cx="333854" cy="1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9" name="Conector recto 268">
              <a:extLst>
                <a:ext uri="{FF2B5EF4-FFF2-40B4-BE49-F238E27FC236}">
                  <a16:creationId xmlns:a16="http://schemas.microsoft.com/office/drawing/2014/main" id="{7FEAA6BF-FE4C-A95B-47EC-7825B54F5E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4710" y="3289197"/>
              <a:ext cx="166927" cy="155658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1" name="CuadroTexto 270">
              <a:extLst>
                <a:ext uri="{FF2B5EF4-FFF2-40B4-BE49-F238E27FC236}">
                  <a16:creationId xmlns:a16="http://schemas.microsoft.com/office/drawing/2014/main" id="{0FC290AE-C835-E944-0D0A-44A1ABE9C521}"/>
                </a:ext>
              </a:extLst>
            </p:cNvPr>
            <p:cNvSpPr txBox="1"/>
            <p:nvPr/>
          </p:nvSpPr>
          <p:spPr>
            <a:xfrm>
              <a:off x="5152017" y="3130015"/>
              <a:ext cx="3787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T</a:t>
              </a:r>
              <a:endParaRPr lang="es-CL" sz="1400" dirty="0"/>
            </a:p>
          </p:txBody>
        </p:sp>
        <p:sp>
          <p:nvSpPr>
            <p:cNvPr id="273" name="Arco 272">
              <a:extLst>
                <a:ext uri="{FF2B5EF4-FFF2-40B4-BE49-F238E27FC236}">
                  <a16:creationId xmlns:a16="http://schemas.microsoft.com/office/drawing/2014/main" id="{862D30EB-FEC9-5316-2E42-E7337AA7A2EC}"/>
                </a:ext>
              </a:extLst>
            </p:cNvPr>
            <p:cNvSpPr/>
            <p:nvPr/>
          </p:nvSpPr>
          <p:spPr>
            <a:xfrm>
              <a:off x="5274315" y="3324007"/>
              <a:ext cx="203537" cy="252711"/>
            </a:xfrm>
            <a:prstGeom prst="arc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275" name="Conector recto 274">
              <a:extLst>
                <a:ext uri="{FF2B5EF4-FFF2-40B4-BE49-F238E27FC236}">
                  <a16:creationId xmlns:a16="http://schemas.microsoft.com/office/drawing/2014/main" id="{731F64EF-F964-E55B-C0D8-3FE952230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65704" y="3314554"/>
              <a:ext cx="55940" cy="917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7" name="Conector recto 276">
              <a:extLst>
                <a:ext uri="{FF2B5EF4-FFF2-40B4-BE49-F238E27FC236}">
                  <a16:creationId xmlns:a16="http://schemas.microsoft.com/office/drawing/2014/main" id="{29369ABA-B936-16CE-0E2F-64331922031F}"/>
                </a:ext>
              </a:extLst>
            </p:cNvPr>
            <p:cNvCxnSpPr>
              <a:cxnSpLocks/>
            </p:cNvCxnSpPr>
            <p:nvPr/>
          </p:nvCxnSpPr>
          <p:spPr>
            <a:xfrm>
              <a:off x="5372817" y="3321617"/>
              <a:ext cx="48827" cy="3691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36906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o 44">
            <a:extLst>
              <a:ext uri="{FF2B5EF4-FFF2-40B4-BE49-F238E27FC236}">
                <a16:creationId xmlns:a16="http://schemas.microsoft.com/office/drawing/2014/main" id="{9CA2EEAA-7C80-4989-A5DF-2C81798574A6}"/>
              </a:ext>
            </a:extLst>
          </p:cNvPr>
          <p:cNvGrpSpPr/>
          <p:nvPr/>
        </p:nvGrpSpPr>
        <p:grpSpPr>
          <a:xfrm>
            <a:off x="1350503" y="331784"/>
            <a:ext cx="5785011" cy="4033490"/>
            <a:chOff x="1350503" y="331784"/>
            <a:chExt cx="5785011" cy="4033490"/>
          </a:xfrm>
        </p:grpSpPr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54FB9740-BE3B-61E2-C65F-3EC4F3C86BD6}"/>
                </a:ext>
              </a:extLst>
            </p:cNvPr>
            <p:cNvSpPr txBox="1"/>
            <p:nvPr/>
          </p:nvSpPr>
          <p:spPr>
            <a:xfrm>
              <a:off x="3555794" y="701116"/>
              <a:ext cx="132229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66FF"/>
                  </a:solidFill>
                </a:rPr>
                <a:t>FT</a:t>
              </a:r>
            </a:p>
            <a:p>
              <a:pPr algn="ctr"/>
              <a:r>
                <a:rPr lang="es-CL" sz="1400" dirty="0">
                  <a:solidFill>
                    <a:srgbClr val="FF66FF"/>
                  </a:solidFill>
                </a:rPr>
                <a:t>Fourier </a:t>
              </a:r>
              <a:r>
                <a:rPr lang="es-CL" sz="1400" dirty="0" err="1">
                  <a:solidFill>
                    <a:srgbClr val="FF66FF"/>
                  </a:solidFill>
                </a:rPr>
                <a:t>Transform</a:t>
              </a:r>
              <a:endParaRPr lang="en-US" sz="1400" dirty="0">
                <a:solidFill>
                  <a:srgbClr val="FF66FF"/>
                </a:solidFill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4B5203CF-9FEC-1C91-274C-BCA268F883AE}"/>
                </a:ext>
              </a:extLst>
            </p:cNvPr>
            <p:cNvCxnSpPr>
              <a:cxnSpLocks/>
            </p:cNvCxnSpPr>
            <p:nvPr/>
          </p:nvCxnSpPr>
          <p:spPr>
            <a:xfrm>
              <a:off x="3611391" y="1000267"/>
              <a:ext cx="1192978" cy="0"/>
            </a:xfrm>
            <a:prstGeom prst="straightConnector1">
              <a:avLst/>
            </a:prstGeom>
            <a:ln w="28575">
              <a:solidFill>
                <a:srgbClr val="FF66FF"/>
              </a:solidFill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BF4BFA78-5260-E669-6AD2-DDFA0708A105}"/>
                    </a:ext>
                  </a:extLst>
                </p:cNvPr>
                <p:cNvSpPr txBox="1"/>
                <p:nvPr/>
              </p:nvSpPr>
              <p:spPr>
                <a:xfrm>
                  <a:off x="2400633" y="780074"/>
                  <a:ext cx="132229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600" dirty="0"/>
                </a:p>
              </p:txBody>
            </p:sp>
          </mc:Choice>
          <mc:Fallback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BF4BFA78-5260-E669-6AD2-DDFA0708A1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0633" y="780074"/>
                  <a:ext cx="1322299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28B313A9-8540-7412-2092-D4E085C352F8}"/>
                </a:ext>
              </a:extLst>
            </p:cNvPr>
            <p:cNvCxnSpPr>
              <a:cxnSpLocks/>
            </p:cNvCxnSpPr>
            <p:nvPr/>
          </p:nvCxnSpPr>
          <p:spPr>
            <a:xfrm>
              <a:off x="3061782" y="1113360"/>
              <a:ext cx="0" cy="1102286"/>
            </a:xfrm>
            <a:prstGeom prst="straightConnector1">
              <a:avLst/>
            </a:prstGeom>
            <a:ln w="28575">
              <a:solidFill>
                <a:schemeClr val="accent6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46CAC63C-D836-9813-B628-920D10585D64}"/>
                </a:ext>
              </a:extLst>
            </p:cNvPr>
            <p:cNvCxnSpPr>
              <a:cxnSpLocks/>
            </p:cNvCxnSpPr>
            <p:nvPr/>
          </p:nvCxnSpPr>
          <p:spPr>
            <a:xfrm>
              <a:off x="5319967" y="1113360"/>
              <a:ext cx="0" cy="1102286"/>
            </a:xfrm>
            <a:prstGeom prst="straightConnector1">
              <a:avLst/>
            </a:prstGeom>
            <a:ln w="28575">
              <a:solidFill>
                <a:schemeClr val="accent5"/>
              </a:solidFill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EB7EB254-5D8C-8BE7-8595-9E32A5421A4F}"/>
                </a:ext>
              </a:extLst>
            </p:cNvPr>
            <p:cNvCxnSpPr>
              <a:cxnSpLocks/>
            </p:cNvCxnSpPr>
            <p:nvPr/>
          </p:nvCxnSpPr>
          <p:spPr>
            <a:xfrm>
              <a:off x="3061783" y="2644298"/>
              <a:ext cx="0" cy="1010868"/>
            </a:xfrm>
            <a:prstGeom prst="straightConnector1">
              <a:avLst/>
            </a:prstGeom>
            <a:ln w="28575">
              <a:solidFill>
                <a:schemeClr val="accent6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9B7FA8BC-30FF-7A8E-DB3C-60F721EE2215}"/>
                </a:ext>
              </a:extLst>
            </p:cNvPr>
            <p:cNvCxnSpPr>
              <a:cxnSpLocks/>
            </p:cNvCxnSpPr>
            <p:nvPr/>
          </p:nvCxnSpPr>
          <p:spPr>
            <a:xfrm>
              <a:off x="5319208" y="2628248"/>
              <a:ext cx="0" cy="994818"/>
            </a:xfrm>
            <a:prstGeom prst="straightConnector1">
              <a:avLst/>
            </a:prstGeom>
            <a:ln w="28575">
              <a:solidFill>
                <a:schemeClr val="accent5"/>
              </a:solidFill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E3C4E324-75D9-F009-1A60-CB8504E65D3A}"/>
                </a:ext>
              </a:extLst>
            </p:cNvPr>
            <p:cNvSpPr txBox="1"/>
            <p:nvPr/>
          </p:nvSpPr>
          <p:spPr>
            <a:xfrm>
              <a:off x="2168229" y="336173"/>
              <a:ext cx="17906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0" dirty="0" err="1"/>
                <a:t>Tiempo</a:t>
              </a:r>
              <a:endParaRPr lang="en-US" b="0" dirty="0"/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E676EA7A-C203-7B7C-50EF-1A86EC97D452}"/>
                </a:ext>
              </a:extLst>
            </p:cNvPr>
            <p:cNvSpPr txBox="1"/>
            <p:nvPr/>
          </p:nvSpPr>
          <p:spPr>
            <a:xfrm>
              <a:off x="4423860" y="331784"/>
              <a:ext cx="17906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0" dirty="0" err="1"/>
                <a:t>Frecuencia</a:t>
              </a:r>
              <a:endParaRPr lang="en-US" b="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2930A88B-19EF-74BF-C397-60151D56834B}"/>
                    </a:ext>
                  </a:extLst>
                </p:cNvPr>
                <p:cNvSpPr txBox="1"/>
                <p:nvPr/>
              </p:nvSpPr>
              <p:spPr>
                <a:xfrm>
                  <a:off x="4710951" y="774806"/>
                  <a:ext cx="132229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𝛺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600" dirty="0"/>
                </a:p>
              </p:txBody>
            </p:sp>
          </mc:Choice>
          <mc:Fallback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2930A88B-19EF-74BF-C397-60151D5683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0951" y="774806"/>
                  <a:ext cx="1322299" cy="338554"/>
                </a:xfrm>
                <a:prstGeom prst="rect">
                  <a:avLst/>
                </a:prstGeom>
                <a:blipFill>
                  <a:blip r:embed="rId3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61D401EB-87A9-BFBE-7D2A-C37955E3E9B9}"/>
                    </a:ext>
                  </a:extLst>
                </p:cNvPr>
                <p:cNvSpPr txBox="1"/>
                <p:nvPr/>
              </p:nvSpPr>
              <p:spPr>
                <a:xfrm>
                  <a:off x="2400633" y="2266540"/>
                  <a:ext cx="132229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s-CL" sz="1600" dirty="0"/>
                </a:p>
              </p:txBody>
            </p:sp>
          </mc:Choice>
          <mc:Fallback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61D401EB-87A9-BFBE-7D2A-C37955E3E9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0633" y="2266540"/>
                  <a:ext cx="1322299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571226D5-395C-B1E3-D3D6-52652CD90217}"/>
                    </a:ext>
                  </a:extLst>
                </p:cNvPr>
                <p:cNvSpPr txBox="1"/>
                <p:nvPr/>
              </p:nvSpPr>
              <p:spPr>
                <a:xfrm>
                  <a:off x="4710951" y="2261272"/>
                  <a:ext cx="132229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𝛺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600" dirty="0"/>
                </a:p>
              </p:txBody>
            </p:sp>
          </mc:Choice>
          <mc:Fallback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571226D5-395C-B1E3-D3D6-52652CD90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0951" y="2261272"/>
                  <a:ext cx="1322299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1A984DE0-090D-8A67-7A80-8F6FF52B8121}"/>
                    </a:ext>
                  </a:extLst>
                </p:cNvPr>
                <p:cNvSpPr txBox="1"/>
                <p:nvPr/>
              </p:nvSpPr>
              <p:spPr>
                <a:xfrm>
                  <a:off x="2400633" y="3699638"/>
                  <a:ext cx="132229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s-CL" sz="1600" dirty="0"/>
                </a:p>
              </p:txBody>
            </p:sp>
          </mc:Choice>
          <mc:Fallback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1A984DE0-090D-8A67-7A80-8F6FF52B8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0633" y="3699638"/>
                  <a:ext cx="1322299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CA0C9723-157E-43AC-D05E-3CBE9CD0366C}"/>
                    </a:ext>
                  </a:extLst>
                </p:cNvPr>
                <p:cNvSpPr txBox="1"/>
                <p:nvPr/>
              </p:nvSpPr>
              <p:spPr>
                <a:xfrm>
                  <a:off x="4710951" y="3694370"/>
                  <a:ext cx="132229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s-CL" sz="1600" dirty="0"/>
                </a:p>
              </p:txBody>
            </p:sp>
          </mc:Choice>
          <mc:Fallback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CA0C9723-157E-43AC-D05E-3CBE9CD036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0951" y="3694370"/>
                  <a:ext cx="1322299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A2A771A7-569A-71CE-A92D-DA52BD02DFE3}"/>
                </a:ext>
              </a:extLst>
            </p:cNvPr>
            <p:cNvSpPr txBox="1"/>
            <p:nvPr/>
          </p:nvSpPr>
          <p:spPr>
            <a:xfrm>
              <a:off x="3335236" y="2237984"/>
              <a:ext cx="176341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CC00FF"/>
                  </a:solidFill>
                </a:rPr>
                <a:t>DTFT</a:t>
              </a:r>
            </a:p>
            <a:p>
              <a:pPr algn="ctr"/>
              <a:r>
                <a:rPr lang="es-CL" sz="1400" dirty="0">
                  <a:solidFill>
                    <a:srgbClr val="CC00FF"/>
                  </a:solidFill>
                </a:rPr>
                <a:t>Discrete-Time</a:t>
              </a:r>
            </a:p>
            <a:p>
              <a:pPr algn="ctr"/>
              <a:r>
                <a:rPr lang="es-CL" sz="1400" dirty="0">
                  <a:solidFill>
                    <a:srgbClr val="CC00FF"/>
                  </a:solidFill>
                </a:rPr>
                <a:t>Fourier </a:t>
              </a:r>
              <a:r>
                <a:rPr lang="es-CL" sz="1400" dirty="0" err="1">
                  <a:solidFill>
                    <a:srgbClr val="CC00FF"/>
                  </a:solidFill>
                </a:rPr>
                <a:t>Transform</a:t>
              </a:r>
              <a:endParaRPr lang="en-US" sz="1400" dirty="0">
                <a:solidFill>
                  <a:srgbClr val="CC00FF"/>
                </a:solidFill>
              </a:endParaRPr>
            </a:p>
          </p:txBody>
        </p:sp>
        <p:cxnSp>
          <p:nvCxnSpPr>
            <p:cNvPr id="38" name="Conector recto de flecha 37">
              <a:extLst>
                <a:ext uri="{FF2B5EF4-FFF2-40B4-BE49-F238E27FC236}">
                  <a16:creationId xmlns:a16="http://schemas.microsoft.com/office/drawing/2014/main" id="{911FF060-AD52-2404-7CC4-2EFDE70320C4}"/>
                </a:ext>
              </a:extLst>
            </p:cNvPr>
            <p:cNvCxnSpPr>
              <a:cxnSpLocks/>
            </p:cNvCxnSpPr>
            <p:nvPr/>
          </p:nvCxnSpPr>
          <p:spPr>
            <a:xfrm>
              <a:off x="3611391" y="2499514"/>
              <a:ext cx="1192978" cy="0"/>
            </a:xfrm>
            <a:prstGeom prst="straightConnector1">
              <a:avLst/>
            </a:prstGeom>
            <a:ln w="28575">
              <a:solidFill>
                <a:srgbClr val="CC00FF"/>
              </a:solidFill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675D5D1D-B13D-E89E-F0FB-06525FF65DAD}"/>
                </a:ext>
              </a:extLst>
            </p:cNvPr>
            <p:cNvSpPr txBox="1"/>
            <p:nvPr/>
          </p:nvSpPr>
          <p:spPr>
            <a:xfrm>
              <a:off x="3335236" y="3626610"/>
              <a:ext cx="176341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DFT</a:t>
              </a:r>
            </a:p>
            <a:p>
              <a:pPr algn="ctr"/>
              <a:r>
                <a:rPr lang="es-CL" sz="1400" dirty="0">
                  <a:solidFill>
                    <a:srgbClr val="FF0000"/>
                  </a:solidFill>
                </a:rPr>
                <a:t>Discrete</a:t>
              </a:r>
            </a:p>
            <a:p>
              <a:pPr algn="ctr"/>
              <a:r>
                <a:rPr lang="es-CL" sz="1400" dirty="0">
                  <a:solidFill>
                    <a:srgbClr val="FF0000"/>
                  </a:solidFill>
                </a:rPr>
                <a:t>Fourier </a:t>
              </a:r>
              <a:r>
                <a:rPr lang="es-CL" sz="1400" dirty="0" err="1">
                  <a:solidFill>
                    <a:srgbClr val="FF0000"/>
                  </a:solidFill>
                </a:rPr>
                <a:t>Transform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40" name="Conector recto de flecha 39">
              <a:extLst>
                <a:ext uri="{FF2B5EF4-FFF2-40B4-BE49-F238E27FC236}">
                  <a16:creationId xmlns:a16="http://schemas.microsoft.com/office/drawing/2014/main" id="{67B7C86E-BCDD-9655-9F37-253420719328}"/>
                </a:ext>
              </a:extLst>
            </p:cNvPr>
            <p:cNvCxnSpPr>
              <a:cxnSpLocks/>
            </p:cNvCxnSpPr>
            <p:nvPr/>
          </p:nvCxnSpPr>
          <p:spPr>
            <a:xfrm>
              <a:off x="3611391" y="3888140"/>
              <a:ext cx="1192978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arrow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472D77FA-4EEC-4C72-E978-D608DEC16BE0}"/>
                </a:ext>
              </a:extLst>
            </p:cNvPr>
            <p:cNvSpPr txBox="1"/>
            <p:nvPr/>
          </p:nvSpPr>
          <p:spPr>
            <a:xfrm>
              <a:off x="1350503" y="1334594"/>
              <a:ext cx="17634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6"/>
                  </a:solidFill>
                </a:rPr>
                <a:t>Sampling </a:t>
              </a:r>
              <a:r>
                <a:rPr lang="en-US" sz="1400" dirty="0" err="1">
                  <a:solidFill>
                    <a:schemeClr val="accent6"/>
                  </a:solidFill>
                </a:rPr>
                <a:t>en</a:t>
              </a:r>
              <a:r>
                <a:rPr lang="en-US" sz="1400" dirty="0">
                  <a:solidFill>
                    <a:schemeClr val="accent6"/>
                  </a:solidFill>
                </a:rPr>
                <a:t> </a:t>
              </a:r>
              <a:r>
                <a:rPr lang="en-US" sz="1400" dirty="0" err="1">
                  <a:solidFill>
                    <a:schemeClr val="accent6"/>
                  </a:solidFill>
                </a:rPr>
                <a:t>el</a:t>
              </a:r>
              <a:r>
                <a:rPr lang="en-US" sz="1400" dirty="0">
                  <a:solidFill>
                    <a:schemeClr val="accent6"/>
                  </a:solidFill>
                </a:rPr>
                <a:t> </a:t>
              </a:r>
              <a:r>
                <a:rPr lang="en-US" sz="1400" dirty="0" err="1">
                  <a:solidFill>
                    <a:schemeClr val="accent6"/>
                  </a:solidFill>
                </a:rPr>
                <a:t>tiempo</a:t>
              </a:r>
              <a:endParaRPr lang="en-US" sz="1400" dirty="0">
                <a:solidFill>
                  <a:schemeClr val="accent6"/>
                </a:solidFill>
              </a:endParaRP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777E8AFC-6ECE-8F48-42A4-1F7908DE6BAF}"/>
                </a:ext>
              </a:extLst>
            </p:cNvPr>
            <p:cNvSpPr txBox="1"/>
            <p:nvPr/>
          </p:nvSpPr>
          <p:spPr>
            <a:xfrm>
              <a:off x="1354083" y="2774893"/>
              <a:ext cx="17634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6"/>
                  </a:solidFill>
                </a:rPr>
                <a:t>Sampling </a:t>
              </a:r>
              <a:r>
                <a:rPr lang="en-US" sz="1400" dirty="0" err="1">
                  <a:solidFill>
                    <a:schemeClr val="accent6"/>
                  </a:solidFill>
                </a:rPr>
                <a:t>en</a:t>
              </a:r>
              <a:r>
                <a:rPr lang="en-US" sz="1400" dirty="0">
                  <a:solidFill>
                    <a:schemeClr val="accent6"/>
                  </a:solidFill>
                </a:rPr>
                <a:t> </a:t>
              </a:r>
              <a:r>
                <a:rPr lang="en-US" sz="1400" dirty="0" err="1">
                  <a:solidFill>
                    <a:schemeClr val="accent6"/>
                  </a:solidFill>
                </a:rPr>
                <a:t>frecuencia</a:t>
              </a:r>
              <a:endParaRPr lang="en-US" sz="1400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1CE4D580-D5BC-D571-5FF8-FC9A157FDB9C}"/>
                    </a:ext>
                  </a:extLst>
                </p:cNvPr>
                <p:cNvSpPr txBox="1"/>
                <p:nvPr/>
              </p:nvSpPr>
              <p:spPr>
                <a:xfrm>
                  <a:off x="5372099" y="3694370"/>
                  <a:ext cx="176341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600" dirty="0" err="1">
                      <a:solidFill>
                        <a:srgbClr val="FF0000"/>
                      </a:solidFill>
                    </a:rPr>
                    <a:t>Objetivo</a:t>
                  </a:r>
                  <a:r>
                    <a:rPr lang="en-US" sz="1600" dirty="0">
                      <a:solidFill>
                        <a:srgbClr val="FF0000"/>
                      </a:solidFill>
                    </a:rPr>
                    <a:t>!!</a:t>
                  </a:r>
                </a:p>
              </p:txBody>
            </p:sp>
          </mc:Choice>
          <mc:Fallback>
            <p:sp>
              <p:nvSpPr>
                <p:cNvPr id="43" name="CuadroTexto 42">
                  <a:extLst>
                    <a:ext uri="{FF2B5EF4-FFF2-40B4-BE49-F238E27FC236}">
                      <a16:creationId xmlns:a16="http://schemas.microsoft.com/office/drawing/2014/main" id="{1CE4D580-D5BC-D571-5FF8-FC9A157FD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2099" y="3694370"/>
                  <a:ext cx="1763415" cy="338554"/>
                </a:xfrm>
                <a:prstGeom prst="rect">
                  <a:avLst/>
                </a:prstGeom>
                <a:blipFill>
                  <a:blip r:embed="rId8"/>
                  <a:stretch>
                    <a:fillRect t="-5357" b="-2142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373440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o 53">
            <a:extLst>
              <a:ext uri="{FF2B5EF4-FFF2-40B4-BE49-F238E27FC236}">
                <a16:creationId xmlns:a16="http://schemas.microsoft.com/office/drawing/2014/main" id="{3E7927C4-11BD-0D9E-0A57-F7621B40D601}"/>
              </a:ext>
            </a:extLst>
          </p:cNvPr>
          <p:cNvGrpSpPr/>
          <p:nvPr/>
        </p:nvGrpSpPr>
        <p:grpSpPr>
          <a:xfrm>
            <a:off x="-529147" y="-11452"/>
            <a:ext cx="6683987" cy="2917876"/>
            <a:chOff x="1177085" y="888902"/>
            <a:chExt cx="6683987" cy="2917876"/>
          </a:xfrm>
        </p:grpSpPr>
        <p:sp>
          <p:nvSpPr>
            <p:cNvPr id="51" name="Arco 50">
              <a:extLst>
                <a:ext uri="{FF2B5EF4-FFF2-40B4-BE49-F238E27FC236}">
                  <a16:creationId xmlns:a16="http://schemas.microsoft.com/office/drawing/2014/main" id="{FBE787C0-F67E-5770-EEDA-DCC65AC29BA4}"/>
                </a:ext>
              </a:extLst>
            </p:cNvPr>
            <p:cNvSpPr/>
            <p:nvPr/>
          </p:nvSpPr>
          <p:spPr>
            <a:xfrm rot="7921614" flipH="1">
              <a:off x="1627760" y="969345"/>
              <a:ext cx="1669607" cy="2570958"/>
            </a:xfrm>
            <a:prstGeom prst="arc">
              <a:avLst>
                <a:gd name="adj1" fmla="val 17231592"/>
                <a:gd name="adj2" fmla="val 0"/>
              </a:avLst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F469CE29-8BF8-77FA-B15A-BB37C11ED2BC}"/>
                </a:ext>
              </a:extLst>
            </p:cNvPr>
            <p:cNvGrpSpPr/>
            <p:nvPr/>
          </p:nvGrpSpPr>
          <p:grpSpPr>
            <a:xfrm>
              <a:off x="2267012" y="888902"/>
              <a:ext cx="5594060" cy="2917876"/>
              <a:chOff x="2267012" y="888902"/>
              <a:chExt cx="5594060" cy="2917876"/>
            </a:xfrm>
          </p:grpSpPr>
          <p:cxnSp>
            <p:nvCxnSpPr>
              <p:cNvPr id="6" name="Conector recto 5">
                <a:extLst>
                  <a:ext uri="{FF2B5EF4-FFF2-40B4-BE49-F238E27FC236}">
                    <a16:creationId xmlns:a16="http://schemas.microsoft.com/office/drawing/2014/main" id="{B8FED2D9-49C0-9D57-1459-42CDC8A1C7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67012" y="1912049"/>
                <a:ext cx="5580033" cy="0"/>
              </a:xfrm>
              <a:prstGeom prst="line">
                <a:avLst/>
              </a:prstGeom>
              <a:ln w="285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sp>
            <p:nvSpPr>
              <p:cNvPr id="15" name="Forma libre: forma 14">
                <a:extLst>
                  <a:ext uri="{FF2B5EF4-FFF2-40B4-BE49-F238E27FC236}">
                    <a16:creationId xmlns:a16="http://schemas.microsoft.com/office/drawing/2014/main" id="{3F61CCB3-2A00-CCA5-1F62-E7C23CE2CF50}"/>
                  </a:ext>
                </a:extLst>
              </p:cNvPr>
              <p:cNvSpPr/>
              <p:nvPr/>
            </p:nvSpPr>
            <p:spPr>
              <a:xfrm>
                <a:off x="2482138" y="1489828"/>
                <a:ext cx="802058" cy="940468"/>
              </a:xfrm>
              <a:custGeom>
                <a:avLst/>
                <a:gdLst>
                  <a:gd name="connsiteX0" fmla="*/ 0 w 819150"/>
                  <a:gd name="connsiteY0" fmla="*/ 438288 h 999666"/>
                  <a:gd name="connsiteX1" fmla="*/ 228600 w 819150"/>
                  <a:gd name="connsiteY1" fmla="*/ 19188 h 999666"/>
                  <a:gd name="connsiteX2" fmla="*/ 561975 w 819150"/>
                  <a:gd name="connsiteY2" fmla="*/ 990738 h 999666"/>
                  <a:gd name="connsiteX3" fmla="*/ 819150 w 819150"/>
                  <a:gd name="connsiteY3" fmla="*/ 514488 h 999666"/>
                  <a:gd name="connsiteX0" fmla="*/ 0 w 823423"/>
                  <a:gd name="connsiteY0" fmla="*/ 438288 h 999164"/>
                  <a:gd name="connsiteX1" fmla="*/ 228600 w 823423"/>
                  <a:gd name="connsiteY1" fmla="*/ 19188 h 999164"/>
                  <a:gd name="connsiteX2" fmla="*/ 561975 w 823423"/>
                  <a:gd name="connsiteY2" fmla="*/ 990738 h 999164"/>
                  <a:gd name="connsiteX3" fmla="*/ 823423 w 823423"/>
                  <a:gd name="connsiteY3" fmla="*/ 480304 h 999164"/>
                  <a:gd name="connsiteX0" fmla="*/ 0 w 823423"/>
                  <a:gd name="connsiteY0" fmla="*/ 436957 h 972567"/>
                  <a:gd name="connsiteX1" fmla="*/ 228600 w 823423"/>
                  <a:gd name="connsiteY1" fmla="*/ 17857 h 972567"/>
                  <a:gd name="connsiteX2" fmla="*/ 561975 w 823423"/>
                  <a:gd name="connsiteY2" fmla="*/ 963770 h 972567"/>
                  <a:gd name="connsiteX3" fmla="*/ 823423 w 823423"/>
                  <a:gd name="connsiteY3" fmla="*/ 478973 h 972567"/>
                  <a:gd name="connsiteX0" fmla="*/ 0 w 823423"/>
                  <a:gd name="connsiteY0" fmla="*/ 420810 h 956420"/>
                  <a:gd name="connsiteX1" fmla="*/ 215782 w 823423"/>
                  <a:gd name="connsiteY1" fmla="*/ 18801 h 956420"/>
                  <a:gd name="connsiteX2" fmla="*/ 561975 w 823423"/>
                  <a:gd name="connsiteY2" fmla="*/ 947623 h 956420"/>
                  <a:gd name="connsiteX3" fmla="*/ 823423 w 823423"/>
                  <a:gd name="connsiteY3" fmla="*/ 462826 h 956420"/>
                  <a:gd name="connsiteX0" fmla="*/ 0 w 900335"/>
                  <a:gd name="connsiteY0" fmla="*/ 420810 h 958204"/>
                  <a:gd name="connsiteX1" fmla="*/ 215782 w 900335"/>
                  <a:gd name="connsiteY1" fmla="*/ 18801 h 958204"/>
                  <a:gd name="connsiteX2" fmla="*/ 561975 w 900335"/>
                  <a:gd name="connsiteY2" fmla="*/ 947623 h 958204"/>
                  <a:gd name="connsiteX3" fmla="*/ 900335 w 900335"/>
                  <a:gd name="connsiteY3" fmla="*/ 561103 h 958204"/>
                  <a:gd name="connsiteX0" fmla="*/ 0 w 900335"/>
                  <a:gd name="connsiteY0" fmla="*/ 420810 h 958774"/>
                  <a:gd name="connsiteX1" fmla="*/ 215782 w 900335"/>
                  <a:gd name="connsiteY1" fmla="*/ 18801 h 958774"/>
                  <a:gd name="connsiteX2" fmla="*/ 561975 w 900335"/>
                  <a:gd name="connsiteY2" fmla="*/ 947623 h 958774"/>
                  <a:gd name="connsiteX3" fmla="*/ 900335 w 900335"/>
                  <a:gd name="connsiteY3" fmla="*/ 561103 h 958774"/>
                  <a:gd name="connsiteX0" fmla="*/ 0 w 802058"/>
                  <a:gd name="connsiteY0" fmla="*/ 420810 h 956675"/>
                  <a:gd name="connsiteX1" fmla="*/ 215782 w 802058"/>
                  <a:gd name="connsiteY1" fmla="*/ 18801 h 956675"/>
                  <a:gd name="connsiteX2" fmla="*/ 561975 w 802058"/>
                  <a:gd name="connsiteY2" fmla="*/ 947623 h 956675"/>
                  <a:gd name="connsiteX3" fmla="*/ 802058 w 802058"/>
                  <a:gd name="connsiteY3" fmla="*/ 454281 h 956675"/>
                  <a:gd name="connsiteX0" fmla="*/ 0 w 802058"/>
                  <a:gd name="connsiteY0" fmla="*/ 420810 h 957314"/>
                  <a:gd name="connsiteX1" fmla="*/ 215782 w 802058"/>
                  <a:gd name="connsiteY1" fmla="*/ 18801 h 957314"/>
                  <a:gd name="connsiteX2" fmla="*/ 561975 w 802058"/>
                  <a:gd name="connsiteY2" fmla="*/ 947623 h 957314"/>
                  <a:gd name="connsiteX3" fmla="*/ 802058 w 802058"/>
                  <a:gd name="connsiteY3" fmla="*/ 454281 h 957314"/>
                  <a:gd name="connsiteX0" fmla="*/ 0 w 802058"/>
                  <a:gd name="connsiteY0" fmla="*/ 420810 h 957314"/>
                  <a:gd name="connsiteX1" fmla="*/ 215782 w 802058"/>
                  <a:gd name="connsiteY1" fmla="*/ 18801 h 957314"/>
                  <a:gd name="connsiteX2" fmla="*/ 561975 w 802058"/>
                  <a:gd name="connsiteY2" fmla="*/ 947623 h 957314"/>
                  <a:gd name="connsiteX3" fmla="*/ 802058 w 802058"/>
                  <a:gd name="connsiteY3" fmla="*/ 454281 h 957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2058" h="957314">
                    <a:moveTo>
                      <a:pt x="0" y="420810"/>
                    </a:moveTo>
                    <a:cubicBezTo>
                      <a:pt x="67469" y="165222"/>
                      <a:pt x="122120" y="-69001"/>
                      <a:pt x="215782" y="18801"/>
                    </a:cubicBezTo>
                    <a:cubicBezTo>
                      <a:pt x="309444" y="106603"/>
                      <a:pt x="463550" y="865073"/>
                      <a:pt x="561975" y="947623"/>
                    </a:cubicBezTo>
                    <a:cubicBezTo>
                      <a:pt x="660400" y="1030173"/>
                      <a:pt x="768586" y="561237"/>
                      <a:pt x="802058" y="454281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6" name="Forma libre: forma 15">
                <a:extLst>
                  <a:ext uri="{FF2B5EF4-FFF2-40B4-BE49-F238E27FC236}">
                    <a16:creationId xmlns:a16="http://schemas.microsoft.com/office/drawing/2014/main" id="{C6D75DDB-D5FD-94AA-B53A-4732E8E337CF}"/>
                  </a:ext>
                </a:extLst>
              </p:cNvPr>
              <p:cNvSpPr/>
              <p:nvPr/>
            </p:nvSpPr>
            <p:spPr>
              <a:xfrm>
                <a:off x="3299601" y="1479838"/>
                <a:ext cx="802058" cy="940468"/>
              </a:xfrm>
              <a:custGeom>
                <a:avLst/>
                <a:gdLst>
                  <a:gd name="connsiteX0" fmla="*/ 0 w 819150"/>
                  <a:gd name="connsiteY0" fmla="*/ 438288 h 999666"/>
                  <a:gd name="connsiteX1" fmla="*/ 228600 w 819150"/>
                  <a:gd name="connsiteY1" fmla="*/ 19188 h 999666"/>
                  <a:gd name="connsiteX2" fmla="*/ 561975 w 819150"/>
                  <a:gd name="connsiteY2" fmla="*/ 990738 h 999666"/>
                  <a:gd name="connsiteX3" fmla="*/ 819150 w 819150"/>
                  <a:gd name="connsiteY3" fmla="*/ 514488 h 999666"/>
                  <a:gd name="connsiteX0" fmla="*/ 0 w 823423"/>
                  <a:gd name="connsiteY0" fmla="*/ 438288 h 999164"/>
                  <a:gd name="connsiteX1" fmla="*/ 228600 w 823423"/>
                  <a:gd name="connsiteY1" fmla="*/ 19188 h 999164"/>
                  <a:gd name="connsiteX2" fmla="*/ 561975 w 823423"/>
                  <a:gd name="connsiteY2" fmla="*/ 990738 h 999164"/>
                  <a:gd name="connsiteX3" fmla="*/ 823423 w 823423"/>
                  <a:gd name="connsiteY3" fmla="*/ 480304 h 999164"/>
                  <a:gd name="connsiteX0" fmla="*/ 0 w 823423"/>
                  <a:gd name="connsiteY0" fmla="*/ 436957 h 972567"/>
                  <a:gd name="connsiteX1" fmla="*/ 228600 w 823423"/>
                  <a:gd name="connsiteY1" fmla="*/ 17857 h 972567"/>
                  <a:gd name="connsiteX2" fmla="*/ 561975 w 823423"/>
                  <a:gd name="connsiteY2" fmla="*/ 963770 h 972567"/>
                  <a:gd name="connsiteX3" fmla="*/ 823423 w 823423"/>
                  <a:gd name="connsiteY3" fmla="*/ 478973 h 972567"/>
                  <a:gd name="connsiteX0" fmla="*/ 0 w 823423"/>
                  <a:gd name="connsiteY0" fmla="*/ 420810 h 956420"/>
                  <a:gd name="connsiteX1" fmla="*/ 215782 w 823423"/>
                  <a:gd name="connsiteY1" fmla="*/ 18801 h 956420"/>
                  <a:gd name="connsiteX2" fmla="*/ 561975 w 823423"/>
                  <a:gd name="connsiteY2" fmla="*/ 947623 h 956420"/>
                  <a:gd name="connsiteX3" fmla="*/ 823423 w 823423"/>
                  <a:gd name="connsiteY3" fmla="*/ 462826 h 956420"/>
                  <a:gd name="connsiteX0" fmla="*/ 0 w 900335"/>
                  <a:gd name="connsiteY0" fmla="*/ 420810 h 958204"/>
                  <a:gd name="connsiteX1" fmla="*/ 215782 w 900335"/>
                  <a:gd name="connsiteY1" fmla="*/ 18801 h 958204"/>
                  <a:gd name="connsiteX2" fmla="*/ 561975 w 900335"/>
                  <a:gd name="connsiteY2" fmla="*/ 947623 h 958204"/>
                  <a:gd name="connsiteX3" fmla="*/ 900335 w 900335"/>
                  <a:gd name="connsiteY3" fmla="*/ 561103 h 958204"/>
                  <a:gd name="connsiteX0" fmla="*/ 0 w 900335"/>
                  <a:gd name="connsiteY0" fmla="*/ 420810 h 958774"/>
                  <a:gd name="connsiteX1" fmla="*/ 215782 w 900335"/>
                  <a:gd name="connsiteY1" fmla="*/ 18801 h 958774"/>
                  <a:gd name="connsiteX2" fmla="*/ 561975 w 900335"/>
                  <a:gd name="connsiteY2" fmla="*/ 947623 h 958774"/>
                  <a:gd name="connsiteX3" fmla="*/ 900335 w 900335"/>
                  <a:gd name="connsiteY3" fmla="*/ 561103 h 958774"/>
                  <a:gd name="connsiteX0" fmla="*/ 0 w 802058"/>
                  <a:gd name="connsiteY0" fmla="*/ 420810 h 956675"/>
                  <a:gd name="connsiteX1" fmla="*/ 215782 w 802058"/>
                  <a:gd name="connsiteY1" fmla="*/ 18801 h 956675"/>
                  <a:gd name="connsiteX2" fmla="*/ 561975 w 802058"/>
                  <a:gd name="connsiteY2" fmla="*/ 947623 h 956675"/>
                  <a:gd name="connsiteX3" fmla="*/ 802058 w 802058"/>
                  <a:gd name="connsiteY3" fmla="*/ 454281 h 956675"/>
                  <a:gd name="connsiteX0" fmla="*/ 0 w 802058"/>
                  <a:gd name="connsiteY0" fmla="*/ 420810 h 957314"/>
                  <a:gd name="connsiteX1" fmla="*/ 215782 w 802058"/>
                  <a:gd name="connsiteY1" fmla="*/ 18801 h 957314"/>
                  <a:gd name="connsiteX2" fmla="*/ 561975 w 802058"/>
                  <a:gd name="connsiteY2" fmla="*/ 947623 h 957314"/>
                  <a:gd name="connsiteX3" fmla="*/ 802058 w 802058"/>
                  <a:gd name="connsiteY3" fmla="*/ 454281 h 957314"/>
                  <a:gd name="connsiteX0" fmla="*/ 0 w 802058"/>
                  <a:gd name="connsiteY0" fmla="*/ 420810 h 957314"/>
                  <a:gd name="connsiteX1" fmla="*/ 215782 w 802058"/>
                  <a:gd name="connsiteY1" fmla="*/ 18801 h 957314"/>
                  <a:gd name="connsiteX2" fmla="*/ 561975 w 802058"/>
                  <a:gd name="connsiteY2" fmla="*/ 947623 h 957314"/>
                  <a:gd name="connsiteX3" fmla="*/ 802058 w 802058"/>
                  <a:gd name="connsiteY3" fmla="*/ 454281 h 957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2058" h="957314">
                    <a:moveTo>
                      <a:pt x="0" y="420810"/>
                    </a:moveTo>
                    <a:cubicBezTo>
                      <a:pt x="67469" y="165222"/>
                      <a:pt x="122120" y="-69001"/>
                      <a:pt x="215782" y="18801"/>
                    </a:cubicBezTo>
                    <a:cubicBezTo>
                      <a:pt x="309444" y="106603"/>
                      <a:pt x="463550" y="865073"/>
                      <a:pt x="561975" y="947623"/>
                    </a:cubicBezTo>
                    <a:cubicBezTo>
                      <a:pt x="660400" y="1030173"/>
                      <a:pt x="768586" y="561237"/>
                      <a:pt x="802058" y="454281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cxnSp>
            <p:nvCxnSpPr>
              <p:cNvPr id="17" name="Conector recto 16">
                <a:extLst>
                  <a:ext uri="{FF2B5EF4-FFF2-40B4-BE49-F238E27FC236}">
                    <a16:creationId xmlns:a16="http://schemas.microsoft.com/office/drawing/2014/main" id="{36A92275-8A15-6B0D-3905-A06B061722F6}"/>
                  </a:ext>
                </a:extLst>
              </p:cNvPr>
              <p:cNvCxnSpPr>
                <a:cxnSpLocks/>
                <a:stCxn id="15" idx="3"/>
                <a:endCxn id="16" idx="0"/>
              </p:cNvCxnSpPr>
              <p:nvPr/>
            </p:nvCxnSpPr>
            <p:spPr>
              <a:xfrm flipV="1">
                <a:off x="3284196" y="1893243"/>
                <a:ext cx="15405" cy="42872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Forma libre: forma 21">
                <a:extLst>
                  <a:ext uri="{FF2B5EF4-FFF2-40B4-BE49-F238E27FC236}">
                    <a16:creationId xmlns:a16="http://schemas.microsoft.com/office/drawing/2014/main" id="{7EDEF495-F2BB-43CF-EEFA-739A1A6D21CA}"/>
                  </a:ext>
                </a:extLst>
              </p:cNvPr>
              <p:cNvSpPr/>
              <p:nvPr/>
            </p:nvSpPr>
            <p:spPr>
              <a:xfrm>
                <a:off x="4117064" y="1479838"/>
                <a:ext cx="802058" cy="940468"/>
              </a:xfrm>
              <a:custGeom>
                <a:avLst/>
                <a:gdLst>
                  <a:gd name="connsiteX0" fmla="*/ 0 w 819150"/>
                  <a:gd name="connsiteY0" fmla="*/ 438288 h 999666"/>
                  <a:gd name="connsiteX1" fmla="*/ 228600 w 819150"/>
                  <a:gd name="connsiteY1" fmla="*/ 19188 h 999666"/>
                  <a:gd name="connsiteX2" fmla="*/ 561975 w 819150"/>
                  <a:gd name="connsiteY2" fmla="*/ 990738 h 999666"/>
                  <a:gd name="connsiteX3" fmla="*/ 819150 w 819150"/>
                  <a:gd name="connsiteY3" fmla="*/ 514488 h 999666"/>
                  <a:gd name="connsiteX0" fmla="*/ 0 w 823423"/>
                  <a:gd name="connsiteY0" fmla="*/ 438288 h 999164"/>
                  <a:gd name="connsiteX1" fmla="*/ 228600 w 823423"/>
                  <a:gd name="connsiteY1" fmla="*/ 19188 h 999164"/>
                  <a:gd name="connsiteX2" fmla="*/ 561975 w 823423"/>
                  <a:gd name="connsiteY2" fmla="*/ 990738 h 999164"/>
                  <a:gd name="connsiteX3" fmla="*/ 823423 w 823423"/>
                  <a:gd name="connsiteY3" fmla="*/ 480304 h 999164"/>
                  <a:gd name="connsiteX0" fmla="*/ 0 w 823423"/>
                  <a:gd name="connsiteY0" fmla="*/ 436957 h 972567"/>
                  <a:gd name="connsiteX1" fmla="*/ 228600 w 823423"/>
                  <a:gd name="connsiteY1" fmla="*/ 17857 h 972567"/>
                  <a:gd name="connsiteX2" fmla="*/ 561975 w 823423"/>
                  <a:gd name="connsiteY2" fmla="*/ 963770 h 972567"/>
                  <a:gd name="connsiteX3" fmla="*/ 823423 w 823423"/>
                  <a:gd name="connsiteY3" fmla="*/ 478973 h 972567"/>
                  <a:gd name="connsiteX0" fmla="*/ 0 w 823423"/>
                  <a:gd name="connsiteY0" fmla="*/ 420810 h 956420"/>
                  <a:gd name="connsiteX1" fmla="*/ 215782 w 823423"/>
                  <a:gd name="connsiteY1" fmla="*/ 18801 h 956420"/>
                  <a:gd name="connsiteX2" fmla="*/ 561975 w 823423"/>
                  <a:gd name="connsiteY2" fmla="*/ 947623 h 956420"/>
                  <a:gd name="connsiteX3" fmla="*/ 823423 w 823423"/>
                  <a:gd name="connsiteY3" fmla="*/ 462826 h 956420"/>
                  <a:gd name="connsiteX0" fmla="*/ 0 w 900335"/>
                  <a:gd name="connsiteY0" fmla="*/ 420810 h 958204"/>
                  <a:gd name="connsiteX1" fmla="*/ 215782 w 900335"/>
                  <a:gd name="connsiteY1" fmla="*/ 18801 h 958204"/>
                  <a:gd name="connsiteX2" fmla="*/ 561975 w 900335"/>
                  <a:gd name="connsiteY2" fmla="*/ 947623 h 958204"/>
                  <a:gd name="connsiteX3" fmla="*/ 900335 w 900335"/>
                  <a:gd name="connsiteY3" fmla="*/ 561103 h 958204"/>
                  <a:gd name="connsiteX0" fmla="*/ 0 w 900335"/>
                  <a:gd name="connsiteY0" fmla="*/ 420810 h 958774"/>
                  <a:gd name="connsiteX1" fmla="*/ 215782 w 900335"/>
                  <a:gd name="connsiteY1" fmla="*/ 18801 h 958774"/>
                  <a:gd name="connsiteX2" fmla="*/ 561975 w 900335"/>
                  <a:gd name="connsiteY2" fmla="*/ 947623 h 958774"/>
                  <a:gd name="connsiteX3" fmla="*/ 900335 w 900335"/>
                  <a:gd name="connsiteY3" fmla="*/ 561103 h 958774"/>
                  <a:gd name="connsiteX0" fmla="*/ 0 w 802058"/>
                  <a:gd name="connsiteY0" fmla="*/ 420810 h 956675"/>
                  <a:gd name="connsiteX1" fmla="*/ 215782 w 802058"/>
                  <a:gd name="connsiteY1" fmla="*/ 18801 h 956675"/>
                  <a:gd name="connsiteX2" fmla="*/ 561975 w 802058"/>
                  <a:gd name="connsiteY2" fmla="*/ 947623 h 956675"/>
                  <a:gd name="connsiteX3" fmla="*/ 802058 w 802058"/>
                  <a:gd name="connsiteY3" fmla="*/ 454281 h 956675"/>
                  <a:gd name="connsiteX0" fmla="*/ 0 w 802058"/>
                  <a:gd name="connsiteY0" fmla="*/ 420810 h 957314"/>
                  <a:gd name="connsiteX1" fmla="*/ 215782 w 802058"/>
                  <a:gd name="connsiteY1" fmla="*/ 18801 h 957314"/>
                  <a:gd name="connsiteX2" fmla="*/ 561975 w 802058"/>
                  <a:gd name="connsiteY2" fmla="*/ 947623 h 957314"/>
                  <a:gd name="connsiteX3" fmla="*/ 802058 w 802058"/>
                  <a:gd name="connsiteY3" fmla="*/ 454281 h 957314"/>
                  <a:gd name="connsiteX0" fmla="*/ 0 w 802058"/>
                  <a:gd name="connsiteY0" fmla="*/ 420810 h 957314"/>
                  <a:gd name="connsiteX1" fmla="*/ 215782 w 802058"/>
                  <a:gd name="connsiteY1" fmla="*/ 18801 h 957314"/>
                  <a:gd name="connsiteX2" fmla="*/ 561975 w 802058"/>
                  <a:gd name="connsiteY2" fmla="*/ 947623 h 957314"/>
                  <a:gd name="connsiteX3" fmla="*/ 802058 w 802058"/>
                  <a:gd name="connsiteY3" fmla="*/ 454281 h 957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2058" h="957314">
                    <a:moveTo>
                      <a:pt x="0" y="420810"/>
                    </a:moveTo>
                    <a:cubicBezTo>
                      <a:pt x="67469" y="165222"/>
                      <a:pt x="122120" y="-69001"/>
                      <a:pt x="215782" y="18801"/>
                    </a:cubicBezTo>
                    <a:cubicBezTo>
                      <a:pt x="309444" y="106603"/>
                      <a:pt x="463550" y="865073"/>
                      <a:pt x="561975" y="947623"/>
                    </a:cubicBezTo>
                    <a:cubicBezTo>
                      <a:pt x="660400" y="1030173"/>
                      <a:pt x="768586" y="561237"/>
                      <a:pt x="802058" y="454281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3" name="Forma libre: forma 22">
                <a:extLst>
                  <a:ext uri="{FF2B5EF4-FFF2-40B4-BE49-F238E27FC236}">
                    <a16:creationId xmlns:a16="http://schemas.microsoft.com/office/drawing/2014/main" id="{F5542328-BB24-61C6-3098-66DBE481ADD5}"/>
                  </a:ext>
                </a:extLst>
              </p:cNvPr>
              <p:cNvSpPr/>
              <p:nvPr/>
            </p:nvSpPr>
            <p:spPr>
              <a:xfrm>
                <a:off x="4906630" y="1489828"/>
                <a:ext cx="802058" cy="940468"/>
              </a:xfrm>
              <a:custGeom>
                <a:avLst/>
                <a:gdLst>
                  <a:gd name="connsiteX0" fmla="*/ 0 w 819150"/>
                  <a:gd name="connsiteY0" fmla="*/ 438288 h 999666"/>
                  <a:gd name="connsiteX1" fmla="*/ 228600 w 819150"/>
                  <a:gd name="connsiteY1" fmla="*/ 19188 h 999666"/>
                  <a:gd name="connsiteX2" fmla="*/ 561975 w 819150"/>
                  <a:gd name="connsiteY2" fmla="*/ 990738 h 999666"/>
                  <a:gd name="connsiteX3" fmla="*/ 819150 w 819150"/>
                  <a:gd name="connsiteY3" fmla="*/ 514488 h 999666"/>
                  <a:gd name="connsiteX0" fmla="*/ 0 w 823423"/>
                  <a:gd name="connsiteY0" fmla="*/ 438288 h 999164"/>
                  <a:gd name="connsiteX1" fmla="*/ 228600 w 823423"/>
                  <a:gd name="connsiteY1" fmla="*/ 19188 h 999164"/>
                  <a:gd name="connsiteX2" fmla="*/ 561975 w 823423"/>
                  <a:gd name="connsiteY2" fmla="*/ 990738 h 999164"/>
                  <a:gd name="connsiteX3" fmla="*/ 823423 w 823423"/>
                  <a:gd name="connsiteY3" fmla="*/ 480304 h 999164"/>
                  <a:gd name="connsiteX0" fmla="*/ 0 w 823423"/>
                  <a:gd name="connsiteY0" fmla="*/ 436957 h 972567"/>
                  <a:gd name="connsiteX1" fmla="*/ 228600 w 823423"/>
                  <a:gd name="connsiteY1" fmla="*/ 17857 h 972567"/>
                  <a:gd name="connsiteX2" fmla="*/ 561975 w 823423"/>
                  <a:gd name="connsiteY2" fmla="*/ 963770 h 972567"/>
                  <a:gd name="connsiteX3" fmla="*/ 823423 w 823423"/>
                  <a:gd name="connsiteY3" fmla="*/ 478973 h 972567"/>
                  <a:gd name="connsiteX0" fmla="*/ 0 w 823423"/>
                  <a:gd name="connsiteY0" fmla="*/ 420810 h 956420"/>
                  <a:gd name="connsiteX1" fmla="*/ 215782 w 823423"/>
                  <a:gd name="connsiteY1" fmla="*/ 18801 h 956420"/>
                  <a:gd name="connsiteX2" fmla="*/ 561975 w 823423"/>
                  <a:gd name="connsiteY2" fmla="*/ 947623 h 956420"/>
                  <a:gd name="connsiteX3" fmla="*/ 823423 w 823423"/>
                  <a:gd name="connsiteY3" fmla="*/ 462826 h 956420"/>
                  <a:gd name="connsiteX0" fmla="*/ 0 w 900335"/>
                  <a:gd name="connsiteY0" fmla="*/ 420810 h 958204"/>
                  <a:gd name="connsiteX1" fmla="*/ 215782 w 900335"/>
                  <a:gd name="connsiteY1" fmla="*/ 18801 h 958204"/>
                  <a:gd name="connsiteX2" fmla="*/ 561975 w 900335"/>
                  <a:gd name="connsiteY2" fmla="*/ 947623 h 958204"/>
                  <a:gd name="connsiteX3" fmla="*/ 900335 w 900335"/>
                  <a:gd name="connsiteY3" fmla="*/ 561103 h 958204"/>
                  <a:gd name="connsiteX0" fmla="*/ 0 w 900335"/>
                  <a:gd name="connsiteY0" fmla="*/ 420810 h 958774"/>
                  <a:gd name="connsiteX1" fmla="*/ 215782 w 900335"/>
                  <a:gd name="connsiteY1" fmla="*/ 18801 h 958774"/>
                  <a:gd name="connsiteX2" fmla="*/ 561975 w 900335"/>
                  <a:gd name="connsiteY2" fmla="*/ 947623 h 958774"/>
                  <a:gd name="connsiteX3" fmla="*/ 900335 w 900335"/>
                  <a:gd name="connsiteY3" fmla="*/ 561103 h 958774"/>
                  <a:gd name="connsiteX0" fmla="*/ 0 w 802058"/>
                  <a:gd name="connsiteY0" fmla="*/ 420810 h 956675"/>
                  <a:gd name="connsiteX1" fmla="*/ 215782 w 802058"/>
                  <a:gd name="connsiteY1" fmla="*/ 18801 h 956675"/>
                  <a:gd name="connsiteX2" fmla="*/ 561975 w 802058"/>
                  <a:gd name="connsiteY2" fmla="*/ 947623 h 956675"/>
                  <a:gd name="connsiteX3" fmla="*/ 802058 w 802058"/>
                  <a:gd name="connsiteY3" fmla="*/ 454281 h 956675"/>
                  <a:gd name="connsiteX0" fmla="*/ 0 w 802058"/>
                  <a:gd name="connsiteY0" fmla="*/ 420810 h 957314"/>
                  <a:gd name="connsiteX1" fmla="*/ 215782 w 802058"/>
                  <a:gd name="connsiteY1" fmla="*/ 18801 h 957314"/>
                  <a:gd name="connsiteX2" fmla="*/ 561975 w 802058"/>
                  <a:gd name="connsiteY2" fmla="*/ 947623 h 957314"/>
                  <a:gd name="connsiteX3" fmla="*/ 802058 w 802058"/>
                  <a:gd name="connsiteY3" fmla="*/ 454281 h 957314"/>
                  <a:gd name="connsiteX0" fmla="*/ 0 w 802058"/>
                  <a:gd name="connsiteY0" fmla="*/ 420810 h 957314"/>
                  <a:gd name="connsiteX1" fmla="*/ 215782 w 802058"/>
                  <a:gd name="connsiteY1" fmla="*/ 18801 h 957314"/>
                  <a:gd name="connsiteX2" fmla="*/ 561975 w 802058"/>
                  <a:gd name="connsiteY2" fmla="*/ 947623 h 957314"/>
                  <a:gd name="connsiteX3" fmla="*/ 802058 w 802058"/>
                  <a:gd name="connsiteY3" fmla="*/ 454281 h 957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2058" h="957314">
                    <a:moveTo>
                      <a:pt x="0" y="420810"/>
                    </a:moveTo>
                    <a:cubicBezTo>
                      <a:pt x="67469" y="165222"/>
                      <a:pt x="122120" y="-69001"/>
                      <a:pt x="215782" y="18801"/>
                    </a:cubicBezTo>
                    <a:cubicBezTo>
                      <a:pt x="309444" y="106603"/>
                      <a:pt x="463550" y="865073"/>
                      <a:pt x="561975" y="947623"/>
                    </a:cubicBezTo>
                    <a:cubicBezTo>
                      <a:pt x="660400" y="1030173"/>
                      <a:pt x="768586" y="561237"/>
                      <a:pt x="802058" y="454281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4" name="Forma libre: forma 23">
                <a:extLst>
                  <a:ext uri="{FF2B5EF4-FFF2-40B4-BE49-F238E27FC236}">
                    <a16:creationId xmlns:a16="http://schemas.microsoft.com/office/drawing/2014/main" id="{1514543A-11BD-F44B-4326-97B9B09CF8FB}"/>
                  </a:ext>
                </a:extLst>
              </p:cNvPr>
              <p:cNvSpPr/>
              <p:nvPr/>
            </p:nvSpPr>
            <p:spPr>
              <a:xfrm>
                <a:off x="5724093" y="1489828"/>
                <a:ext cx="802058" cy="940468"/>
              </a:xfrm>
              <a:custGeom>
                <a:avLst/>
                <a:gdLst>
                  <a:gd name="connsiteX0" fmla="*/ 0 w 819150"/>
                  <a:gd name="connsiteY0" fmla="*/ 438288 h 999666"/>
                  <a:gd name="connsiteX1" fmla="*/ 228600 w 819150"/>
                  <a:gd name="connsiteY1" fmla="*/ 19188 h 999666"/>
                  <a:gd name="connsiteX2" fmla="*/ 561975 w 819150"/>
                  <a:gd name="connsiteY2" fmla="*/ 990738 h 999666"/>
                  <a:gd name="connsiteX3" fmla="*/ 819150 w 819150"/>
                  <a:gd name="connsiteY3" fmla="*/ 514488 h 999666"/>
                  <a:gd name="connsiteX0" fmla="*/ 0 w 823423"/>
                  <a:gd name="connsiteY0" fmla="*/ 438288 h 999164"/>
                  <a:gd name="connsiteX1" fmla="*/ 228600 w 823423"/>
                  <a:gd name="connsiteY1" fmla="*/ 19188 h 999164"/>
                  <a:gd name="connsiteX2" fmla="*/ 561975 w 823423"/>
                  <a:gd name="connsiteY2" fmla="*/ 990738 h 999164"/>
                  <a:gd name="connsiteX3" fmla="*/ 823423 w 823423"/>
                  <a:gd name="connsiteY3" fmla="*/ 480304 h 999164"/>
                  <a:gd name="connsiteX0" fmla="*/ 0 w 823423"/>
                  <a:gd name="connsiteY0" fmla="*/ 436957 h 972567"/>
                  <a:gd name="connsiteX1" fmla="*/ 228600 w 823423"/>
                  <a:gd name="connsiteY1" fmla="*/ 17857 h 972567"/>
                  <a:gd name="connsiteX2" fmla="*/ 561975 w 823423"/>
                  <a:gd name="connsiteY2" fmla="*/ 963770 h 972567"/>
                  <a:gd name="connsiteX3" fmla="*/ 823423 w 823423"/>
                  <a:gd name="connsiteY3" fmla="*/ 478973 h 972567"/>
                  <a:gd name="connsiteX0" fmla="*/ 0 w 823423"/>
                  <a:gd name="connsiteY0" fmla="*/ 420810 h 956420"/>
                  <a:gd name="connsiteX1" fmla="*/ 215782 w 823423"/>
                  <a:gd name="connsiteY1" fmla="*/ 18801 h 956420"/>
                  <a:gd name="connsiteX2" fmla="*/ 561975 w 823423"/>
                  <a:gd name="connsiteY2" fmla="*/ 947623 h 956420"/>
                  <a:gd name="connsiteX3" fmla="*/ 823423 w 823423"/>
                  <a:gd name="connsiteY3" fmla="*/ 462826 h 956420"/>
                  <a:gd name="connsiteX0" fmla="*/ 0 w 900335"/>
                  <a:gd name="connsiteY0" fmla="*/ 420810 h 958204"/>
                  <a:gd name="connsiteX1" fmla="*/ 215782 w 900335"/>
                  <a:gd name="connsiteY1" fmla="*/ 18801 h 958204"/>
                  <a:gd name="connsiteX2" fmla="*/ 561975 w 900335"/>
                  <a:gd name="connsiteY2" fmla="*/ 947623 h 958204"/>
                  <a:gd name="connsiteX3" fmla="*/ 900335 w 900335"/>
                  <a:gd name="connsiteY3" fmla="*/ 561103 h 958204"/>
                  <a:gd name="connsiteX0" fmla="*/ 0 w 900335"/>
                  <a:gd name="connsiteY0" fmla="*/ 420810 h 958774"/>
                  <a:gd name="connsiteX1" fmla="*/ 215782 w 900335"/>
                  <a:gd name="connsiteY1" fmla="*/ 18801 h 958774"/>
                  <a:gd name="connsiteX2" fmla="*/ 561975 w 900335"/>
                  <a:gd name="connsiteY2" fmla="*/ 947623 h 958774"/>
                  <a:gd name="connsiteX3" fmla="*/ 900335 w 900335"/>
                  <a:gd name="connsiteY3" fmla="*/ 561103 h 958774"/>
                  <a:gd name="connsiteX0" fmla="*/ 0 w 802058"/>
                  <a:gd name="connsiteY0" fmla="*/ 420810 h 956675"/>
                  <a:gd name="connsiteX1" fmla="*/ 215782 w 802058"/>
                  <a:gd name="connsiteY1" fmla="*/ 18801 h 956675"/>
                  <a:gd name="connsiteX2" fmla="*/ 561975 w 802058"/>
                  <a:gd name="connsiteY2" fmla="*/ 947623 h 956675"/>
                  <a:gd name="connsiteX3" fmla="*/ 802058 w 802058"/>
                  <a:gd name="connsiteY3" fmla="*/ 454281 h 956675"/>
                  <a:gd name="connsiteX0" fmla="*/ 0 w 802058"/>
                  <a:gd name="connsiteY0" fmla="*/ 420810 h 957314"/>
                  <a:gd name="connsiteX1" fmla="*/ 215782 w 802058"/>
                  <a:gd name="connsiteY1" fmla="*/ 18801 h 957314"/>
                  <a:gd name="connsiteX2" fmla="*/ 561975 w 802058"/>
                  <a:gd name="connsiteY2" fmla="*/ 947623 h 957314"/>
                  <a:gd name="connsiteX3" fmla="*/ 802058 w 802058"/>
                  <a:gd name="connsiteY3" fmla="*/ 454281 h 957314"/>
                  <a:gd name="connsiteX0" fmla="*/ 0 w 802058"/>
                  <a:gd name="connsiteY0" fmla="*/ 420810 h 957314"/>
                  <a:gd name="connsiteX1" fmla="*/ 215782 w 802058"/>
                  <a:gd name="connsiteY1" fmla="*/ 18801 h 957314"/>
                  <a:gd name="connsiteX2" fmla="*/ 561975 w 802058"/>
                  <a:gd name="connsiteY2" fmla="*/ 947623 h 957314"/>
                  <a:gd name="connsiteX3" fmla="*/ 802058 w 802058"/>
                  <a:gd name="connsiteY3" fmla="*/ 454281 h 957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2058" h="957314">
                    <a:moveTo>
                      <a:pt x="0" y="420810"/>
                    </a:moveTo>
                    <a:cubicBezTo>
                      <a:pt x="67469" y="165222"/>
                      <a:pt x="122120" y="-69001"/>
                      <a:pt x="215782" y="18801"/>
                    </a:cubicBezTo>
                    <a:cubicBezTo>
                      <a:pt x="309444" y="106603"/>
                      <a:pt x="463550" y="865073"/>
                      <a:pt x="561975" y="947623"/>
                    </a:cubicBezTo>
                    <a:cubicBezTo>
                      <a:pt x="660400" y="1030173"/>
                      <a:pt x="768586" y="561237"/>
                      <a:pt x="802058" y="454281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20CE26A2-5E26-8E6D-4A16-E40388A2C69A}"/>
                  </a:ext>
                </a:extLst>
              </p:cNvPr>
              <p:cNvGrpSpPr/>
              <p:nvPr/>
            </p:nvGrpSpPr>
            <p:grpSpPr>
              <a:xfrm>
                <a:off x="2392598" y="1822775"/>
                <a:ext cx="173254" cy="182434"/>
                <a:chOff x="1270157" y="4337660"/>
                <a:chExt cx="187365" cy="190254"/>
              </a:xfrm>
            </p:grpSpPr>
            <p:cxnSp>
              <p:nvCxnSpPr>
                <p:cNvPr id="25" name="Conector recto 24">
                  <a:extLst>
                    <a:ext uri="{FF2B5EF4-FFF2-40B4-BE49-F238E27FC236}">
                      <a16:creationId xmlns:a16="http://schemas.microsoft.com/office/drawing/2014/main" id="{7807B1E3-A2E2-0370-50A6-E5795EB6AC4B}"/>
                    </a:ext>
                  </a:extLst>
                </p:cNvPr>
                <p:cNvCxnSpPr/>
                <p:nvPr/>
              </p:nvCxnSpPr>
              <p:spPr>
                <a:xfrm>
                  <a:off x="1273425" y="4341000"/>
                  <a:ext cx="184097" cy="186914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Conector recto 25">
                  <a:extLst>
                    <a:ext uri="{FF2B5EF4-FFF2-40B4-BE49-F238E27FC236}">
                      <a16:creationId xmlns:a16="http://schemas.microsoft.com/office/drawing/2014/main" id="{39A5298F-3D09-E7A0-DB7A-3C3E168E3B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70157" y="4337660"/>
                  <a:ext cx="184097" cy="186202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Grupo 27">
                <a:extLst>
                  <a:ext uri="{FF2B5EF4-FFF2-40B4-BE49-F238E27FC236}">
                    <a16:creationId xmlns:a16="http://schemas.microsoft.com/office/drawing/2014/main" id="{43EB86DA-193F-56B9-9638-53DA6942B3EF}"/>
                  </a:ext>
                </a:extLst>
              </p:cNvPr>
              <p:cNvGrpSpPr/>
              <p:nvPr/>
            </p:nvGrpSpPr>
            <p:grpSpPr>
              <a:xfrm>
                <a:off x="3388829" y="1388621"/>
                <a:ext cx="173254" cy="182434"/>
                <a:chOff x="1270157" y="4337660"/>
                <a:chExt cx="187365" cy="190254"/>
              </a:xfrm>
            </p:grpSpPr>
            <p:cxnSp>
              <p:nvCxnSpPr>
                <p:cNvPr id="29" name="Conector recto 28">
                  <a:extLst>
                    <a:ext uri="{FF2B5EF4-FFF2-40B4-BE49-F238E27FC236}">
                      <a16:creationId xmlns:a16="http://schemas.microsoft.com/office/drawing/2014/main" id="{9CB47B88-B0F7-8342-E28C-BA5D2360D624}"/>
                    </a:ext>
                  </a:extLst>
                </p:cNvPr>
                <p:cNvCxnSpPr/>
                <p:nvPr/>
              </p:nvCxnSpPr>
              <p:spPr>
                <a:xfrm>
                  <a:off x="1273425" y="4341000"/>
                  <a:ext cx="184097" cy="186914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Conector recto 29">
                  <a:extLst>
                    <a:ext uri="{FF2B5EF4-FFF2-40B4-BE49-F238E27FC236}">
                      <a16:creationId xmlns:a16="http://schemas.microsoft.com/office/drawing/2014/main" id="{F64E00CE-0D08-A25C-AB55-541884831C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70157" y="4337660"/>
                  <a:ext cx="184097" cy="186202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Grupo 30">
                <a:extLst>
                  <a:ext uri="{FF2B5EF4-FFF2-40B4-BE49-F238E27FC236}">
                    <a16:creationId xmlns:a16="http://schemas.microsoft.com/office/drawing/2014/main" id="{F2A073C9-6777-31DC-7D86-7EADA04271F1}"/>
                  </a:ext>
                </a:extLst>
              </p:cNvPr>
              <p:cNvGrpSpPr/>
              <p:nvPr/>
            </p:nvGrpSpPr>
            <p:grpSpPr>
              <a:xfrm>
                <a:off x="4285607" y="1595076"/>
                <a:ext cx="173254" cy="182434"/>
                <a:chOff x="1270157" y="4337660"/>
                <a:chExt cx="187365" cy="190254"/>
              </a:xfrm>
            </p:grpSpPr>
            <p:cxnSp>
              <p:nvCxnSpPr>
                <p:cNvPr id="32" name="Conector recto 31">
                  <a:extLst>
                    <a:ext uri="{FF2B5EF4-FFF2-40B4-BE49-F238E27FC236}">
                      <a16:creationId xmlns:a16="http://schemas.microsoft.com/office/drawing/2014/main" id="{9EAEF71F-7F91-D077-C96E-6050CE780670}"/>
                    </a:ext>
                  </a:extLst>
                </p:cNvPr>
                <p:cNvCxnSpPr/>
                <p:nvPr/>
              </p:nvCxnSpPr>
              <p:spPr>
                <a:xfrm>
                  <a:off x="1273425" y="4341000"/>
                  <a:ext cx="184097" cy="186914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Conector recto 32">
                  <a:extLst>
                    <a:ext uri="{FF2B5EF4-FFF2-40B4-BE49-F238E27FC236}">
                      <a16:creationId xmlns:a16="http://schemas.microsoft.com/office/drawing/2014/main" id="{95CD01B8-6E9C-F29D-F1B3-1F13CCA283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70157" y="4337660"/>
                  <a:ext cx="184097" cy="186202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Grupo 33">
                <a:extLst>
                  <a:ext uri="{FF2B5EF4-FFF2-40B4-BE49-F238E27FC236}">
                    <a16:creationId xmlns:a16="http://schemas.microsoft.com/office/drawing/2014/main" id="{81F94EE1-105D-26D0-4990-F798EC30F78E}"/>
                  </a:ext>
                </a:extLst>
              </p:cNvPr>
              <p:cNvGrpSpPr/>
              <p:nvPr/>
            </p:nvGrpSpPr>
            <p:grpSpPr>
              <a:xfrm>
                <a:off x="5280264" y="2076276"/>
                <a:ext cx="173254" cy="182434"/>
                <a:chOff x="1270157" y="4337660"/>
                <a:chExt cx="187365" cy="190254"/>
              </a:xfrm>
            </p:grpSpPr>
            <p:cxnSp>
              <p:nvCxnSpPr>
                <p:cNvPr id="35" name="Conector recto 34">
                  <a:extLst>
                    <a:ext uri="{FF2B5EF4-FFF2-40B4-BE49-F238E27FC236}">
                      <a16:creationId xmlns:a16="http://schemas.microsoft.com/office/drawing/2014/main" id="{67DB3BA9-BF30-3332-4A05-0FDD040FD629}"/>
                    </a:ext>
                  </a:extLst>
                </p:cNvPr>
                <p:cNvCxnSpPr/>
                <p:nvPr/>
              </p:nvCxnSpPr>
              <p:spPr>
                <a:xfrm>
                  <a:off x="1273425" y="4341000"/>
                  <a:ext cx="184097" cy="186914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Conector recto 35">
                  <a:extLst>
                    <a:ext uri="{FF2B5EF4-FFF2-40B4-BE49-F238E27FC236}">
                      <a16:creationId xmlns:a16="http://schemas.microsoft.com/office/drawing/2014/main" id="{249CD14A-94BD-2057-5005-46D4F13E60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70157" y="4337660"/>
                  <a:ext cx="184097" cy="186202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Forma libre: forma 37">
                <a:extLst>
                  <a:ext uri="{FF2B5EF4-FFF2-40B4-BE49-F238E27FC236}">
                    <a16:creationId xmlns:a16="http://schemas.microsoft.com/office/drawing/2014/main" id="{F33BC820-AE98-CFF2-6606-5BECB9666AB5}"/>
                  </a:ext>
                </a:extLst>
              </p:cNvPr>
              <p:cNvSpPr/>
              <p:nvPr/>
            </p:nvSpPr>
            <p:spPr>
              <a:xfrm>
                <a:off x="6529064" y="1489828"/>
                <a:ext cx="802058" cy="940468"/>
              </a:xfrm>
              <a:custGeom>
                <a:avLst/>
                <a:gdLst>
                  <a:gd name="connsiteX0" fmla="*/ 0 w 819150"/>
                  <a:gd name="connsiteY0" fmla="*/ 438288 h 999666"/>
                  <a:gd name="connsiteX1" fmla="*/ 228600 w 819150"/>
                  <a:gd name="connsiteY1" fmla="*/ 19188 h 999666"/>
                  <a:gd name="connsiteX2" fmla="*/ 561975 w 819150"/>
                  <a:gd name="connsiteY2" fmla="*/ 990738 h 999666"/>
                  <a:gd name="connsiteX3" fmla="*/ 819150 w 819150"/>
                  <a:gd name="connsiteY3" fmla="*/ 514488 h 999666"/>
                  <a:gd name="connsiteX0" fmla="*/ 0 w 823423"/>
                  <a:gd name="connsiteY0" fmla="*/ 438288 h 999164"/>
                  <a:gd name="connsiteX1" fmla="*/ 228600 w 823423"/>
                  <a:gd name="connsiteY1" fmla="*/ 19188 h 999164"/>
                  <a:gd name="connsiteX2" fmla="*/ 561975 w 823423"/>
                  <a:gd name="connsiteY2" fmla="*/ 990738 h 999164"/>
                  <a:gd name="connsiteX3" fmla="*/ 823423 w 823423"/>
                  <a:gd name="connsiteY3" fmla="*/ 480304 h 999164"/>
                  <a:gd name="connsiteX0" fmla="*/ 0 w 823423"/>
                  <a:gd name="connsiteY0" fmla="*/ 436957 h 972567"/>
                  <a:gd name="connsiteX1" fmla="*/ 228600 w 823423"/>
                  <a:gd name="connsiteY1" fmla="*/ 17857 h 972567"/>
                  <a:gd name="connsiteX2" fmla="*/ 561975 w 823423"/>
                  <a:gd name="connsiteY2" fmla="*/ 963770 h 972567"/>
                  <a:gd name="connsiteX3" fmla="*/ 823423 w 823423"/>
                  <a:gd name="connsiteY3" fmla="*/ 478973 h 972567"/>
                  <a:gd name="connsiteX0" fmla="*/ 0 w 823423"/>
                  <a:gd name="connsiteY0" fmla="*/ 420810 h 956420"/>
                  <a:gd name="connsiteX1" fmla="*/ 215782 w 823423"/>
                  <a:gd name="connsiteY1" fmla="*/ 18801 h 956420"/>
                  <a:gd name="connsiteX2" fmla="*/ 561975 w 823423"/>
                  <a:gd name="connsiteY2" fmla="*/ 947623 h 956420"/>
                  <a:gd name="connsiteX3" fmla="*/ 823423 w 823423"/>
                  <a:gd name="connsiteY3" fmla="*/ 462826 h 956420"/>
                  <a:gd name="connsiteX0" fmla="*/ 0 w 900335"/>
                  <a:gd name="connsiteY0" fmla="*/ 420810 h 958204"/>
                  <a:gd name="connsiteX1" fmla="*/ 215782 w 900335"/>
                  <a:gd name="connsiteY1" fmla="*/ 18801 h 958204"/>
                  <a:gd name="connsiteX2" fmla="*/ 561975 w 900335"/>
                  <a:gd name="connsiteY2" fmla="*/ 947623 h 958204"/>
                  <a:gd name="connsiteX3" fmla="*/ 900335 w 900335"/>
                  <a:gd name="connsiteY3" fmla="*/ 561103 h 958204"/>
                  <a:gd name="connsiteX0" fmla="*/ 0 w 900335"/>
                  <a:gd name="connsiteY0" fmla="*/ 420810 h 958774"/>
                  <a:gd name="connsiteX1" fmla="*/ 215782 w 900335"/>
                  <a:gd name="connsiteY1" fmla="*/ 18801 h 958774"/>
                  <a:gd name="connsiteX2" fmla="*/ 561975 w 900335"/>
                  <a:gd name="connsiteY2" fmla="*/ 947623 h 958774"/>
                  <a:gd name="connsiteX3" fmla="*/ 900335 w 900335"/>
                  <a:gd name="connsiteY3" fmla="*/ 561103 h 958774"/>
                  <a:gd name="connsiteX0" fmla="*/ 0 w 802058"/>
                  <a:gd name="connsiteY0" fmla="*/ 420810 h 956675"/>
                  <a:gd name="connsiteX1" fmla="*/ 215782 w 802058"/>
                  <a:gd name="connsiteY1" fmla="*/ 18801 h 956675"/>
                  <a:gd name="connsiteX2" fmla="*/ 561975 w 802058"/>
                  <a:gd name="connsiteY2" fmla="*/ 947623 h 956675"/>
                  <a:gd name="connsiteX3" fmla="*/ 802058 w 802058"/>
                  <a:gd name="connsiteY3" fmla="*/ 454281 h 956675"/>
                  <a:gd name="connsiteX0" fmla="*/ 0 w 802058"/>
                  <a:gd name="connsiteY0" fmla="*/ 420810 h 957314"/>
                  <a:gd name="connsiteX1" fmla="*/ 215782 w 802058"/>
                  <a:gd name="connsiteY1" fmla="*/ 18801 h 957314"/>
                  <a:gd name="connsiteX2" fmla="*/ 561975 w 802058"/>
                  <a:gd name="connsiteY2" fmla="*/ 947623 h 957314"/>
                  <a:gd name="connsiteX3" fmla="*/ 802058 w 802058"/>
                  <a:gd name="connsiteY3" fmla="*/ 454281 h 957314"/>
                  <a:gd name="connsiteX0" fmla="*/ 0 w 802058"/>
                  <a:gd name="connsiteY0" fmla="*/ 420810 h 957314"/>
                  <a:gd name="connsiteX1" fmla="*/ 215782 w 802058"/>
                  <a:gd name="connsiteY1" fmla="*/ 18801 h 957314"/>
                  <a:gd name="connsiteX2" fmla="*/ 561975 w 802058"/>
                  <a:gd name="connsiteY2" fmla="*/ 947623 h 957314"/>
                  <a:gd name="connsiteX3" fmla="*/ 802058 w 802058"/>
                  <a:gd name="connsiteY3" fmla="*/ 454281 h 957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2058" h="957314">
                    <a:moveTo>
                      <a:pt x="0" y="420810"/>
                    </a:moveTo>
                    <a:cubicBezTo>
                      <a:pt x="67469" y="165222"/>
                      <a:pt x="122120" y="-69001"/>
                      <a:pt x="215782" y="18801"/>
                    </a:cubicBezTo>
                    <a:cubicBezTo>
                      <a:pt x="309444" y="106603"/>
                      <a:pt x="463550" y="865073"/>
                      <a:pt x="561975" y="947623"/>
                    </a:cubicBezTo>
                    <a:cubicBezTo>
                      <a:pt x="660400" y="1030173"/>
                      <a:pt x="768586" y="561237"/>
                      <a:pt x="802058" y="454281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grpSp>
            <p:nvGrpSpPr>
              <p:cNvPr id="39" name="Grupo 38">
                <a:extLst>
                  <a:ext uri="{FF2B5EF4-FFF2-40B4-BE49-F238E27FC236}">
                    <a16:creationId xmlns:a16="http://schemas.microsoft.com/office/drawing/2014/main" id="{97166114-EA33-6B80-6DCF-7123858424BC}"/>
                  </a:ext>
                </a:extLst>
              </p:cNvPr>
              <p:cNvGrpSpPr/>
              <p:nvPr/>
            </p:nvGrpSpPr>
            <p:grpSpPr>
              <a:xfrm>
                <a:off x="6244789" y="2329284"/>
                <a:ext cx="173254" cy="182434"/>
                <a:chOff x="1270157" y="4337660"/>
                <a:chExt cx="187365" cy="190254"/>
              </a:xfrm>
            </p:grpSpPr>
            <p:cxnSp>
              <p:nvCxnSpPr>
                <p:cNvPr id="40" name="Conector recto 39">
                  <a:extLst>
                    <a:ext uri="{FF2B5EF4-FFF2-40B4-BE49-F238E27FC236}">
                      <a16:creationId xmlns:a16="http://schemas.microsoft.com/office/drawing/2014/main" id="{98D49156-5602-D365-48DB-108BC2792021}"/>
                    </a:ext>
                  </a:extLst>
                </p:cNvPr>
                <p:cNvCxnSpPr/>
                <p:nvPr/>
              </p:nvCxnSpPr>
              <p:spPr>
                <a:xfrm>
                  <a:off x="1273425" y="4341000"/>
                  <a:ext cx="184097" cy="186914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ector recto 40">
                  <a:extLst>
                    <a:ext uri="{FF2B5EF4-FFF2-40B4-BE49-F238E27FC236}">
                      <a16:creationId xmlns:a16="http://schemas.microsoft.com/office/drawing/2014/main" id="{516F8788-6088-4959-A7AC-53991CA889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70157" y="4337660"/>
                  <a:ext cx="184097" cy="186202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1FCD014E-6BB8-43DD-8DA6-0A40F1415A7F}"/>
                  </a:ext>
                </a:extLst>
              </p:cNvPr>
              <p:cNvGrpSpPr/>
              <p:nvPr/>
            </p:nvGrpSpPr>
            <p:grpSpPr>
              <a:xfrm>
                <a:off x="7280192" y="1829992"/>
                <a:ext cx="173254" cy="182434"/>
                <a:chOff x="1270157" y="4337660"/>
                <a:chExt cx="187365" cy="190254"/>
              </a:xfrm>
            </p:grpSpPr>
            <p:cxnSp>
              <p:nvCxnSpPr>
                <p:cNvPr id="43" name="Conector recto 42">
                  <a:extLst>
                    <a:ext uri="{FF2B5EF4-FFF2-40B4-BE49-F238E27FC236}">
                      <a16:creationId xmlns:a16="http://schemas.microsoft.com/office/drawing/2014/main" id="{019DBBD9-2B69-E7E4-95FF-FE90D242AF35}"/>
                    </a:ext>
                  </a:extLst>
                </p:cNvPr>
                <p:cNvCxnSpPr/>
                <p:nvPr/>
              </p:nvCxnSpPr>
              <p:spPr>
                <a:xfrm>
                  <a:off x="1273425" y="4341000"/>
                  <a:ext cx="184097" cy="186914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Conector recto 43">
                  <a:extLst>
                    <a:ext uri="{FF2B5EF4-FFF2-40B4-BE49-F238E27FC236}">
                      <a16:creationId xmlns:a16="http://schemas.microsoft.com/office/drawing/2014/main" id="{C442F160-99BA-2092-62A1-ECEAE7D9E4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70157" y="4337660"/>
                  <a:ext cx="184097" cy="186202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6" name="Forma libre: forma 45">
                <a:extLst>
                  <a:ext uri="{FF2B5EF4-FFF2-40B4-BE49-F238E27FC236}">
                    <a16:creationId xmlns:a16="http://schemas.microsoft.com/office/drawing/2014/main" id="{7F582188-4875-F8F3-91AB-1385A5F7DD82}"/>
                  </a:ext>
                </a:extLst>
              </p:cNvPr>
              <p:cNvSpPr/>
              <p:nvPr/>
            </p:nvSpPr>
            <p:spPr>
              <a:xfrm>
                <a:off x="2472612" y="1448933"/>
                <a:ext cx="4898572" cy="1002366"/>
              </a:xfrm>
              <a:custGeom>
                <a:avLst/>
                <a:gdLst>
                  <a:gd name="connsiteX0" fmla="*/ 0 w 4898572"/>
                  <a:gd name="connsiteY0" fmla="*/ 482504 h 1002366"/>
                  <a:gd name="connsiteX1" fmla="*/ 1026368 w 4898572"/>
                  <a:gd name="connsiteY1" fmla="*/ 6643 h 1002366"/>
                  <a:gd name="connsiteX2" fmla="*/ 1922106 w 4898572"/>
                  <a:gd name="connsiteY2" fmla="*/ 239908 h 1002366"/>
                  <a:gd name="connsiteX3" fmla="*/ 2911151 w 4898572"/>
                  <a:gd name="connsiteY3" fmla="*/ 734430 h 1002366"/>
                  <a:gd name="connsiteX4" fmla="*/ 3881535 w 4898572"/>
                  <a:gd name="connsiteY4" fmla="*/ 995687 h 1002366"/>
                  <a:gd name="connsiteX5" fmla="*/ 4898572 w 4898572"/>
                  <a:gd name="connsiteY5" fmla="*/ 473173 h 1002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98572" h="1002366">
                    <a:moveTo>
                      <a:pt x="0" y="482504"/>
                    </a:moveTo>
                    <a:cubicBezTo>
                      <a:pt x="353008" y="264790"/>
                      <a:pt x="706017" y="47076"/>
                      <a:pt x="1026368" y="6643"/>
                    </a:cubicBezTo>
                    <a:cubicBezTo>
                      <a:pt x="1346719" y="-33790"/>
                      <a:pt x="1607976" y="118610"/>
                      <a:pt x="1922106" y="239908"/>
                    </a:cubicBezTo>
                    <a:cubicBezTo>
                      <a:pt x="2236236" y="361206"/>
                      <a:pt x="2584580" y="608467"/>
                      <a:pt x="2911151" y="734430"/>
                    </a:cubicBezTo>
                    <a:cubicBezTo>
                      <a:pt x="3237722" y="860393"/>
                      <a:pt x="3550298" y="1039230"/>
                      <a:pt x="3881535" y="995687"/>
                    </a:cubicBezTo>
                    <a:cubicBezTo>
                      <a:pt x="4212772" y="952144"/>
                      <a:pt x="4555672" y="712658"/>
                      <a:pt x="4898572" y="473173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7" name="CuadroTexto 46">
                    <a:extLst>
                      <a:ext uri="{FF2B5EF4-FFF2-40B4-BE49-F238E27FC236}">
                        <a16:creationId xmlns:a16="http://schemas.microsoft.com/office/drawing/2014/main" id="{A2B1DBBF-9672-D52C-62F1-6E52FB85EFF7}"/>
                      </a:ext>
                    </a:extLst>
                  </p:cNvPr>
                  <p:cNvSpPr txBox="1"/>
                  <p:nvPr/>
                </p:nvSpPr>
                <p:spPr>
                  <a:xfrm>
                    <a:off x="5826998" y="888902"/>
                    <a:ext cx="203407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=6</m:t>
                        </m:r>
                      </m:oMath>
                    </a14:m>
                    <a:r>
                      <a:rPr lang="es-CL" sz="1400" dirty="0"/>
                      <a:t> Hz</a:t>
                    </a:r>
                  </a:p>
                  <a:p>
                    <a:pPr algn="ctr"/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⁡(2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s-CL" sz="1400" dirty="0"/>
                      <a:t>- Análoga</a:t>
                    </a:r>
                  </a:p>
                </p:txBody>
              </p:sp>
            </mc:Choice>
            <mc:Fallback>
              <p:sp>
                <p:nvSpPr>
                  <p:cNvPr id="47" name="CuadroTexto 46">
                    <a:extLst>
                      <a:ext uri="{FF2B5EF4-FFF2-40B4-BE49-F238E27FC236}">
                        <a16:creationId xmlns:a16="http://schemas.microsoft.com/office/drawing/2014/main" id="{A2B1DBBF-9672-D52C-62F1-6E52FB85EF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6998" y="888902"/>
                    <a:ext cx="2034074" cy="52322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t="-2326" b="-11628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8" name="Arco 47">
                <a:extLst>
                  <a:ext uri="{FF2B5EF4-FFF2-40B4-BE49-F238E27FC236}">
                    <a16:creationId xmlns:a16="http://schemas.microsoft.com/office/drawing/2014/main" id="{4FAE75E8-AA5E-C16B-72B8-72FE74AECF6C}"/>
                  </a:ext>
                </a:extLst>
              </p:cNvPr>
              <p:cNvSpPr/>
              <p:nvPr/>
            </p:nvSpPr>
            <p:spPr>
              <a:xfrm flipH="1">
                <a:off x="5883756" y="1094245"/>
                <a:ext cx="545402" cy="557110"/>
              </a:xfrm>
              <a:prstGeom prst="arc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49" name="Arco 48">
                <a:extLst>
                  <a:ext uri="{FF2B5EF4-FFF2-40B4-BE49-F238E27FC236}">
                    <a16:creationId xmlns:a16="http://schemas.microsoft.com/office/drawing/2014/main" id="{098E28E8-CBB0-CB32-108C-3D63A194B7D7}"/>
                  </a:ext>
                </a:extLst>
              </p:cNvPr>
              <p:cNvSpPr/>
              <p:nvPr/>
            </p:nvSpPr>
            <p:spPr>
              <a:xfrm rot="17167421" flipH="1">
                <a:off x="5897628" y="2217222"/>
                <a:ext cx="545402" cy="557110"/>
              </a:xfrm>
              <a:prstGeom prst="arc">
                <a:avLst/>
              </a:prstGeom>
              <a:ln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0" name="CuadroTexto 49">
                    <a:extLst>
                      <a:ext uri="{FF2B5EF4-FFF2-40B4-BE49-F238E27FC236}">
                        <a16:creationId xmlns:a16="http://schemas.microsoft.com/office/drawing/2014/main" id="{67536E4F-C7C3-0970-18DF-9AABCD2455A3}"/>
                      </a:ext>
                    </a:extLst>
                  </p:cNvPr>
                  <p:cNvSpPr txBox="1"/>
                  <p:nvPr/>
                </p:nvSpPr>
                <p:spPr>
                  <a:xfrm>
                    <a:off x="5740015" y="2668613"/>
                    <a:ext cx="2034074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/>
                      <a:t>Digital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sz="1400" b="0" dirty="0"/>
                  </a:p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a14:m>
                    <a:r>
                      <a:rPr lang="es-CL" sz="1400" dirty="0"/>
                      <a:t> Hz</a:t>
                    </a:r>
                    <a14:m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&lt;2(6</m:t>
                        </m:r>
                      </m:oMath>
                    </a14:m>
                    <a:r>
                      <a:rPr lang="es-CL" sz="1400" dirty="0"/>
                      <a:t>Hz</a:t>
                    </a:r>
                    <a14:m>
                      <m:oMath xmlns:m="http://schemas.openxmlformats.org/officeDocument/2006/math"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s-CL" sz="1400" dirty="0"/>
                  </a:p>
                </p:txBody>
              </p:sp>
            </mc:Choice>
            <mc:Fallback>
              <p:sp>
                <p:nvSpPr>
                  <p:cNvPr id="50" name="CuadroTexto 49">
                    <a:extLst>
                      <a:ext uri="{FF2B5EF4-FFF2-40B4-BE49-F238E27FC236}">
                        <a16:creationId xmlns:a16="http://schemas.microsoft.com/office/drawing/2014/main" id="{67536E4F-C7C3-0970-18DF-9AABCD2455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40015" y="2668613"/>
                    <a:ext cx="2034074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2326" b="-11628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2" name="CuadroTexto 51">
                    <a:extLst>
                      <a:ext uri="{FF2B5EF4-FFF2-40B4-BE49-F238E27FC236}">
                        <a16:creationId xmlns:a16="http://schemas.microsoft.com/office/drawing/2014/main" id="{37ECA1E6-2DB0-C954-D5BD-FE66E161AB54}"/>
                      </a:ext>
                    </a:extLst>
                  </p:cNvPr>
                  <p:cNvSpPr txBox="1"/>
                  <p:nvPr/>
                </p:nvSpPr>
                <p:spPr>
                  <a:xfrm>
                    <a:off x="2959304" y="2760338"/>
                    <a:ext cx="2034074" cy="104644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/>
                      <a:t>Reconstrucción de </a:t>
                    </a:r>
                    <a:r>
                      <a:rPr lang="en-US" sz="1400" dirty="0" err="1"/>
                      <a:t>señal</a:t>
                    </a:r>
                    <a:r>
                      <a:rPr lang="en-US" sz="1400" dirty="0"/>
                      <a:t> </a:t>
                    </a:r>
                    <a:r>
                      <a:rPr lang="en-US" sz="1400" dirty="0" err="1"/>
                      <a:t>análoga</a:t>
                    </a:r>
                    <a:r>
                      <a:rPr lang="en-US" sz="1400" dirty="0"/>
                      <a:t> </a:t>
                    </a:r>
                    <a:endParaRPr lang="en-US" sz="1400" b="0" i="0" dirty="0">
                      <a:latin typeface="Cambria Math" panose="02040503050406030204" pitchFamily="18" charset="0"/>
                    </a:endParaRPr>
                  </a:p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⁡(2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s-CL" sz="1400" dirty="0"/>
                  </a:p>
                  <a:p>
                    <a:pPr algn="ctr"/>
                    <a:r>
                      <a:rPr lang="es-CL" sz="2000" dirty="0" err="1">
                        <a:solidFill>
                          <a:srgbClr val="FF0000"/>
                        </a:solidFill>
                      </a:rPr>
                      <a:t>Aliasing</a:t>
                    </a:r>
                    <a:endParaRPr lang="es-CL" sz="20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2" name="CuadroTexto 51">
                    <a:extLst>
                      <a:ext uri="{FF2B5EF4-FFF2-40B4-BE49-F238E27FC236}">
                        <a16:creationId xmlns:a16="http://schemas.microsoft.com/office/drawing/2014/main" id="{37ECA1E6-2DB0-C954-D5BD-FE66E161AB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59304" y="2760338"/>
                    <a:ext cx="2034074" cy="104644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1163" b="-9302"/>
                    </a:stretch>
                  </a:blipFill>
                </p:spPr>
                <p:txBody>
                  <a:bodyPr/>
                  <a:lstStyle/>
                  <a:p>
                    <a:r>
                      <a:rPr lang="es-C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6068CFCC-BCF7-8E06-A98E-16C79483E851}"/>
              </a:ext>
            </a:extLst>
          </p:cNvPr>
          <p:cNvGrpSpPr/>
          <p:nvPr/>
        </p:nvGrpSpPr>
        <p:grpSpPr>
          <a:xfrm>
            <a:off x="-86147" y="3078777"/>
            <a:ext cx="7174277" cy="3509932"/>
            <a:chOff x="-86147" y="3078777"/>
            <a:chExt cx="7174277" cy="3509932"/>
          </a:xfrm>
        </p:grpSpPr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D8EB9019-1A69-A560-7F28-D56D2749A1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2890" y="3448109"/>
              <a:ext cx="0" cy="1316716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4A2CF34B-E1CB-5073-8BF7-6937F2807D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86147" y="4760236"/>
              <a:ext cx="6850841" cy="29499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61166AC8-9EE1-CB96-D9B9-2FB7700A5C93}"/>
                </a:ext>
              </a:extLst>
            </p:cNvPr>
            <p:cNvSpPr txBox="1"/>
            <p:nvPr/>
          </p:nvSpPr>
          <p:spPr>
            <a:xfrm>
              <a:off x="2540672" y="3078777"/>
              <a:ext cx="1352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s-CL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4CA29630-6E38-F78E-E187-35D3A7F678AE}"/>
                    </a:ext>
                  </a:extLst>
                </p:cNvPr>
                <p:cNvSpPr txBox="1"/>
                <p:nvPr/>
              </p:nvSpPr>
              <p:spPr>
                <a:xfrm>
                  <a:off x="6675555" y="4653283"/>
                  <a:ext cx="39218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s-CL" sz="1600" dirty="0"/>
                </a:p>
              </p:txBody>
            </p:sp>
          </mc:Choice>
          <mc:Fallback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4CA29630-6E38-F78E-E187-35D3A7F678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5555" y="4653283"/>
                  <a:ext cx="392189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ED11743B-CCD8-1E80-7029-92E573468057}"/>
                    </a:ext>
                  </a:extLst>
                </p:cNvPr>
                <p:cNvSpPr txBox="1"/>
                <p:nvPr/>
              </p:nvSpPr>
              <p:spPr>
                <a:xfrm>
                  <a:off x="2255462" y="3220288"/>
                  <a:ext cx="135215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ED11743B-CCD8-1E80-7029-92E5734680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462" y="3220288"/>
                  <a:ext cx="1352150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555E5A1B-BFED-F934-30B5-5D4115144FB0}"/>
                    </a:ext>
                  </a:extLst>
                </p:cNvPr>
                <p:cNvSpPr txBox="1"/>
                <p:nvPr/>
              </p:nvSpPr>
              <p:spPr>
                <a:xfrm>
                  <a:off x="2229131" y="5060250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555E5A1B-BFED-F934-30B5-5D4115144F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9131" y="5060250"/>
                  <a:ext cx="1352150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3D64AFDB-7A1A-7415-429B-A574FB1CA37E}"/>
                    </a:ext>
                  </a:extLst>
                </p:cNvPr>
                <p:cNvSpPr txBox="1"/>
                <p:nvPr/>
              </p:nvSpPr>
              <p:spPr>
                <a:xfrm>
                  <a:off x="3807287" y="4738299"/>
                  <a:ext cx="452991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á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600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  <a:p>
                  <a:pPr/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3D64AFDB-7A1A-7415-429B-A574FB1CA3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7287" y="4738299"/>
                  <a:ext cx="452991" cy="584775"/>
                </a:xfrm>
                <a:prstGeom prst="rect">
                  <a:avLst/>
                </a:prstGeom>
                <a:blipFill>
                  <a:blip r:embed="rId8"/>
                  <a:stretch>
                    <a:fillRect l="-1351" r="-1486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CuadroTexto 81">
                  <a:extLst>
                    <a:ext uri="{FF2B5EF4-FFF2-40B4-BE49-F238E27FC236}">
                      <a16:creationId xmlns:a16="http://schemas.microsoft.com/office/drawing/2014/main" id="{F9225F16-B616-FECF-1DF7-3C96CFD9F362}"/>
                    </a:ext>
                  </a:extLst>
                </p:cNvPr>
                <p:cNvSpPr txBox="1"/>
                <p:nvPr/>
              </p:nvSpPr>
              <p:spPr>
                <a:xfrm>
                  <a:off x="1939007" y="4729598"/>
                  <a:ext cx="392189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á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600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  <a:p>
                  <a:pPr/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2" name="CuadroTexto 81">
                  <a:extLst>
                    <a:ext uri="{FF2B5EF4-FFF2-40B4-BE49-F238E27FC236}">
                      <a16:creationId xmlns:a16="http://schemas.microsoft.com/office/drawing/2014/main" id="{F9225F16-B616-FECF-1DF7-3C96CFD9F3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9007" y="4729598"/>
                  <a:ext cx="392189" cy="584775"/>
                </a:xfrm>
                <a:prstGeom prst="rect">
                  <a:avLst/>
                </a:prstGeom>
                <a:blipFill>
                  <a:blip r:embed="rId9"/>
                  <a:stretch>
                    <a:fillRect r="-7187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C90EB276-86D3-534F-204D-E0ECB161913D}"/>
                </a:ext>
              </a:extLst>
            </p:cNvPr>
            <p:cNvCxnSpPr/>
            <p:nvPr/>
          </p:nvCxnSpPr>
          <p:spPr>
            <a:xfrm flipV="1">
              <a:off x="2312890" y="4106467"/>
              <a:ext cx="900000" cy="6485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2BB474C2-5A62-87DE-239C-FE2DD0C12E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20766" y="4116825"/>
              <a:ext cx="900000" cy="648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CuadroTexto 87">
                  <a:extLst>
                    <a:ext uri="{FF2B5EF4-FFF2-40B4-BE49-F238E27FC236}">
                      <a16:creationId xmlns:a16="http://schemas.microsoft.com/office/drawing/2014/main" id="{89CDD587-8AA2-5352-2A8C-9C9B0400991E}"/>
                    </a:ext>
                  </a:extLst>
                </p:cNvPr>
                <p:cNvSpPr txBox="1"/>
                <p:nvPr/>
              </p:nvSpPr>
              <p:spPr>
                <a:xfrm>
                  <a:off x="1405017" y="4416414"/>
                  <a:ext cx="89999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en-US" sz="1600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  <a:p>
                  <a:pPr/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8" name="CuadroTexto 87">
                  <a:extLst>
                    <a:ext uri="{FF2B5EF4-FFF2-40B4-BE49-F238E27FC236}">
                      <a16:creationId xmlns:a16="http://schemas.microsoft.com/office/drawing/2014/main" id="{89CDD587-8AA2-5352-2A8C-9C9B040099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5017" y="4416414"/>
                  <a:ext cx="899998" cy="58477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CuadroTexto 88">
                  <a:extLst>
                    <a:ext uri="{FF2B5EF4-FFF2-40B4-BE49-F238E27FC236}">
                      <a16:creationId xmlns:a16="http://schemas.microsoft.com/office/drawing/2014/main" id="{245A4FC4-FC04-2143-7897-370C5F68684B}"/>
                    </a:ext>
                  </a:extLst>
                </p:cNvPr>
                <p:cNvSpPr txBox="1"/>
                <p:nvPr/>
              </p:nvSpPr>
              <p:spPr>
                <a:xfrm>
                  <a:off x="4110337" y="4416413"/>
                  <a:ext cx="89999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en-US" sz="1600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  <a:p>
                  <a:pPr/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9" name="CuadroTexto 88">
                  <a:extLst>
                    <a:ext uri="{FF2B5EF4-FFF2-40B4-BE49-F238E27FC236}">
                      <a16:creationId xmlns:a16="http://schemas.microsoft.com/office/drawing/2014/main" id="{245A4FC4-FC04-2143-7897-370C5F6868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0337" y="4416413"/>
                  <a:ext cx="899998" cy="5847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CuadroTexto 89">
                  <a:extLst>
                    <a:ext uri="{FF2B5EF4-FFF2-40B4-BE49-F238E27FC236}">
                      <a16:creationId xmlns:a16="http://schemas.microsoft.com/office/drawing/2014/main" id="{EC9B5A16-B0B2-00BC-7C92-0FCC4FB3E88E}"/>
                    </a:ext>
                  </a:extLst>
                </p:cNvPr>
                <p:cNvSpPr txBox="1"/>
                <p:nvPr/>
              </p:nvSpPr>
              <p:spPr>
                <a:xfrm>
                  <a:off x="5252435" y="4406363"/>
                  <a:ext cx="8999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0" name="CuadroTexto 89">
                  <a:extLst>
                    <a:ext uri="{FF2B5EF4-FFF2-40B4-BE49-F238E27FC236}">
                      <a16:creationId xmlns:a16="http://schemas.microsoft.com/office/drawing/2014/main" id="{EC9B5A16-B0B2-00BC-7C92-0FCC4FB3E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2435" y="4406363"/>
                  <a:ext cx="899998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CuadroTexto 90">
                  <a:extLst>
                    <a:ext uri="{FF2B5EF4-FFF2-40B4-BE49-F238E27FC236}">
                      <a16:creationId xmlns:a16="http://schemas.microsoft.com/office/drawing/2014/main" id="{A4AE3FF5-F64C-50B9-5417-837EF7479E56}"/>
                    </a:ext>
                  </a:extLst>
                </p:cNvPr>
                <p:cNvSpPr txBox="1"/>
                <p:nvPr/>
              </p:nvSpPr>
              <p:spPr>
                <a:xfrm>
                  <a:off x="285584" y="4399745"/>
                  <a:ext cx="8999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1" name="CuadroTexto 90">
                  <a:extLst>
                    <a:ext uri="{FF2B5EF4-FFF2-40B4-BE49-F238E27FC236}">
                      <a16:creationId xmlns:a16="http://schemas.microsoft.com/office/drawing/2014/main" id="{A4AE3FF5-F64C-50B9-5417-837EF7479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584" y="4399745"/>
                  <a:ext cx="899998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1E1CCF1E-2E8F-36C6-04AA-92DAC4D48C21}"/>
                </a:ext>
              </a:extLst>
            </p:cNvPr>
            <p:cNvCxnSpPr>
              <a:cxnSpLocks/>
            </p:cNvCxnSpPr>
            <p:nvPr/>
          </p:nvCxnSpPr>
          <p:spPr>
            <a:xfrm>
              <a:off x="774504" y="4676618"/>
              <a:ext cx="0" cy="1696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92EE236D-04B8-7A8D-394F-77FCF7112C07}"/>
                </a:ext>
              </a:extLst>
            </p:cNvPr>
            <p:cNvCxnSpPr>
              <a:cxnSpLocks/>
            </p:cNvCxnSpPr>
            <p:nvPr/>
          </p:nvCxnSpPr>
          <p:spPr>
            <a:xfrm>
              <a:off x="1971504" y="4676618"/>
              <a:ext cx="0" cy="1696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Conector recto 98">
              <a:extLst>
                <a:ext uri="{FF2B5EF4-FFF2-40B4-BE49-F238E27FC236}">
                  <a16:creationId xmlns:a16="http://schemas.microsoft.com/office/drawing/2014/main" id="{B36084FC-17A6-033B-6DD2-F24713F03D60}"/>
                </a:ext>
              </a:extLst>
            </p:cNvPr>
            <p:cNvCxnSpPr>
              <a:cxnSpLocks/>
            </p:cNvCxnSpPr>
            <p:nvPr/>
          </p:nvCxnSpPr>
          <p:spPr>
            <a:xfrm>
              <a:off x="4560336" y="4708800"/>
              <a:ext cx="0" cy="1696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Conector recto 99">
              <a:extLst>
                <a:ext uri="{FF2B5EF4-FFF2-40B4-BE49-F238E27FC236}">
                  <a16:creationId xmlns:a16="http://schemas.microsoft.com/office/drawing/2014/main" id="{70CCB353-8127-08E0-8F9A-C0AC01688713}"/>
                </a:ext>
              </a:extLst>
            </p:cNvPr>
            <p:cNvCxnSpPr>
              <a:cxnSpLocks/>
            </p:cNvCxnSpPr>
            <p:nvPr/>
          </p:nvCxnSpPr>
          <p:spPr>
            <a:xfrm>
              <a:off x="5687287" y="4676618"/>
              <a:ext cx="0" cy="1696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Conector recto 100">
              <a:extLst>
                <a:ext uri="{FF2B5EF4-FFF2-40B4-BE49-F238E27FC236}">
                  <a16:creationId xmlns:a16="http://schemas.microsoft.com/office/drawing/2014/main" id="{FC6190E8-41DA-3EE4-D520-8D34870C2A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3276" y="5044981"/>
              <a:ext cx="0" cy="1316716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2" name="Conector recto 101">
              <a:extLst>
                <a:ext uri="{FF2B5EF4-FFF2-40B4-BE49-F238E27FC236}">
                  <a16:creationId xmlns:a16="http://schemas.microsoft.com/office/drawing/2014/main" id="{5B827745-787B-9E22-0F81-959889A4ED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86147" y="6357108"/>
              <a:ext cx="6871227" cy="12625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3" name="CuadroTexto 102">
                  <a:extLst>
                    <a:ext uri="{FF2B5EF4-FFF2-40B4-BE49-F238E27FC236}">
                      <a16:creationId xmlns:a16="http://schemas.microsoft.com/office/drawing/2014/main" id="{1C39CC24-725B-9063-753C-944FE13EE121}"/>
                    </a:ext>
                  </a:extLst>
                </p:cNvPr>
                <p:cNvSpPr txBox="1"/>
                <p:nvPr/>
              </p:nvSpPr>
              <p:spPr>
                <a:xfrm>
                  <a:off x="6695941" y="6250155"/>
                  <a:ext cx="39218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s-CL" sz="1600" dirty="0"/>
                </a:p>
              </p:txBody>
            </p:sp>
          </mc:Choice>
          <mc:Fallback>
            <p:sp>
              <p:nvSpPr>
                <p:cNvPr id="103" name="CuadroTexto 102">
                  <a:extLst>
                    <a:ext uri="{FF2B5EF4-FFF2-40B4-BE49-F238E27FC236}">
                      <a16:creationId xmlns:a16="http://schemas.microsoft.com/office/drawing/2014/main" id="{1C39CC24-725B-9063-753C-944FE13EE1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5941" y="6250155"/>
                  <a:ext cx="392189" cy="338554"/>
                </a:xfrm>
                <a:prstGeom prst="rect">
                  <a:avLst/>
                </a:prstGeom>
                <a:blipFill>
                  <a:blip r:embed="rId14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" name="Conector recto 105">
              <a:extLst>
                <a:ext uri="{FF2B5EF4-FFF2-40B4-BE49-F238E27FC236}">
                  <a16:creationId xmlns:a16="http://schemas.microsoft.com/office/drawing/2014/main" id="{0E2FAAE8-7857-93E1-7066-96D2247FC7D4}"/>
                </a:ext>
              </a:extLst>
            </p:cNvPr>
            <p:cNvCxnSpPr/>
            <p:nvPr/>
          </p:nvCxnSpPr>
          <p:spPr>
            <a:xfrm flipV="1">
              <a:off x="2333276" y="5703339"/>
              <a:ext cx="900000" cy="6485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Conector recto 106">
              <a:extLst>
                <a:ext uri="{FF2B5EF4-FFF2-40B4-BE49-F238E27FC236}">
                  <a16:creationId xmlns:a16="http://schemas.microsoft.com/office/drawing/2014/main" id="{8BA7B653-32A4-0241-E750-4B3B377523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41152" y="5713697"/>
              <a:ext cx="900000" cy="648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149C5CA5-0F02-BA76-CCC0-B23013E5FED0}"/>
                </a:ext>
              </a:extLst>
            </p:cNvPr>
            <p:cNvCxnSpPr>
              <a:cxnSpLocks/>
            </p:cNvCxnSpPr>
            <p:nvPr/>
          </p:nvCxnSpPr>
          <p:spPr>
            <a:xfrm>
              <a:off x="794890" y="6273490"/>
              <a:ext cx="0" cy="1696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829C9B1C-E398-773E-2D3D-9C31BC7B2C01}"/>
                </a:ext>
              </a:extLst>
            </p:cNvPr>
            <p:cNvCxnSpPr>
              <a:cxnSpLocks/>
            </p:cNvCxnSpPr>
            <p:nvPr/>
          </p:nvCxnSpPr>
          <p:spPr>
            <a:xfrm>
              <a:off x="1962566" y="6273490"/>
              <a:ext cx="0" cy="1696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Conector recto 113">
              <a:extLst>
                <a:ext uri="{FF2B5EF4-FFF2-40B4-BE49-F238E27FC236}">
                  <a16:creationId xmlns:a16="http://schemas.microsoft.com/office/drawing/2014/main" id="{44161261-8077-DF46-0AA3-75D017E3CE87}"/>
                </a:ext>
              </a:extLst>
            </p:cNvPr>
            <p:cNvCxnSpPr>
              <a:cxnSpLocks/>
            </p:cNvCxnSpPr>
            <p:nvPr/>
          </p:nvCxnSpPr>
          <p:spPr>
            <a:xfrm>
              <a:off x="4569058" y="6267051"/>
              <a:ext cx="0" cy="1696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Conector recto 114">
              <a:extLst>
                <a:ext uri="{FF2B5EF4-FFF2-40B4-BE49-F238E27FC236}">
                  <a16:creationId xmlns:a16="http://schemas.microsoft.com/office/drawing/2014/main" id="{002F2017-707F-CEE1-AF8C-E0A97777F6AE}"/>
                </a:ext>
              </a:extLst>
            </p:cNvPr>
            <p:cNvCxnSpPr>
              <a:cxnSpLocks/>
            </p:cNvCxnSpPr>
            <p:nvPr/>
          </p:nvCxnSpPr>
          <p:spPr>
            <a:xfrm>
              <a:off x="5687287" y="4754966"/>
              <a:ext cx="0" cy="1688127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Conector recto 115">
              <a:extLst>
                <a:ext uri="{FF2B5EF4-FFF2-40B4-BE49-F238E27FC236}">
                  <a16:creationId xmlns:a16="http://schemas.microsoft.com/office/drawing/2014/main" id="{423433C7-2B34-1060-FF67-8DD5BBD9141F}"/>
                </a:ext>
              </a:extLst>
            </p:cNvPr>
            <p:cNvCxnSpPr/>
            <p:nvPr/>
          </p:nvCxnSpPr>
          <p:spPr>
            <a:xfrm flipV="1">
              <a:off x="4793551" y="5685837"/>
              <a:ext cx="900000" cy="6485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Conector recto 116">
              <a:extLst>
                <a:ext uri="{FF2B5EF4-FFF2-40B4-BE49-F238E27FC236}">
                  <a16:creationId xmlns:a16="http://schemas.microsoft.com/office/drawing/2014/main" id="{FA8911C5-F69F-8828-3DCE-8AF3310932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01427" y="5696195"/>
              <a:ext cx="900000" cy="648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Conector recto 117">
              <a:extLst>
                <a:ext uri="{FF2B5EF4-FFF2-40B4-BE49-F238E27FC236}">
                  <a16:creationId xmlns:a16="http://schemas.microsoft.com/office/drawing/2014/main" id="{6BEEB2C4-D5F5-8079-5FDD-EA4893CE57DE}"/>
                </a:ext>
              </a:extLst>
            </p:cNvPr>
            <p:cNvCxnSpPr/>
            <p:nvPr/>
          </p:nvCxnSpPr>
          <p:spPr>
            <a:xfrm flipV="1">
              <a:off x="-86147" y="5687699"/>
              <a:ext cx="900000" cy="6485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Conector recto 118">
              <a:extLst>
                <a:ext uri="{FF2B5EF4-FFF2-40B4-BE49-F238E27FC236}">
                  <a16:creationId xmlns:a16="http://schemas.microsoft.com/office/drawing/2014/main" id="{6CF62E55-0D8A-C335-4220-CC42572175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1729" y="5698057"/>
              <a:ext cx="900000" cy="648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Conector recto 124">
              <a:extLst>
                <a:ext uri="{FF2B5EF4-FFF2-40B4-BE49-F238E27FC236}">
                  <a16:creationId xmlns:a16="http://schemas.microsoft.com/office/drawing/2014/main" id="{22B899F7-4C6F-7332-CA50-D5188619F702}"/>
                </a:ext>
              </a:extLst>
            </p:cNvPr>
            <p:cNvCxnSpPr>
              <a:cxnSpLocks/>
            </p:cNvCxnSpPr>
            <p:nvPr/>
          </p:nvCxnSpPr>
          <p:spPr>
            <a:xfrm>
              <a:off x="4560336" y="3750906"/>
              <a:ext cx="0" cy="263956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ector recto 126">
              <a:extLst>
                <a:ext uri="{FF2B5EF4-FFF2-40B4-BE49-F238E27FC236}">
                  <a16:creationId xmlns:a16="http://schemas.microsoft.com/office/drawing/2014/main" id="{C129CA97-1077-A14B-40C6-053D7078065D}"/>
                </a:ext>
              </a:extLst>
            </p:cNvPr>
            <p:cNvCxnSpPr>
              <a:cxnSpLocks/>
            </p:cNvCxnSpPr>
            <p:nvPr/>
          </p:nvCxnSpPr>
          <p:spPr>
            <a:xfrm>
              <a:off x="1971504" y="3712285"/>
              <a:ext cx="0" cy="263956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8" name="CuadroTexto 127">
                  <a:extLst>
                    <a:ext uri="{FF2B5EF4-FFF2-40B4-BE49-F238E27FC236}">
                      <a16:creationId xmlns:a16="http://schemas.microsoft.com/office/drawing/2014/main" id="{49086E91-FF24-96C8-5F7C-C4A99170357D}"/>
                    </a:ext>
                  </a:extLst>
                </p:cNvPr>
                <p:cNvSpPr txBox="1"/>
                <p:nvPr/>
              </p:nvSpPr>
              <p:spPr>
                <a:xfrm>
                  <a:off x="2481192" y="5493916"/>
                  <a:ext cx="8999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8" name="CuadroTexto 127">
                  <a:extLst>
                    <a:ext uri="{FF2B5EF4-FFF2-40B4-BE49-F238E27FC236}">
                      <a16:creationId xmlns:a16="http://schemas.microsoft.com/office/drawing/2014/main" id="{49086E91-FF24-96C8-5F7C-C4A991703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1192" y="5493916"/>
                  <a:ext cx="899998" cy="3385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CuadroTexto 128">
                  <a:extLst>
                    <a:ext uri="{FF2B5EF4-FFF2-40B4-BE49-F238E27FC236}">
                      <a16:creationId xmlns:a16="http://schemas.microsoft.com/office/drawing/2014/main" id="{5D80B0EC-0F80-9D36-6A3B-DF1D8FAF6FCF}"/>
                    </a:ext>
                  </a:extLst>
                </p:cNvPr>
                <p:cNvSpPr txBox="1"/>
                <p:nvPr/>
              </p:nvSpPr>
              <p:spPr>
                <a:xfrm>
                  <a:off x="2525140" y="3863699"/>
                  <a:ext cx="8999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9" name="CuadroTexto 128">
                  <a:extLst>
                    <a:ext uri="{FF2B5EF4-FFF2-40B4-BE49-F238E27FC236}">
                      <a16:creationId xmlns:a16="http://schemas.microsoft.com/office/drawing/2014/main" id="{5D80B0EC-0F80-9D36-6A3B-DF1D8FAF6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5140" y="3863699"/>
                  <a:ext cx="899998" cy="3385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910625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upo 60">
            <a:extLst>
              <a:ext uri="{FF2B5EF4-FFF2-40B4-BE49-F238E27FC236}">
                <a16:creationId xmlns:a16="http://schemas.microsoft.com/office/drawing/2014/main" id="{680D1C73-7EFD-5637-31BF-646A80454BC6}"/>
              </a:ext>
            </a:extLst>
          </p:cNvPr>
          <p:cNvGrpSpPr/>
          <p:nvPr/>
        </p:nvGrpSpPr>
        <p:grpSpPr>
          <a:xfrm>
            <a:off x="599653" y="478452"/>
            <a:ext cx="7174277" cy="3932114"/>
            <a:chOff x="599653" y="478452"/>
            <a:chExt cx="7174277" cy="393211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F7344102-2249-3D34-4CDF-30CE01ABF66C}"/>
                    </a:ext>
                  </a:extLst>
                </p:cNvPr>
                <p:cNvSpPr txBox="1"/>
                <p:nvPr/>
              </p:nvSpPr>
              <p:spPr>
                <a:xfrm>
                  <a:off x="4113630" y="3825791"/>
                  <a:ext cx="89999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en-US" sz="1600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  <a:p>
                  <a:pPr/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F7344102-2249-3D34-4CDF-30CE01ABF6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3630" y="3825791"/>
                  <a:ext cx="899998" cy="5847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E260A15C-DEDE-D74D-4EEC-2BB9B5E6B7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98690" y="847784"/>
              <a:ext cx="0" cy="1316716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679C8A0E-0260-7F1C-D537-98497402D7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653" y="2159911"/>
              <a:ext cx="6850841" cy="29499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64FCF388-318F-FA9F-C581-25B3B5CBC6BE}"/>
                </a:ext>
              </a:extLst>
            </p:cNvPr>
            <p:cNvSpPr txBox="1"/>
            <p:nvPr/>
          </p:nvSpPr>
          <p:spPr>
            <a:xfrm>
              <a:off x="3226472" y="478452"/>
              <a:ext cx="1352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s-CL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F437155C-8C1A-B53E-4DEC-D8EC17C3ED3A}"/>
                    </a:ext>
                  </a:extLst>
                </p:cNvPr>
                <p:cNvSpPr txBox="1"/>
                <p:nvPr/>
              </p:nvSpPr>
              <p:spPr>
                <a:xfrm>
                  <a:off x="7361355" y="2052958"/>
                  <a:ext cx="39218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s-CL" sz="1600" dirty="0"/>
                </a:p>
              </p:txBody>
            </p:sp>
          </mc:Choice>
          <mc:Fallback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F437155C-8C1A-B53E-4DEC-D8EC17C3ED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1355" y="2052958"/>
                  <a:ext cx="392189" cy="338554"/>
                </a:xfrm>
                <a:prstGeom prst="rect">
                  <a:avLst/>
                </a:prstGeom>
                <a:blipFill>
                  <a:blip r:embed="rId3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6E63CB22-86D3-574C-1640-945B63DC7699}"/>
                    </a:ext>
                  </a:extLst>
                </p:cNvPr>
                <p:cNvSpPr txBox="1"/>
                <p:nvPr/>
              </p:nvSpPr>
              <p:spPr>
                <a:xfrm>
                  <a:off x="2941262" y="619963"/>
                  <a:ext cx="135215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CuadroTexto 8">
                  <a:extLst>
                    <a:ext uri="{FF2B5EF4-FFF2-40B4-BE49-F238E27FC236}">
                      <a16:creationId xmlns:a16="http://schemas.microsoft.com/office/drawing/2014/main" id="{6E63CB22-86D3-574C-1640-945B63DC76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1262" y="619963"/>
                  <a:ext cx="1352150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7D2C61D4-F89E-8BB3-C37E-605844C62BAC}"/>
                    </a:ext>
                  </a:extLst>
                </p:cNvPr>
                <p:cNvSpPr txBox="1"/>
                <p:nvPr/>
              </p:nvSpPr>
              <p:spPr>
                <a:xfrm>
                  <a:off x="2914931" y="2459925"/>
                  <a:ext cx="13521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s-CL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" name="CuadroTexto 9">
                  <a:extLst>
                    <a:ext uri="{FF2B5EF4-FFF2-40B4-BE49-F238E27FC236}">
                      <a16:creationId xmlns:a16="http://schemas.microsoft.com/office/drawing/2014/main" id="{7D2C61D4-F89E-8BB3-C37E-605844C62B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4931" y="2459925"/>
                  <a:ext cx="135215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5B021A82-9D7B-B897-A151-BAD4E2A9BE8F}"/>
                    </a:ext>
                  </a:extLst>
                </p:cNvPr>
                <p:cNvSpPr txBox="1"/>
                <p:nvPr/>
              </p:nvSpPr>
              <p:spPr>
                <a:xfrm>
                  <a:off x="4493087" y="2137974"/>
                  <a:ext cx="452991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á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600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  <a:p>
                  <a:pPr/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5B021A82-9D7B-B897-A151-BAD4E2A9BE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3087" y="2137974"/>
                  <a:ext cx="452991" cy="584775"/>
                </a:xfrm>
                <a:prstGeom prst="rect">
                  <a:avLst/>
                </a:prstGeom>
                <a:blipFill>
                  <a:blip r:embed="rId6"/>
                  <a:stretch>
                    <a:fillRect r="-1486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E68ABACD-D176-27F4-2EEE-8B26742CEB60}"/>
                    </a:ext>
                  </a:extLst>
                </p:cNvPr>
                <p:cNvSpPr txBox="1"/>
                <p:nvPr/>
              </p:nvSpPr>
              <p:spPr>
                <a:xfrm>
                  <a:off x="2624807" y="2129273"/>
                  <a:ext cx="392189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á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600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  <a:p>
                  <a:pPr/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E68ABACD-D176-27F4-2EEE-8B26742CEB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4807" y="2129273"/>
                  <a:ext cx="392189" cy="584775"/>
                </a:xfrm>
                <a:prstGeom prst="rect">
                  <a:avLst/>
                </a:prstGeom>
                <a:blipFill>
                  <a:blip r:embed="rId7"/>
                  <a:stretch>
                    <a:fillRect r="-71875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5EAAFCD7-1DCA-F8ED-E897-E1BB2B7101AB}"/>
                </a:ext>
              </a:extLst>
            </p:cNvPr>
            <p:cNvCxnSpPr/>
            <p:nvPr/>
          </p:nvCxnSpPr>
          <p:spPr>
            <a:xfrm flipV="1">
              <a:off x="2998690" y="1506142"/>
              <a:ext cx="900000" cy="6485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662A31D9-7DFA-5D79-9626-764058A1FE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06566" y="1516500"/>
              <a:ext cx="900000" cy="648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79B132D4-49AC-AE4D-3747-5DCA7441D512}"/>
                    </a:ext>
                  </a:extLst>
                </p:cNvPr>
                <p:cNvSpPr txBox="1"/>
                <p:nvPr/>
              </p:nvSpPr>
              <p:spPr>
                <a:xfrm>
                  <a:off x="2812127" y="3817910"/>
                  <a:ext cx="899998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oMath>
                    </m:oMathPara>
                  </a14:m>
                  <a:endParaRPr lang="en-US" sz="1600" b="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  <a:p>
                  <a:pPr/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79B132D4-49AC-AE4D-3747-5DCA7441D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2127" y="3817910"/>
                  <a:ext cx="899998" cy="5847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AA92050F-0321-A0F9-C94E-C461845EA98B}"/>
                    </a:ext>
                  </a:extLst>
                </p:cNvPr>
                <p:cNvSpPr txBox="1"/>
                <p:nvPr/>
              </p:nvSpPr>
              <p:spPr>
                <a:xfrm>
                  <a:off x="5290198" y="3798960"/>
                  <a:ext cx="8999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AA92050F-0321-A0F9-C94E-C461845EA9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0198" y="3798960"/>
                  <a:ext cx="899998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79C29AD2-D46B-2EF1-5457-B13A02FF264B}"/>
                    </a:ext>
                  </a:extLst>
                </p:cNvPr>
                <p:cNvSpPr txBox="1"/>
                <p:nvPr/>
              </p:nvSpPr>
              <p:spPr>
                <a:xfrm>
                  <a:off x="1615573" y="3798960"/>
                  <a:ext cx="8999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79C29AD2-D46B-2EF1-5457-B13A02FF26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5573" y="3798960"/>
                  <a:ext cx="899998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8EC4C151-FBF3-39C2-6BD4-960BC51B42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9076" y="2444656"/>
              <a:ext cx="0" cy="1316716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0986F21E-EA9D-FBA3-755A-C42DBE981D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653" y="3756783"/>
              <a:ext cx="6871227" cy="12625"/>
            </a:xfrm>
            <a:prstGeom prst="line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1D786D69-5EA2-0651-FD32-7B4429B9CA54}"/>
                    </a:ext>
                  </a:extLst>
                </p:cNvPr>
                <p:cNvSpPr txBox="1"/>
                <p:nvPr/>
              </p:nvSpPr>
              <p:spPr>
                <a:xfrm>
                  <a:off x="7381741" y="3649830"/>
                  <a:ext cx="39218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s-CL" sz="1600" dirty="0"/>
                </a:p>
              </p:txBody>
            </p:sp>
          </mc:Choice>
          <mc:Fallback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1D786D69-5EA2-0651-FD32-7B4429B9C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1741" y="3649830"/>
                  <a:ext cx="392189" cy="338554"/>
                </a:xfrm>
                <a:prstGeom prst="rect">
                  <a:avLst/>
                </a:prstGeom>
                <a:blipFill>
                  <a:blip r:embed="rId11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990A8A59-976A-28C5-E089-A42E4A661DC7}"/>
                </a:ext>
              </a:extLst>
            </p:cNvPr>
            <p:cNvCxnSpPr/>
            <p:nvPr/>
          </p:nvCxnSpPr>
          <p:spPr>
            <a:xfrm flipV="1">
              <a:off x="3019076" y="3103014"/>
              <a:ext cx="900000" cy="64851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7FF9BC85-BF1B-47DF-DAB8-BA01BC329E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26952" y="3113372"/>
              <a:ext cx="900000" cy="648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8E4C0968-CDEC-5958-EE3C-BF424B351CA3}"/>
                </a:ext>
              </a:extLst>
            </p:cNvPr>
            <p:cNvCxnSpPr>
              <a:cxnSpLocks/>
            </p:cNvCxnSpPr>
            <p:nvPr/>
          </p:nvCxnSpPr>
          <p:spPr>
            <a:xfrm>
              <a:off x="2116427" y="3656188"/>
              <a:ext cx="0" cy="1696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FCD20719-04CE-6D9C-60D7-A5327C51CC13}"/>
                </a:ext>
              </a:extLst>
            </p:cNvPr>
            <p:cNvCxnSpPr/>
            <p:nvPr/>
          </p:nvCxnSpPr>
          <p:spPr>
            <a:xfrm flipV="1">
              <a:off x="5480158" y="3085008"/>
              <a:ext cx="900000" cy="64851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9A6054C0-2A61-99E6-DDE4-2A580E4095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87227" y="3095870"/>
              <a:ext cx="900000" cy="648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0B18690A-83FD-F4CB-610A-6D6BF41B97E6}"/>
                </a:ext>
              </a:extLst>
            </p:cNvPr>
            <p:cNvCxnSpPr/>
            <p:nvPr/>
          </p:nvCxnSpPr>
          <p:spPr>
            <a:xfrm flipV="1">
              <a:off x="599653" y="3087374"/>
              <a:ext cx="900000" cy="64851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8D0EEC9A-3024-24BB-B0FD-FCD1AC04CA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7529" y="3097732"/>
              <a:ext cx="900000" cy="648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372F06D0-1BD9-B043-6227-D49A8BE48010}"/>
                </a:ext>
              </a:extLst>
            </p:cNvPr>
            <p:cNvCxnSpPr>
              <a:cxnSpLocks/>
            </p:cNvCxnSpPr>
            <p:nvPr/>
          </p:nvCxnSpPr>
          <p:spPr>
            <a:xfrm>
              <a:off x="2116427" y="2228031"/>
              <a:ext cx="0" cy="1562117"/>
            </a:xfrm>
            <a:prstGeom prst="line">
              <a:avLst/>
            </a:prstGeom>
            <a:ln w="9525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857821BA-0C83-A8AE-6DFF-2C26917575BE}"/>
                    </a:ext>
                  </a:extLst>
                </p:cNvPr>
                <p:cNvSpPr txBox="1"/>
                <p:nvPr/>
              </p:nvSpPr>
              <p:spPr>
                <a:xfrm>
                  <a:off x="3166992" y="2893591"/>
                  <a:ext cx="8999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857821BA-0C83-A8AE-6DFF-2C26917575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992" y="2893591"/>
                  <a:ext cx="899998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5189999F-8FC9-3A6E-4EEC-1C8AFE884786}"/>
                    </a:ext>
                  </a:extLst>
                </p:cNvPr>
                <p:cNvSpPr txBox="1"/>
                <p:nvPr/>
              </p:nvSpPr>
              <p:spPr>
                <a:xfrm>
                  <a:off x="3210940" y="1263374"/>
                  <a:ext cx="89999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s-CL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5189999F-8FC9-3A6E-4EEC-1C8AFE884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0940" y="1263374"/>
                  <a:ext cx="899998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B7D3D7F1-2EDC-B439-8785-64137B687083}"/>
                </a:ext>
              </a:extLst>
            </p:cNvPr>
            <p:cNvCxnSpPr/>
            <p:nvPr/>
          </p:nvCxnSpPr>
          <p:spPr>
            <a:xfrm flipV="1">
              <a:off x="1832279" y="3092476"/>
              <a:ext cx="900000" cy="64851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BAF891D9-1568-9CD9-7806-166C56CEA9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40155" y="3102834"/>
              <a:ext cx="900000" cy="648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FF83C926-3280-9577-757C-9D995D08AC60}"/>
                </a:ext>
              </a:extLst>
            </p:cNvPr>
            <p:cNvCxnSpPr/>
            <p:nvPr/>
          </p:nvCxnSpPr>
          <p:spPr>
            <a:xfrm flipV="1">
              <a:off x="4238992" y="3120894"/>
              <a:ext cx="900000" cy="64851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7DC71E9D-ADE2-3647-9975-344324BAE9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3221" y="3142148"/>
              <a:ext cx="900000" cy="648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Forma libre: forma 46">
              <a:extLst>
                <a:ext uri="{FF2B5EF4-FFF2-40B4-BE49-F238E27FC236}">
                  <a16:creationId xmlns:a16="http://schemas.microsoft.com/office/drawing/2014/main" id="{C8811392-C6CB-8617-8D1D-CF4937CAFB27}"/>
                </a:ext>
              </a:extLst>
            </p:cNvPr>
            <p:cNvSpPr/>
            <p:nvPr/>
          </p:nvSpPr>
          <p:spPr>
            <a:xfrm>
              <a:off x="904875" y="3086100"/>
              <a:ext cx="2076450" cy="171450"/>
            </a:xfrm>
            <a:custGeom>
              <a:avLst/>
              <a:gdLst>
                <a:gd name="connsiteX0" fmla="*/ 0 w 2095500"/>
                <a:gd name="connsiteY0" fmla="*/ 142875 h 200025"/>
                <a:gd name="connsiteX1" fmla="*/ 371475 w 2095500"/>
                <a:gd name="connsiteY1" fmla="*/ 152400 h 200025"/>
                <a:gd name="connsiteX2" fmla="*/ 590550 w 2095500"/>
                <a:gd name="connsiteY2" fmla="*/ 0 h 200025"/>
                <a:gd name="connsiteX3" fmla="*/ 838200 w 2095500"/>
                <a:gd name="connsiteY3" fmla="*/ 161925 h 200025"/>
                <a:gd name="connsiteX4" fmla="*/ 1609725 w 2095500"/>
                <a:gd name="connsiteY4" fmla="*/ 161925 h 200025"/>
                <a:gd name="connsiteX5" fmla="*/ 1790700 w 2095500"/>
                <a:gd name="connsiteY5" fmla="*/ 9525 h 200025"/>
                <a:gd name="connsiteX6" fmla="*/ 2095500 w 2095500"/>
                <a:gd name="connsiteY6" fmla="*/ 200025 h 200025"/>
                <a:gd name="connsiteX0" fmla="*/ 0 w 2057400"/>
                <a:gd name="connsiteY0" fmla="*/ 142875 h 161925"/>
                <a:gd name="connsiteX1" fmla="*/ 371475 w 2057400"/>
                <a:gd name="connsiteY1" fmla="*/ 152400 h 161925"/>
                <a:gd name="connsiteX2" fmla="*/ 590550 w 2057400"/>
                <a:gd name="connsiteY2" fmla="*/ 0 h 161925"/>
                <a:gd name="connsiteX3" fmla="*/ 838200 w 2057400"/>
                <a:gd name="connsiteY3" fmla="*/ 161925 h 161925"/>
                <a:gd name="connsiteX4" fmla="*/ 1609725 w 2057400"/>
                <a:gd name="connsiteY4" fmla="*/ 161925 h 161925"/>
                <a:gd name="connsiteX5" fmla="*/ 1790700 w 2057400"/>
                <a:gd name="connsiteY5" fmla="*/ 9525 h 161925"/>
                <a:gd name="connsiteX6" fmla="*/ 2057400 w 2057400"/>
                <a:gd name="connsiteY6" fmla="*/ 152400 h 161925"/>
                <a:gd name="connsiteX0" fmla="*/ 0 w 2057400"/>
                <a:gd name="connsiteY0" fmla="*/ 152400 h 171450"/>
                <a:gd name="connsiteX1" fmla="*/ 371475 w 2057400"/>
                <a:gd name="connsiteY1" fmla="*/ 161925 h 171450"/>
                <a:gd name="connsiteX2" fmla="*/ 590550 w 2057400"/>
                <a:gd name="connsiteY2" fmla="*/ 9525 h 171450"/>
                <a:gd name="connsiteX3" fmla="*/ 838200 w 2057400"/>
                <a:gd name="connsiteY3" fmla="*/ 171450 h 171450"/>
                <a:gd name="connsiteX4" fmla="*/ 1609725 w 2057400"/>
                <a:gd name="connsiteY4" fmla="*/ 171450 h 171450"/>
                <a:gd name="connsiteX5" fmla="*/ 1828800 w 2057400"/>
                <a:gd name="connsiteY5" fmla="*/ 0 h 171450"/>
                <a:gd name="connsiteX6" fmla="*/ 2057400 w 2057400"/>
                <a:gd name="connsiteY6" fmla="*/ 161925 h 171450"/>
                <a:gd name="connsiteX0" fmla="*/ 0 w 2076450"/>
                <a:gd name="connsiteY0" fmla="*/ 152400 h 171450"/>
                <a:gd name="connsiteX1" fmla="*/ 371475 w 2076450"/>
                <a:gd name="connsiteY1" fmla="*/ 161925 h 171450"/>
                <a:gd name="connsiteX2" fmla="*/ 590550 w 2076450"/>
                <a:gd name="connsiteY2" fmla="*/ 9525 h 171450"/>
                <a:gd name="connsiteX3" fmla="*/ 838200 w 2076450"/>
                <a:gd name="connsiteY3" fmla="*/ 171450 h 171450"/>
                <a:gd name="connsiteX4" fmla="*/ 1609725 w 2076450"/>
                <a:gd name="connsiteY4" fmla="*/ 171450 h 171450"/>
                <a:gd name="connsiteX5" fmla="*/ 1828800 w 2076450"/>
                <a:gd name="connsiteY5" fmla="*/ 0 h 171450"/>
                <a:gd name="connsiteX6" fmla="*/ 2076450 w 2076450"/>
                <a:gd name="connsiteY6" fmla="*/ 17145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6450" h="171450">
                  <a:moveTo>
                    <a:pt x="0" y="152400"/>
                  </a:moveTo>
                  <a:lnTo>
                    <a:pt x="371475" y="161925"/>
                  </a:lnTo>
                  <a:lnTo>
                    <a:pt x="590550" y="9525"/>
                  </a:lnTo>
                  <a:lnTo>
                    <a:pt x="838200" y="171450"/>
                  </a:lnTo>
                  <a:lnTo>
                    <a:pt x="1609725" y="171450"/>
                  </a:lnTo>
                  <a:lnTo>
                    <a:pt x="1828800" y="0"/>
                  </a:lnTo>
                  <a:cubicBezTo>
                    <a:pt x="1930400" y="63500"/>
                    <a:pt x="1974850" y="107950"/>
                    <a:pt x="2076450" y="171450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48" name="Forma libre: forma 47">
              <a:extLst>
                <a:ext uri="{FF2B5EF4-FFF2-40B4-BE49-F238E27FC236}">
                  <a16:creationId xmlns:a16="http://schemas.microsoft.com/office/drawing/2014/main" id="{72ED917C-2242-FA07-1DDD-732551A02A4C}"/>
                </a:ext>
              </a:extLst>
            </p:cNvPr>
            <p:cNvSpPr/>
            <p:nvPr/>
          </p:nvSpPr>
          <p:spPr>
            <a:xfrm>
              <a:off x="3318341" y="3116315"/>
              <a:ext cx="2076450" cy="171450"/>
            </a:xfrm>
            <a:custGeom>
              <a:avLst/>
              <a:gdLst>
                <a:gd name="connsiteX0" fmla="*/ 0 w 2095500"/>
                <a:gd name="connsiteY0" fmla="*/ 142875 h 200025"/>
                <a:gd name="connsiteX1" fmla="*/ 371475 w 2095500"/>
                <a:gd name="connsiteY1" fmla="*/ 152400 h 200025"/>
                <a:gd name="connsiteX2" fmla="*/ 590550 w 2095500"/>
                <a:gd name="connsiteY2" fmla="*/ 0 h 200025"/>
                <a:gd name="connsiteX3" fmla="*/ 838200 w 2095500"/>
                <a:gd name="connsiteY3" fmla="*/ 161925 h 200025"/>
                <a:gd name="connsiteX4" fmla="*/ 1609725 w 2095500"/>
                <a:gd name="connsiteY4" fmla="*/ 161925 h 200025"/>
                <a:gd name="connsiteX5" fmla="*/ 1790700 w 2095500"/>
                <a:gd name="connsiteY5" fmla="*/ 9525 h 200025"/>
                <a:gd name="connsiteX6" fmla="*/ 2095500 w 2095500"/>
                <a:gd name="connsiteY6" fmla="*/ 200025 h 200025"/>
                <a:gd name="connsiteX0" fmla="*/ 0 w 2057400"/>
                <a:gd name="connsiteY0" fmla="*/ 142875 h 161925"/>
                <a:gd name="connsiteX1" fmla="*/ 371475 w 2057400"/>
                <a:gd name="connsiteY1" fmla="*/ 152400 h 161925"/>
                <a:gd name="connsiteX2" fmla="*/ 590550 w 2057400"/>
                <a:gd name="connsiteY2" fmla="*/ 0 h 161925"/>
                <a:gd name="connsiteX3" fmla="*/ 838200 w 2057400"/>
                <a:gd name="connsiteY3" fmla="*/ 161925 h 161925"/>
                <a:gd name="connsiteX4" fmla="*/ 1609725 w 2057400"/>
                <a:gd name="connsiteY4" fmla="*/ 161925 h 161925"/>
                <a:gd name="connsiteX5" fmla="*/ 1790700 w 2057400"/>
                <a:gd name="connsiteY5" fmla="*/ 9525 h 161925"/>
                <a:gd name="connsiteX6" fmla="*/ 2057400 w 2057400"/>
                <a:gd name="connsiteY6" fmla="*/ 152400 h 161925"/>
                <a:gd name="connsiteX0" fmla="*/ 0 w 2057400"/>
                <a:gd name="connsiteY0" fmla="*/ 152400 h 171450"/>
                <a:gd name="connsiteX1" fmla="*/ 371475 w 2057400"/>
                <a:gd name="connsiteY1" fmla="*/ 161925 h 171450"/>
                <a:gd name="connsiteX2" fmla="*/ 590550 w 2057400"/>
                <a:gd name="connsiteY2" fmla="*/ 9525 h 171450"/>
                <a:gd name="connsiteX3" fmla="*/ 838200 w 2057400"/>
                <a:gd name="connsiteY3" fmla="*/ 171450 h 171450"/>
                <a:gd name="connsiteX4" fmla="*/ 1609725 w 2057400"/>
                <a:gd name="connsiteY4" fmla="*/ 171450 h 171450"/>
                <a:gd name="connsiteX5" fmla="*/ 1828800 w 2057400"/>
                <a:gd name="connsiteY5" fmla="*/ 0 h 171450"/>
                <a:gd name="connsiteX6" fmla="*/ 2057400 w 2057400"/>
                <a:gd name="connsiteY6" fmla="*/ 161925 h 171450"/>
                <a:gd name="connsiteX0" fmla="*/ 0 w 2076450"/>
                <a:gd name="connsiteY0" fmla="*/ 152400 h 171450"/>
                <a:gd name="connsiteX1" fmla="*/ 371475 w 2076450"/>
                <a:gd name="connsiteY1" fmla="*/ 161925 h 171450"/>
                <a:gd name="connsiteX2" fmla="*/ 590550 w 2076450"/>
                <a:gd name="connsiteY2" fmla="*/ 9525 h 171450"/>
                <a:gd name="connsiteX3" fmla="*/ 838200 w 2076450"/>
                <a:gd name="connsiteY3" fmla="*/ 171450 h 171450"/>
                <a:gd name="connsiteX4" fmla="*/ 1609725 w 2076450"/>
                <a:gd name="connsiteY4" fmla="*/ 171450 h 171450"/>
                <a:gd name="connsiteX5" fmla="*/ 1828800 w 2076450"/>
                <a:gd name="connsiteY5" fmla="*/ 0 h 171450"/>
                <a:gd name="connsiteX6" fmla="*/ 2076450 w 2076450"/>
                <a:gd name="connsiteY6" fmla="*/ 17145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6450" h="171450">
                  <a:moveTo>
                    <a:pt x="0" y="152400"/>
                  </a:moveTo>
                  <a:lnTo>
                    <a:pt x="371475" y="161925"/>
                  </a:lnTo>
                  <a:lnTo>
                    <a:pt x="590550" y="9525"/>
                  </a:lnTo>
                  <a:lnTo>
                    <a:pt x="838200" y="171450"/>
                  </a:lnTo>
                  <a:lnTo>
                    <a:pt x="1609725" y="171450"/>
                  </a:lnTo>
                  <a:lnTo>
                    <a:pt x="1828800" y="0"/>
                  </a:lnTo>
                  <a:cubicBezTo>
                    <a:pt x="1930400" y="63500"/>
                    <a:pt x="1974850" y="107950"/>
                    <a:pt x="2076450" y="171450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0" name="Forma libre: forma 49">
              <a:extLst>
                <a:ext uri="{FF2B5EF4-FFF2-40B4-BE49-F238E27FC236}">
                  <a16:creationId xmlns:a16="http://schemas.microsoft.com/office/drawing/2014/main" id="{7B470B05-318A-1D18-DE1F-20F60E668CB6}"/>
                </a:ext>
              </a:extLst>
            </p:cNvPr>
            <p:cNvSpPr/>
            <p:nvPr/>
          </p:nvSpPr>
          <p:spPr>
            <a:xfrm>
              <a:off x="5352832" y="3092476"/>
              <a:ext cx="1657350" cy="180975"/>
            </a:xfrm>
            <a:custGeom>
              <a:avLst/>
              <a:gdLst>
                <a:gd name="connsiteX0" fmla="*/ 0 w 1657350"/>
                <a:gd name="connsiteY0" fmla="*/ 171450 h 180975"/>
                <a:gd name="connsiteX1" fmla="*/ 771525 w 1657350"/>
                <a:gd name="connsiteY1" fmla="*/ 180975 h 180975"/>
                <a:gd name="connsiteX2" fmla="*/ 1019175 w 1657350"/>
                <a:gd name="connsiteY2" fmla="*/ 0 h 180975"/>
                <a:gd name="connsiteX3" fmla="*/ 1247775 w 1657350"/>
                <a:gd name="connsiteY3" fmla="*/ 171450 h 180975"/>
                <a:gd name="connsiteX4" fmla="*/ 1657350 w 1657350"/>
                <a:gd name="connsiteY4" fmla="*/ 17145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7350" h="180975">
                  <a:moveTo>
                    <a:pt x="0" y="171450"/>
                  </a:moveTo>
                  <a:lnTo>
                    <a:pt x="771525" y="180975"/>
                  </a:lnTo>
                  <a:lnTo>
                    <a:pt x="1019175" y="0"/>
                  </a:lnTo>
                  <a:lnTo>
                    <a:pt x="1247775" y="171450"/>
                  </a:lnTo>
                  <a:lnTo>
                    <a:pt x="1657350" y="171450"/>
                  </a:ln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D8B6AF06-4D3E-7C2F-BBA9-B96636D94DD2}"/>
                </a:ext>
              </a:extLst>
            </p:cNvPr>
            <p:cNvCxnSpPr>
              <a:stCxn id="47" idx="6"/>
              <a:endCxn id="48" idx="0"/>
            </p:cNvCxnSpPr>
            <p:nvPr/>
          </p:nvCxnSpPr>
          <p:spPr>
            <a:xfrm>
              <a:off x="2981325" y="3257550"/>
              <a:ext cx="337016" cy="11165"/>
            </a:xfrm>
            <a:prstGeom prst="lin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17BE42BF-6054-1660-9BF4-AFA210290219}"/>
                </a:ext>
              </a:extLst>
            </p:cNvPr>
            <p:cNvCxnSpPr>
              <a:cxnSpLocks/>
            </p:cNvCxnSpPr>
            <p:nvPr/>
          </p:nvCxnSpPr>
          <p:spPr>
            <a:xfrm>
              <a:off x="3339268" y="3627412"/>
              <a:ext cx="0" cy="1696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7C91D964-2782-4D09-D8B8-961F55C15DD9}"/>
                </a:ext>
              </a:extLst>
            </p:cNvPr>
            <p:cNvCxnSpPr>
              <a:cxnSpLocks/>
            </p:cNvCxnSpPr>
            <p:nvPr/>
          </p:nvCxnSpPr>
          <p:spPr>
            <a:xfrm>
              <a:off x="3339268" y="2199255"/>
              <a:ext cx="0" cy="1562117"/>
            </a:xfrm>
            <a:prstGeom prst="line">
              <a:avLst/>
            </a:prstGeom>
            <a:ln w="9525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55">
              <a:extLst>
                <a:ext uri="{FF2B5EF4-FFF2-40B4-BE49-F238E27FC236}">
                  <a16:creationId xmlns:a16="http://schemas.microsoft.com/office/drawing/2014/main" id="{F82A52C3-360E-4D6F-4E3E-98F3FADEAB77}"/>
                </a:ext>
              </a:extLst>
            </p:cNvPr>
            <p:cNvCxnSpPr>
              <a:cxnSpLocks/>
            </p:cNvCxnSpPr>
            <p:nvPr/>
          </p:nvCxnSpPr>
          <p:spPr>
            <a:xfrm>
              <a:off x="4533064" y="3674053"/>
              <a:ext cx="0" cy="1696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Conector recto 56">
              <a:extLst>
                <a:ext uri="{FF2B5EF4-FFF2-40B4-BE49-F238E27FC236}">
                  <a16:creationId xmlns:a16="http://schemas.microsoft.com/office/drawing/2014/main" id="{3F7B86F7-BEAB-95AA-8B21-39239DA1332A}"/>
                </a:ext>
              </a:extLst>
            </p:cNvPr>
            <p:cNvCxnSpPr>
              <a:cxnSpLocks/>
            </p:cNvCxnSpPr>
            <p:nvPr/>
          </p:nvCxnSpPr>
          <p:spPr>
            <a:xfrm>
              <a:off x="4533064" y="2245896"/>
              <a:ext cx="0" cy="1562117"/>
            </a:xfrm>
            <a:prstGeom prst="line">
              <a:avLst/>
            </a:prstGeom>
            <a:ln w="9525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57">
              <a:extLst>
                <a:ext uri="{FF2B5EF4-FFF2-40B4-BE49-F238E27FC236}">
                  <a16:creationId xmlns:a16="http://schemas.microsoft.com/office/drawing/2014/main" id="{667D2C66-B5C2-7927-3193-9C96249713BB}"/>
                </a:ext>
              </a:extLst>
            </p:cNvPr>
            <p:cNvCxnSpPr>
              <a:cxnSpLocks/>
            </p:cNvCxnSpPr>
            <p:nvPr/>
          </p:nvCxnSpPr>
          <p:spPr>
            <a:xfrm>
              <a:off x="5740197" y="3635448"/>
              <a:ext cx="0" cy="1696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999B8201-1F6C-5A32-007D-B84C296230EC}"/>
                </a:ext>
              </a:extLst>
            </p:cNvPr>
            <p:cNvCxnSpPr>
              <a:cxnSpLocks/>
            </p:cNvCxnSpPr>
            <p:nvPr/>
          </p:nvCxnSpPr>
          <p:spPr>
            <a:xfrm>
              <a:off x="5740197" y="2207291"/>
              <a:ext cx="0" cy="1562117"/>
            </a:xfrm>
            <a:prstGeom prst="line">
              <a:avLst/>
            </a:prstGeom>
            <a:ln w="9525"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FB1F2114-C03D-C829-FA01-6C1F30996084}"/>
                    </a:ext>
                  </a:extLst>
                </p:cNvPr>
                <p:cNvSpPr txBox="1"/>
                <p:nvPr/>
              </p:nvSpPr>
              <p:spPr>
                <a:xfrm>
                  <a:off x="4780384" y="932970"/>
                  <a:ext cx="2287659" cy="5517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á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s-CL" sz="1600" dirty="0"/>
                </a:p>
              </p:txBody>
            </p:sp>
          </mc:Choice>
          <mc:Fallback>
            <p:sp>
              <p:nvSpPr>
                <p:cNvPr id="60" name="CuadroTexto 59">
                  <a:extLst>
                    <a:ext uri="{FF2B5EF4-FFF2-40B4-BE49-F238E27FC236}">
                      <a16:creationId xmlns:a16="http://schemas.microsoft.com/office/drawing/2014/main" id="{FB1F2114-C03D-C829-FA01-6C1F309960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0384" y="932970"/>
                  <a:ext cx="2287659" cy="5517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997915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2222</TotalTime>
  <Words>2262</Words>
  <Application>Microsoft Office PowerPoint</Application>
  <PresentationFormat>Panorámica</PresentationFormat>
  <Paragraphs>1029</Paragraphs>
  <Slides>46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María Elena Quiroz Roa</dc:creator>
  <cp:lastModifiedBy>María Elena Quiroz Roa</cp:lastModifiedBy>
  <cp:revision>51</cp:revision>
  <dcterms:created xsi:type="dcterms:W3CDTF">2022-04-06T18:38:09Z</dcterms:created>
  <dcterms:modified xsi:type="dcterms:W3CDTF">2022-08-03T15:08:22Z</dcterms:modified>
</cp:coreProperties>
</file>